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7" r:id="rId1"/>
    <p:sldMasterId id="2147483678" r:id="rId2"/>
  </p:sldMasterIdLst>
  <p:notesMasterIdLst>
    <p:notesMasterId r:id="rId47"/>
  </p:notesMasterIdLst>
  <p:sldIdLst>
    <p:sldId id="256" r:id="rId3"/>
    <p:sldId id="259" r:id="rId4"/>
    <p:sldId id="260" r:id="rId5"/>
    <p:sldId id="261" r:id="rId6"/>
    <p:sldId id="262" r:id="rId7"/>
    <p:sldId id="263" r:id="rId8"/>
    <p:sldId id="264" r:id="rId9"/>
    <p:sldId id="265" r:id="rId10"/>
    <p:sldId id="266" r:id="rId11"/>
    <p:sldId id="267" r:id="rId12"/>
    <p:sldId id="268" r:id="rId13"/>
    <p:sldId id="269" r:id="rId14"/>
    <p:sldId id="270" r:id="rId15"/>
    <p:sldId id="271" r:id="rId16"/>
    <p:sldId id="272" r:id="rId17"/>
    <p:sldId id="273" r:id="rId18"/>
    <p:sldId id="274" r:id="rId19"/>
    <p:sldId id="275" r:id="rId20"/>
    <p:sldId id="276" r:id="rId21"/>
    <p:sldId id="277" r:id="rId22"/>
    <p:sldId id="278" r:id="rId23"/>
    <p:sldId id="279" r:id="rId24"/>
    <p:sldId id="280" r:id="rId25"/>
    <p:sldId id="281" r:id="rId26"/>
    <p:sldId id="282" r:id="rId27"/>
    <p:sldId id="283" r:id="rId28"/>
    <p:sldId id="284" r:id="rId29"/>
    <p:sldId id="285" r:id="rId30"/>
    <p:sldId id="286" r:id="rId31"/>
    <p:sldId id="287" r:id="rId32"/>
    <p:sldId id="288" r:id="rId33"/>
    <p:sldId id="289" r:id="rId34"/>
    <p:sldId id="290" r:id="rId35"/>
    <p:sldId id="291" r:id="rId36"/>
    <p:sldId id="292" r:id="rId37"/>
    <p:sldId id="293" r:id="rId38"/>
    <p:sldId id="294" r:id="rId39"/>
    <p:sldId id="295" r:id="rId40"/>
    <p:sldId id="296" r:id="rId41"/>
    <p:sldId id="297" r:id="rId42"/>
    <p:sldId id="298" r:id="rId43"/>
    <p:sldId id="299" r:id="rId44"/>
    <p:sldId id="300" r:id="rId45"/>
    <p:sldId id="301" r:id="rId46"/>
  </p:sldIdLst>
  <p:sldSz cx="9144000" cy="5143500" type="screen16x9"/>
  <p:notesSz cx="6858000" cy="9144000"/>
  <p:embeddedFontLst>
    <p:embeddedFont>
      <p:font typeface="Amatic SC" panose="00000500000000000000" pitchFamily="2" charset="-79"/>
      <p:regular r:id="rId48"/>
      <p:bold r:id="rId49"/>
    </p:embeddedFont>
    <p:embeddedFont>
      <p:font typeface="Fredoka One" panose="02000000000000000000" pitchFamily="2" charset="0"/>
      <p:regular r:id="rId50"/>
    </p:embeddedFont>
    <p:embeddedFont>
      <p:font typeface="Lato" panose="020F0502020204030203" pitchFamily="34" charset="0"/>
      <p:regular r:id="rId51"/>
      <p:bold r:id="rId52"/>
      <p:italic r:id="rId53"/>
      <p:boldItalic r:id="rId54"/>
    </p:embeddedFont>
    <p:embeddedFont>
      <p:font typeface="Outfit Black" panose="020B0604020202020204" charset="0"/>
      <p:bold r:id="rId55"/>
    </p:embeddedFont>
    <p:embeddedFont>
      <p:font typeface="Palanquin Dark" panose="020B0604020202020204" charset="0"/>
      <p:regular r:id="rId56"/>
      <p:bold r:id="rId57"/>
    </p:embeddedFont>
    <p:embeddedFont>
      <p:font typeface="Proxima Nova" panose="020B0604020202020204" charset="0"/>
      <p:regular r:id="rId58"/>
      <p:bold r:id="rId59"/>
      <p:italic r:id="rId60"/>
      <p:boldItalic r:id="rId61"/>
    </p:embeddedFont>
    <p:embeddedFont>
      <p:font typeface="Roboto Condensed Light" panose="02000000000000000000" pitchFamily="2" charset="0"/>
      <p:regular r:id="rId62"/>
      <p:italic r:id="rId63"/>
    </p:embeddedFont>
    <p:embeddedFont>
      <p:font typeface="Roboto Medium" panose="02000000000000000000" pitchFamily="2" charset="0"/>
      <p:regular r:id="rId64"/>
      <p:bold r:id="rId65"/>
      <p:italic r:id="rId66"/>
      <p:boldItalic r:id="rId6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D583A786-D13D-487E-849F-7DD0F376DDD1}">
  <a:tblStyle styleId="{D583A786-D13D-487E-849F-7DD0F376DDD1}"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71" d="100"/>
          <a:sy n="71" d="100"/>
        </p:scale>
        <p:origin x="52" y="85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notesMaster" Target="notesMasters/notesMaster1.xml"/><Relationship Id="rId63" Type="http://schemas.openxmlformats.org/officeDocument/2006/relationships/font" Target="fonts/font16.fntdata"/><Relationship Id="rId68"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font" Target="fonts/font6.fntdata"/><Relationship Id="rId58" Type="http://schemas.openxmlformats.org/officeDocument/2006/relationships/font" Target="fonts/font11.fntdata"/><Relationship Id="rId66" Type="http://schemas.openxmlformats.org/officeDocument/2006/relationships/font" Target="fonts/font19.fntdata"/><Relationship Id="rId5" Type="http://schemas.openxmlformats.org/officeDocument/2006/relationships/slide" Target="slides/slide3.xml"/><Relationship Id="rId61" Type="http://schemas.openxmlformats.org/officeDocument/2006/relationships/font" Target="fonts/font14.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font" Target="fonts/font1.fntdata"/><Relationship Id="rId56" Type="http://schemas.openxmlformats.org/officeDocument/2006/relationships/font" Target="fonts/font9.fntdata"/><Relationship Id="rId64" Type="http://schemas.openxmlformats.org/officeDocument/2006/relationships/font" Target="fonts/font17.fntdata"/><Relationship Id="rId69"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font" Target="fonts/font4.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2.fntdata"/><Relationship Id="rId67" Type="http://schemas.openxmlformats.org/officeDocument/2006/relationships/font" Target="fonts/font20.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7.fntdata"/><Relationship Id="rId62" Type="http://schemas.openxmlformats.org/officeDocument/2006/relationships/font" Target="fonts/font15.fntdata"/><Relationship Id="rId70"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2.fntdata"/><Relationship Id="rId57" Type="http://schemas.openxmlformats.org/officeDocument/2006/relationships/font" Target="fonts/font10.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5.fntdata"/><Relationship Id="rId60" Type="http://schemas.openxmlformats.org/officeDocument/2006/relationships/font" Target="fonts/font13.fntdata"/><Relationship Id="rId65" Type="http://schemas.openxmlformats.org/officeDocument/2006/relationships/font" Target="fonts/font18.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3.fntdata"/><Relationship Id="rId55" Type="http://schemas.openxmlformats.org/officeDocument/2006/relationships/font" Target="fonts/font8.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
        <p:cNvGrpSpPr/>
        <p:nvPr/>
      </p:nvGrpSpPr>
      <p:grpSpPr>
        <a:xfrm>
          <a:off x="0" y="0"/>
          <a:ext cx="0" cy="0"/>
          <a:chOff x="0" y="0"/>
          <a:chExt cx="0" cy="0"/>
        </a:xfrm>
      </p:grpSpPr>
      <p:sp>
        <p:nvSpPr>
          <p:cNvPr id="158" name="Google Shape;158;g8794a74c9d_0_24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 name="Google Shape;159;g8794a74c9d_0_24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1"/>
        <p:cNvGrpSpPr/>
        <p:nvPr/>
      </p:nvGrpSpPr>
      <p:grpSpPr>
        <a:xfrm>
          <a:off x="0" y="0"/>
          <a:ext cx="0" cy="0"/>
          <a:chOff x="0" y="0"/>
          <a:chExt cx="0" cy="0"/>
        </a:xfrm>
      </p:grpSpPr>
      <p:sp>
        <p:nvSpPr>
          <p:cNvPr id="182" name="Google Shape;182;g1e1b4d88e7e_0_12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 name="Google Shape;183;g1e1b4d88e7e_0_12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2"/>
        <p:cNvGrpSpPr/>
        <p:nvPr/>
      </p:nvGrpSpPr>
      <p:grpSpPr>
        <a:xfrm>
          <a:off x="0" y="0"/>
          <a:ext cx="0" cy="0"/>
          <a:chOff x="0" y="0"/>
          <a:chExt cx="0" cy="0"/>
        </a:xfrm>
      </p:grpSpPr>
      <p:sp>
        <p:nvSpPr>
          <p:cNvPr id="203" name="Google Shape;203;g1e1b4d88e7e_0_41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 name="Google Shape;204;g1e1b4d88e7e_0_41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
        <p:cNvGrpSpPr/>
        <p:nvPr/>
      </p:nvGrpSpPr>
      <p:grpSpPr>
        <a:xfrm>
          <a:off x="0" y="0"/>
          <a:ext cx="0" cy="0"/>
          <a:chOff x="0" y="0"/>
          <a:chExt cx="0" cy="0"/>
        </a:xfrm>
      </p:grpSpPr>
      <p:sp>
        <p:nvSpPr>
          <p:cNvPr id="225" name="Google Shape;225;g877b642fd3_0_2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 name="Google Shape;226;g877b642fd3_0_2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
        <p:cNvGrpSpPr/>
        <p:nvPr/>
      </p:nvGrpSpPr>
      <p:grpSpPr>
        <a:xfrm>
          <a:off x="0" y="0"/>
          <a:ext cx="0" cy="0"/>
          <a:chOff x="0" y="0"/>
          <a:chExt cx="0" cy="0"/>
        </a:xfrm>
      </p:grpSpPr>
      <p:sp>
        <p:nvSpPr>
          <p:cNvPr id="233" name="Google Shape;233;g877b642fd3_0_2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 name="Google Shape;234;g877b642fd3_0_2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
        <p:cNvGrpSpPr/>
        <p:nvPr/>
      </p:nvGrpSpPr>
      <p:grpSpPr>
        <a:xfrm>
          <a:off x="0" y="0"/>
          <a:ext cx="0" cy="0"/>
          <a:chOff x="0" y="0"/>
          <a:chExt cx="0" cy="0"/>
        </a:xfrm>
      </p:grpSpPr>
      <p:sp>
        <p:nvSpPr>
          <p:cNvPr id="241" name="Google Shape;241;g1e1b4d88e7e_0_4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 name="Google Shape;242;g1e1b4d88e7e_0_4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7"/>
        <p:cNvGrpSpPr/>
        <p:nvPr/>
      </p:nvGrpSpPr>
      <p:grpSpPr>
        <a:xfrm>
          <a:off x="0" y="0"/>
          <a:ext cx="0" cy="0"/>
          <a:chOff x="0" y="0"/>
          <a:chExt cx="0" cy="0"/>
        </a:xfrm>
      </p:grpSpPr>
      <p:sp>
        <p:nvSpPr>
          <p:cNvPr id="248" name="Google Shape;248;g1e1b4d88e7e_0_4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9" name="Google Shape;249;g1e1b4d88e7e_0_4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5"/>
        <p:cNvGrpSpPr/>
        <p:nvPr/>
      </p:nvGrpSpPr>
      <p:grpSpPr>
        <a:xfrm>
          <a:off x="0" y="0"/>
          <a:ext cx="0" cy="0"/>
          <a:chOff x="0" y="0"/>
          <a:chExt cx="0" cy="0"/>
        </a:xfrm>
      </p:grpSpPr>
      <p:sp>
        <p:nvSpPr>
          <p:cNvPr id="256" name="Google Shape;256;g1e1b4d88e7e_0_10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7" name="Google Shape;257;g1e1b4d88e7e_0_10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8"/>
        <p:cNvGrpSpPr/>
        <p:nvPr/>
      </p:nvGrpSpPr>
      <p:grpSpPr>
        <a:xfrm>
          <a:off x="0" y="0"/>
          <a:ext cx="0" cy="0"/>
          <a:chOff x="0" y="0"/>
          <a:chExt cx="0" cy="0"/>
        </a:xfrm>
      </p:grpSpPr>
      <p:sp>
        <p:nvSpPr>
          <p:cNvPr id="309" name="Google Shape;309;gc6ac5e8787_0_7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0" name="Google Shape;310;gc6ac5e8787_0_7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6"/>
        <p:cNvGrpSpPr/>
        <p:nvPr/>
      </p:nvGrpSpPr>
      <p:grpSpPr>
        <a:xfrm>
          <a:off x="0" y="0"/>
          <a:ext cx="0" cy="0"/>
          <a:chOff x="0" y="0"/>
          <a:chExt cx="0" cy="0"/>
        </a:xfrm>
      </p:grpSpPr>
      <p:sp>
        <p:nvSpPr>
          <p:cNvPr id="327" name="Google Shape;327;g1e1b4d88e7e_1_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8" name="Google Shape;328;g1e1b4d88e7e_1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4"/>
        <p:cNvGrpSpPr/>
        <p:nvPr/>
      </p:nvGrpSpPr>
      <p:grpSpPr>
        <a:xfrm>
          <a:off x="0" y="0"/>
          <a:ext cx="0" cy="0"/>
          <a:chOff x="0" y="0"/>
          <a:chExt cx="0" cy="0"/>
        </a:xfrm>
      </p:grpSpPr>
      <p:sp>
        <p:nvSpPr>
          <p:cNvPr id="335" name="Google Shape;335;g1e1b4d88e7e_0_4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6" name="Google Shape;336;g1e1b4d88e7e_0_4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4"/>
        <p:cNvGrpSpPr/>
        <p:nvPr/>
      </p:nvGrpSpPr>
      <p:grpSpPr>
        <a:xfrm>
          <a:off x="0" y="0"/>
          <a:ext cx="0" cy="0"/>
          <a:chOff x="0" y="0"/>
          <a:chExt cx="0" cy="0"/>
        </a:xfrm>
      </p:grpSpPr>
      <p:sp>
        <p:nvSpPr>
          <p:cNvPr id="375" name="Google Shape;375;g1e1b4d88e7e_0_8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6" name="Google Shape;376;g1e1b4d88e7e_0_8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7"/>
        <p:cNvGrpSpPr/>
        <p:nvPr/>
      </p:nvGrpSpPr>
      <p:grpSpPr>
        <a:xfrm>
          <a:off x="0" y="0"/>
          <a:ext cx="0" cy="0"/>
          <a:chOff x="0" y="0"/>
          <a:chExt cx="0" cy="0"/>
        </a:xfrm>
      </p:grpSpPr>
      <p:sp>
        <p:nvSpPr>
          <p:cNvPr id="618" name="Google Shape;618;g1e1b4d88e7e_1_8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9" name="Google Shape;619;g1e1b4d88e7e_1_8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5"/>
        <p:cNvGrpSpPr/>
        <p:nvPr/>
      </p:nvGrpSpPr>
      <p:grpSpPr>
        <a:xfrm>
          <a:off x="0" y="0"/>
          <a:ext cx="0" cy="0"/>
          <a:chOff x="0" y="0"/>
          <a:chExt cx="0" cy="0"/>
        </a:xfrm>
      </p:grpSpPr>
      <p:sp>
        <p:nvSpPr>
          <p:cNvPr id="646" name="Google Shape;646;g1e1b4d88e7e_0_11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7" name="Google Shape;647;g1e1b4d88e7e_0_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0"/>
        <p:cNvGrpSpPr/>
        <p:nvPr/>
      </p:nvGrpSpPr>
      <p:grpSpPr>
        <a:xfrm>
          <a:off x="0" y="0"/>
          <a:ext cx="0" cy="0"/>
          <a:chOff x="0" y="0"/>
          <a:chExt cx="0" cy="0"/>
        </a:xfrm>
      </p:grpSpPr>
      <p:sp>
        <p:nvSpPr>
          <p:cNvPr id="671" name="Google Shape;671;g1e1b4d88e7e_0_5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2" name="Google Shape;672;g1e1b4d88e7e_0_5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0"/>
        <p:cNvGrpSpPr/>
        <p:nvPr/>
      </p:nvGrpSpPr>
      <p:grpSpPr>
        <a:xfrm>
          <a:off x="0" y="0"/>
          <a:ext cx="0" cy="0"/>
          <a:chOff x="0" y="0"/>
          <a:chExt cx="0" cy="0"/>
        </a:xfrm>
      </p:grpSpPr>
      <p:sp>
        <p:nvSpPr>
          <p:cNvPr id="691" name="Google Shape;691;g1e1b4d88e7e_1_4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2" name="Google Shape;692;g1e1b4d88e7e_1_4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7"/>
        <p:cNvGrpSpPr/>
        <p:nvPr/>
      </p:nvGrpSpPr>
      <p:grpSpPr>
        <a:xfrm>
          <a:off x="0" y="0"/>
          <a:ext cx="0" cy="0"/>
          <a:chOff x="0" y="0"/>
          <a:chExt cx="0" cy="0"/>
        </a:xfrm>
      </p:grpSpPr>
      <p:sp>
        <p:nvSpPr>
          <p:cNvPr id="698" name="Google Shape;698;g1e1b4d88e7e_1_4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9" name="Google Shape;699;g1e1b4d88e7e_1_4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9"/>
        <p:cNvGrpSpPr/>
        <p:nvPr/>
      </p:nvGrpSpPr>
      <p:grpSpPr>
        <a:xfrm>
          <a:off x="0" y="0"/>
          <a:ext cx="0" cy="0"/>
          <a:chOff x="0" y="0"/>
          <a:chExt cx="0" cy="0"/>
        </a:xfrm>
      </p:grpSpPr>
      <p:sp>
        <p:nvSpPr>
          <p:cNvPr id="720" name="Google Shape;720;g1e1b4d88e7e_0_8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1" name="Google Shape;721;g1e1b4d88e7e_0_8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4"/>
        <p:cNvGrpSpPr/>
        <p:nvPr/>
      </p:nvGrpSpPr>
      <p:grpSpPr>
        <a:xfrm>
          <a:off x="0" y="0"/>
          <a:ext cx="0" cy="0"/>
          <a:chOff x="0" y="0"/>
          <a:chExt cx="0" cy="0"/>
        </a:xfrm>
      </p:grpSpPr>
      <p:sp>
        <p:nvSpPr>
          <p:cNvPr id="735" name="Google Shape;735;g877b642fd3_0_2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6" name="Google Shape;736;g877b642fd3_0_2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4"/>
        <p:cNvGrpSpPr/>
        <p:nvPr/>
      </p:nvGrpSpPr>
      <p:grpSpPr>
        <a:xfrm>
          <a:off x="0" y="0"/>
          <a:ext cx="0" cy="0"/>
          <a:chOff x="0" y="0"/>
          <a:chExt cx="0" cy="0"/>
        </a:xfrm>
      </p:grpSpPr>
      <p:sp>
        <p:nvSpPr>
          <p:cNvPr id="745" name="Google Shape;745;g1e1b4d88e7e_1_5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6" name="Google Shape;746;g1e1b4d88e7e_1_5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2"/>
        <p:cNvGrpSpPr/>
        <p:nvPr/>
      </p:nvGrpSpPr>
      <p:grpSpPr>
        <a:xfrm>
          <a:off x="0" y="0"/>
          <a:ext cx="0" cy="0"/>
          <a:chOff x="0" y="0"/>
          <a:chExt cx="0" cy="0"/>
        </a:xfrm>
      </p:grpSpPr>
      <p:sp>
        <p:nvSpPr>
          <p:cNvPr id="753" name="Google Shape;753;g1e1b4d88e7e_1_5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4" name="Google Shape;754;g1e1b4d88e7e_1_5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5"/>
        <p:cNvGrpSpPr/>
        <p:nvPr/>
      </p:nvGrpSpPr>
      <p:grpSpPr>
        <a:xfrm>
          <a:off x="0" y="0"/>
          <a:ext cx="0" cy="0"/>
          <a:chOff x="0" y="0"/>
          <a:chExt cx="0" cy="0"/>
        </a:xfrm>
      </p:grpSpPr>
      <p:sp>
        <p:nvSpPr>
          <p:cNvPr id="796" name="Google Shape;796;g1e1b4d88e7e_0_14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7" name="Google Shape;797;g1e1b4d88e7e_0_14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1"/>
        <p:cNvGrpSpPr/>
        <p:nvPr/>
      </p:nvGrpSpPr>
      <p:grpSpPr>
        <a:xfrm>
          <a:off x="0" y="0"/>
          <a:ext cx="0" cy="0"/>
          <a:chOff x="0" y="0"/>
          <a:chExt cx="0" cy="0"/>
        </a:xfrm>
      </p:grpSpPr>
      <p:sp>
        <p:nvSpPr>
          <p:cNvPr id="812" name="Google Shape;812;g1e1b4d88e7e_1_6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3" name="Google Shape;813;g1e1b4d88e7e_1_6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2"/>
        <p:cNvGrpSpPr/>
        <p:nvPr/>
      </p:nvGrpSpPr>
      <p:grpSpPr>
        <a:xfrm>
          <a:off x="0" y="0"/>
          <a:ext cx="0" cy="0"/>
          <a:chOff x="0" y="0"/>
          <a:chExt cx="0" cy="0"/>
        </a:xfrm>
      </p:grpSpPr>
      <p:sp>
        <p:nvSpPr>
          <p:cNvPr id="863" name="Google Shape;863;g1e1b4d88e7e_0_13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 name="Google Shape;864;g1e1b4d88e7e_0_13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6"/>
        <p:cNvGrpSpPr/>
        <p:nvPr/>
      </p:nvGrpSpPr>
      <p:grpSpPr>
        <a:xfrm>
          <a:off x="0" y="0"/>
          <a:ext cx="0" cy="0"/>
          <a:chOff x="0" y="0"/>
          <a:chExt cx="0" cy="0"/>
        </a:xfrm>
      </p:grpSpPr>
      <p:sp>
        <p:nvSpPr>
          <p:cNvPr id="887" name="Google Shape;887;g1e1b4d88e7e_0_14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8" name="Google Shape;888;g1e1b4d88e7e_0_14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4"/>
        <p:cNvGrpSpPr/>
        <p:nvPr/>
      </p:nvGrpSpPr>
      <p:grpSpPr>
        <a:xfrm>
          <a:off x="0" y="0"/>
          <a:ext cx="0" cy="0"/>
          <a:chOff x="0" y="0"/>
          <a:chExt cx="0" cy="0"/>
        </a:xfrm>
      </p:grpSpPr>
      <p:sp>
        <p:nvSpPr>
          <p:cNvPr id="945" name="Google Shape;945;g1e1b4d88e7e_0_14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6" name="Google Shape;946;g1e1b4d88e7e_0_14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2"/>
        <p:cNvGrpSpPr/>
        <p:nvPr/>
      </p:nvGrpSpPr>
      <p:grpSpPr>
        <a:xfrm>
          <a:off x="0" y="0"/>
          <a:ext cx="0" cy="0"/>
          <a:chOff x="0" y="0"/>
          <a:chExt cx="0" cy="0"/>
        </a:xfrm>
      </p:grpSpPr>
      <p:sp>
        <p:nvSpPr>
          <p:cNvPr id="953" name="Google Shape;953;g1e1b4d88e7e_1_123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 name="Google Shape;954;g1e1b4d88e7e_1_123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8"/>
        <p:cNvGrpSpPr/>
        <p:nvPr/>
      </p:nvGrpSpPr>
      <p:grpSpPr>
        <a:xfrm>
          <a:off x="0" y="0"/>
          <a:ext cx="0" cy="0"/>
          <a:chOff x="0" y="0"/>
          <a:chExt cx="0" cy="0"/>
        </a:xfrm>
      </p:grpSpPr>
      <p:sp>
        <p:nvSpPr>
          <p:cNvPr id="959" name="Google Shape;959;g1e1b4d88e7e_1_123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0" name="Google Shape;960;g1e1b4d88e7e_1_123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4"/>
        <p:cNvGrpSpPr/>
        <p:nvPr/>
      </p:nvGrpSpPr>
      <p:grpSpPr>
        <a:xfrm>
          <a:off x="0" y="0"/>
          <a:ext cx="0" cy="0"/>
          <a:chOff x="0" y="0"/>
          <a:chExt cx="0" cy="0"/>
        </a:xfrm>
      </p:grpSpPr>
      <p:sp>
        <p:nvSpPr>
          <p:cNvPr id="965" name="Google Shape;965;g1e1b4d88e7e_1_123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6" name="Google Shape;966;g1e1b4d88e7e_1_123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
        <p:cNvGrpSpPr/>
        <p:nvPr/>
      </p:nvGrpSpPr>
      <p:grpSpPr>
        <a:xfrm>
          <a:off x="0" y="0"/>
          <a:ext cx="0" cy="0"/>
          <a:chOff x="0" y="0"/>
          <a:chExt cx="0" cy="0"/>
        </a:xfrm>
      </p:grpSpPr>
      <p:sp>
        <p:nvSpPr>
          <p:cNvPr id="985" name="Google Shape;985;g1e1b4d88e7e_1_123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6" name="Google Shape;986;g1e1b4d88e7e_1_123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0"/>
        <p:cNvGrpSpPr/>
        <p:nvPr/>
      </p:nvGrpSpPr>
      <p:grpSpPr>
        <a:xfrm>
          <a:off x="0" y="0"/>
          <a:ext cx="0" cy="0"/>
          <a:chOff x="0" y="0"/>
          <a:chExt cx="0" cy="0"/>
        </a:xfrm>
      </p:grpSpPr>
      <p:sp>
        <p:nvSpPr>
          <p:cNvPr id="1001" name="Google Shape;1001;g1e1b4d88e7e_1_123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2" name="Google Shape;1002;g1e1b4d88e7e_1_123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7"/>
        <p:cNvGrpSpPr/>
        <p:nvPr/>
      </p:nvGrpSpPr>
      <p:grpSpPr>
        <a:xfrm>
          <a:off x="0" y="0"/>
          <a:ext cx="0" cy="0"/>
          <a:chOff x="0" y="0"/>
          <a:chExt cx="0" cy="0"/>
        </a:xfrm>
      </p:grpSpPr>
      <p:sp>
        <p:nvSpPr>
          <p:cNvPr id="1338" name="Google Shape;1338;g1e1b4d88e7e_1_127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9" name="Google Shape;1339;g1e1b4d88e7e_1_127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51"/>
        <p:cNvGrpSpPr/>
        <p:nvPr/>
      </p:nvGrpSpPr>
      <p:grpSpPr>
        <a:xfrm>
          <a:off x="0" y="0"/>
          <a:ext cx="0" cy="0"/>
          <a:chOff x="0" y="0"/>
          <a:chExt cx="0" cy="0"/>
        </a:xfrm>
      </p:grpSpPr>
      <p:sp>
        <p:nvSpPr>
          <p:cNvPr id="7252" name="Google Shape;7252;g1e1b4d88e7e_1_186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53" name="Google Shape;7253;g1e1b4d88e7e_1_186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8"/>
        <p:cNvGrpSpPr/>
        <p:nvPr/>
      </p:nvGrpSpPr>
      <p:grpSpPr>
        <a:xfrm>
          <a:off x="0" y="0"/>
          <a:ext cx="0" cy="0"/>
          <a:chOff x="0" y="0"/>
          <a:chExt cx="0" cy="0"/>
        </a:xfrm>
      </p:grpSpPr>
      <p:sp>
        <p:nvSpPr>
          <p:cNvPr id="7679" name="Google Shape;7679;g1e1b4d88e7e_1_190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80" name="Google Shape;7680;g1e1b4d88e7e_1_190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41"/>
        <p:cNvGrpSpPr/>
        <p:nvPr/>
      </p:nvGrpSpPr>
      <p:grpSpPr>
        <a:xfrm>
          <a:off x="0" y="0"/>
          <a:ext cx="0" cy="0"/>
          <a:chOff x="0" y="0"/>
          <a:chExt cx="0" cy="0"/>
        </a:xfrm>
      </p:grpSpPr>
      <p:sp>
        <p:nvSpPr>
          <p:cNvPr id="7842" name="Google Shape;7842;g1e1b4d88e7e_1_192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43" name="Google Shape;7843;g1e1b4d88e7e_1_19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43"/>
        <p:cNvGrpSpPr/>
        <p:nvPr/>
      </p:nvGrpSpPr>
      <p:grpSpPr>
        <a:xfrm>
          <a:off x="0" y="0"/>
          <a:ext cx="0" cy="0"/>
          <a:chOff x="0" y="0"/>
          <a:chExt cx="0" cy="0"/>
        </a:xfrm>
      </p:grpSpPr>
      <p:sp>
        <p:nvSpPr>
          <p:cNvPr id="8244" name="Google Shape;8244;g1e1b4d88e7e_1_196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45" name="Google Shape;8245;g1e1b4d88e7e_1_196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14"/>
        <p:cNvGrpSpPr/>
        <p:nvPr/>
      </p:nvGrpSpPr>
      <p:grpSpPr>
        <a:xfrm>
          <a:off x="0" y="0"/>
          <a:ext cx="0" cy="0"/>
          <a:chOff x="0" y="0"/>
          <a:chExt cx="0" cy="0"/>
        </a:xfrm>
      </p:grpSpPr>
      <p:sp>
        <p:nvSpPr>
          <p:cNvPr id="8615" name="Google Shape;8615;g1e1b4d88e7e_1_199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16" name="Google Shape;8616;g1e1b4d88e7e_1_199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28"/>
        <p:cNvGrpSpPr/>
        <p:nvPr/>
      </p:nvGrpSpPr>
      <p:grpSpPr>
        <a:xfrm>
          <a:off x="0" y="0"/>
          <a:ext cx="0" cy="0"/>
          <a:chOff x="0" y="0"/>
          <a:chExt cx="0" cy="0"/>
        </a:xfrm>
      </p:grpSpPr>
      <p:sp>
        <p:nvSpPr>
          <p:cNvPr id="8929" name="Google Shape;8929;g1e1b4d88e7e_1_203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0" name="Google Shape;8930;g1e1b4d88e7e_1_203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19"/>
        <p:cNvGrpSpPr/>
        <p:nvPr/>
      </p:nvGrpSpPr>
      <p:grpSpPr>
        <a:xfrm>
          <a:off x="0" y="0"/>
          <a:ext cx="0" cy="0"/>
          <a:chOff x="0" y="0"/>
          <a:chExt cx="0" cy="0"/>
        </a:xfrm>
      </p:grpSpPr>
      <p:sp>
        <p:nvSpPr>
          <p:cNvPr id="9220" name="Google Shape;9220;g1e1b4d88e7e_1_205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21" name="Google Shape;9221;g1e1b4d88e7e_1_205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78"/>
        <p:cNvGrpSpPr/>
        <p:nvPr/>
      </p:nvGrpSpPr>
      <p:grpSpPr>
        <a:xfrm>
          <a:off x="0" y="0"/>
          <a:ext cx="0" cy="0"/>
          <a:chOff x="0" y="0"/>
          <a:chExt cx="0" cy="0"/>
        </a:xfrm>
      </p:grpSpPr>
      <p:sp>
        <p:nvSpPr>
          <p:cNvPr id="9579" name="Google Shape;9579;g1e1b4d88e7e_1_209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80" name="Google Shape;9580;g1e1b4d88e7e_1_209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95"/>
        <p:cNvGrpSpPr/>
        <p:nvPr/>
      </p:nvGrpSpPr>
      <p:grpSpPr>
        <a:xfrm>
          <a:off x="0" y="0"/>
          <a:ext cx="0" cy="0"/>
          <a:chOff x="0" y="0"/>
          <a:chExt cx="0" cy="0"/>
        </a:xfrm>
      </p:grpSpPr>
      <p:sp>
        <p:nvSpPr>
          <p:cNvPr id="9996" name="Google Shape;9996;g1e1b4d88e7e_1_213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97" name="Google Shape;9997;g1e1b4d88e7e_1_213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5"/>
        <p:cNvGrpSpPr/>
        <p:nvPr/>
      </p:nvGrpSpPr>
      <p:grpSpPr>
        <a:xfrm>
          <a:off x="0" y="0"/>
          <a:ext cx="0" cy="0"/>
          <a:chOff x="0" y="0"/>
          <a:chExt cx="0" cy="0"/>
        </a:xfrm>
      </p:grpSpPr>
      <p:sp>
        <p:nvSpPr>
          <p:cNvPr id="10336" name="Google Shape;10336;g1e1b4d88e7e_1_217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37" name="Google Shape;10337;g1e1b4d88e7e_1_217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23"/>
        <p:cNvGrpSpPr/>
        <p:nvPr/>
      </p:nvGrpSpPr>
      <p:grpSpPr>
        <a:xfrm>
          <a:off x="0" y="0"/>
          <a:ext cx="0" cy="0"/>
          <a:chOff x="0" y="0"/>
          <a:chExt cx="0" cy="0"/>
        </a:xfrm>
      </p:grpSpPr>
      <p:sp>
        <p:nvSpPr>
          <p:cNvPr id="10524" name="Google Shape;10524;g1e1b4d88e7e_1_218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25" name="Google Shape;10525;g1e1b4d88e7e_1_218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69"/>
        <p:cNvGrpSpPr/>
        <p:nvPr/>
      </p:nvGrpSpPr>
      <p:grpSpPr>
        <a:xfrm>
          <a:off x="0" y="0"/>
          <a:ext cx="0" cy="0"/>
          <a:chOff x="0" y="0"/>
          <a:chExt cx="0" cy="0"/>
        </a:xfrm>
      </p:grpSpPr>
      <p:sp>
        <p:nvSpPr>
          <p:cNvPr id="10770" name="Google Shape;10770;g1e1b4d88e7e_1_233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71" name="Google Shape;10771;g1e1b4d88e7e_1_233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5" Type="http://schemas.openxmlformats.org/officeDocument/2006/relationships/image" Target="../media/image19.png"/><Relationship Id="rId4" Type="http://schemas.openxmlformats.org/officeDocument/2006/relationships/hyperlink" Target="http://bit.ly/2TtBDfr" TargetMode="Externa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22375" y="1437489"/>
            <a:ext cx="5493900" cy="1845300"/>
          </a:xfrm>
          <a:prstGeom prst="rect">
            <a:avLst/>
          </a:prstGeom>
        </p:spPr>
        <p:txBody>
          <a:bodyPr spcFirstLastPara="1" wrap="square" lIns="91425" tIns="91425" rIns="91425" bIns="91425" anchor="b" anchorCtr="0">
            <a:noAutofit/>
          </a:bodyPr>
          <a:lstStyle>
            <a:lvl1pPr lvl="0" rtl="0">
              <a:spcBef>
                <a:spcPts val="0"/>
              </a:spcBef>
              <a:spcAft>
                <a:spcPts val="0"/>
              </a:spcAft>
              <a:buSzPts val="5500"/>
              <a:buNone/>
              <a:defRPr sz="50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722375" y="3620525"/>
            <a:ext cx="2737200" cy="639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pic>
        <p:nvPicPr>
          <p:cNvPr id="11" name="Google Shape;11;p2"/>
          <p:cNvPicPr preferRelativeResize="0"/>
          <p:nvPr/>
        </p:nvPicPr>
        <p:blipFill>
          <a:blip r:embed="rId2">
            <a:alphaModFix/>
          </a:blip>
          <a:stretch>
            <a:fillRect/>
          </a:stretch>
        </p:blipFill>
        <p:spPr>
          <a:xfrm>
            <a:off x="3872984" y="-841973"/>
            <a:ext cx="6315055" cy="6830566"/>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pic>
        <p:nvPicPr>
          <p:cNvPr id="13" name="Google Shape;13;p3"/>
          <p:cNvPicPr preferRelativeResize="0"/>
          <p:nvPr/>
        </p:nvPicPr>
        <p:blipFill rotWithShape="1">
          <a:blip r:embed="rId2">
            <a:alphaModFix/>
          </a:blip>
          <a:srcRect l="64606"/>
          <a:stretch/>
        </p:blipFill>
        <p:spPr>
          <a:xfrm>
            <a:off x="5907622" y="0"/>
            <a:ext cx="3236398" cy="5143476"/>
          </a:xfrm>
          <a:prstGeom prst="rect">
            <a:avLst/>
          </a:prstGeom>
          <a:noFill/>
          <a:ln>
            <a:noFill/>
          </a:ln>
        </p:spPr>
      </p:pic>
      <p:sp>
        <p:nvSpPr>
          <p:cNvPr id="14" name="Google Shape;14;p3"/>
          <p:cNvSpPr txBox="1">
            <a:spLocks noGrp="1"/>
          </p:cNvSpPr>
          <p:nvPr>
            <p:ph type="title"/>
          </p:nvPr>
        </p:nvSpPr>
        <p:spPr>
          <a:xfrm>
            <a:off x="722375" y="2135225"/>
            <a:ext cx="4845900" cy="1677300"/>
          </a:xfrm>
          <a:prstGeom prst="rect">
            <a:avLst/>
          </a:prstGeom>
        </p:spPr>
        <p:txBody>
          <a:bodyPr spcFirstLastPara="1" wrap="square" lIns="91425" tIns="91425" rIns="91425" bIns="91425" anchor="b" anchorCtr="0">
            <a:noAutofit/>
          </a:bodyPr>
          <a:lstStyle>
            <a:lvl1pPr lvl="0" rtl="0">
              <a:spcBef>
                <a:spcPts val="0"/>
              </a:spcBef>
              <a:spcAft>
                <a:spcPts val="0"/>
              </a:spcAft>
              <a:buSzPts val="7000"/>
              <a:buNone/>
              <a:defRPr sz="5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endParaRPr/>
          </a:p>
        </p:txBody>
      </p:sp>
      <p:sp>
        <p:nvSpPr>
          <p:cNvPr id="15" name="Google Shape;15;p3"/>
          <p:cNvSpPr txBox="1">
            <a:spLocks noGrp="1"/>
          </p:cNvSpPr>
          <p:nvPr>
            <p:ph type="title" idx="2" hasCustomPrompt="1"/>
          </p:nvPr>
        </p:nvSpPr>
        <p:spPr>
          <a:xfrm>
            <a:off x="827275" y="699912"/>
            <a:ext cx="1313100" cy="1316700"/>
          </a:xfrm>
          <a:prstGeom prst="rect">
            <a:avLst/>
          </a:prstGeom>
          <a:solidFill>
            <a:schemeClr val="accent2"/>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5000"/>
              <a:buNone/>
              <a:defRPr sz="5000">
                <a:solidFill>
                  <a:schemeClr val="dk1"/>
                </a:solidFill>
              </a:defRPr>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r>
              <a:t>xx%</a:t>
            </a:r>
          </a:p>
        </p:txBody>
      </p:sp>
      <p:sp>
        <p:nvSpPr>
          <p:cNvPr id="16" name="Google Shape;16;p3"/>
          <p:cNvSpPr txBox="1">
            <a:spLocks noGrp="1"/>
          </p:cNvSpPr>
          <p:nvPr>
            <p:ph type="subTitle" idx="1"/>
          </p:nvPr>
        </p:nvSpPr>
        <p:spPr>
          <a:xfrm>
            <a:off x="722375" y="4172050"/>
            <a:ext cx="4845900" cy="4281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None/>
              <a:defRPr sz="1600"/>
            </a:lvl1pPr>
            <a:lvl2pPr lvl="1">
              <a:lnSpc>
                <a:spcPct val="100000"/>
              </a:lnSpc>
              <a:spcBef>
                <a:spcPts val="0"/>
              </a:spcBef>
              <a:spcAft>
                <a:spcPts val="0"/>
              </a:spcAft>
              <a:buNone/>
              <a:defRPr sz="1600"/>
            </a:lvl2pPr>
            <a:lvl3pPr lvl="2">
              <a:lnSpc>
                <a:spcPct val="100000"/>
              </a:lnSpc>
              <a:spcBef>
                <a:spcPts val="0"/>
              </a:spcBef>
              <a:spcAft>
                <a:spcPts val="0"/>
              </a:spcAft>
              <a:buNone/>
              <a:defRPr sz="1600"/>
            </a:lvl3pPr>
            <a:lvl4pPr lvl="3">
              <a:lnSpc>
                <a:spcPct val="100000"/>
              </a:lnSpc>
              <a:spcBef>
                <a:spcPts val="0"/>
              </a:spcBef>
              <a:spcAft>
                <a:spcPts val="0"/>
              </a:spcAft>
              <a:buNone/>
              <a:defRPr sz="1600"/>
            </a:lvl4pPr>
            <a:lvl5pPr lvl="4">
              <a:lnSpc>
                <a:spcPct val="100000"/>
              </a:lnSpc>
              <a:spcBef>
                <a:spcPts val="0"/>
              </a:spcBef>
              <a:spcAft>
                <a:spcPts val="0"/>
              </a:spcAft>
              <a:buNone/>
              <a:defRPr sz="1600"/>
            </a:lvl5pPr>
            <a:lvl6pPr lvl="5">
              <a:lnSpc>
                <a:spcPct val="100000"/>
              </a:lnSpc>
              <a:spcBef>
                <a:spcPts val="0"/>
              </a:spcBef>
              <a:spcAft>
                <a:spcPts val="0"/>
              </a:spcAft>
              <a:buNone/>
              <a:defRPr sz="1600"/>
            </a:lvl6pPr>
            <a:lvl7pPr lvl="6">
              <a:lnSpc>
                <a:spcPct val="100000"/>
              </a:lnSpc>
              <a:spcBef>
                <a:spcPts val="0"/>
              </a:spcBef>
              <a:spcAft>
                <a:spcPts val="0"/>
              </a:spcAft>
              <a:buNone/>
              <a:defRPr sz="1600"/>
            </a:lvl7pPr>
            <a:lvl8pPr lvl="7">
              <a:lnSpc>
                <a:spcPct val="100000"/>
              </a:lnSpc>
              <a:spcBef>
                <a:spcPts val="0"/>
              </a:spcBef>
              <a:spcAft>
                <a:spcPts val="0"/>
              </a:spcAft>
              <a:buNone/>
              <a:defRPr sz="1600"/>
            </a:lvl8pPr>
            <a:lvl9pPr lvl="8">
              <a:lnSpc>
                <a:spcPct val="100000"/>
              </a:lnSpc>
              <a:spcBef>
                <a:spcPts val="0"/>
              </a:spcBef>
              <a:spcAft>
                <a:spcPts val="0"/>
              </a:spcAft>
              <a:buNone/>
              <a:defRPr sz="1600"/>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7"/>
        <p:cNvGrpSpPr/>
        <p:nvPr/>
      </p:nvGrpSpPr>
      <p:grpSpPr>
        <a:xfrm>
          <a:off x="0" y="0"/>
          <a:ext cx="0" cy="0"/>
          <a:chOff x="0" y="0"/>
          <a:chExt cx="0" cy="0"/>
        </a:xfrm>
      </p:grpSpPr>
      <p:sp>
        <p:nvSpPr>
          <p:cNvPr id="18" name="Google Shape;18;p4"/>
          <p:cNvSpPr txBox="1">
            <a:spLocks noGrp="1"/>
          </p:cNvSpPr>
          <p:nvPr>
            <p:ph type="title"/>
          </p:nvPr>
        </p:nvSpPr>
        <p:spPr>
          <a:xfrm>
            <a:off x="720000" y="4638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SzPts val="2600"/>
              <a:buFont typeface="Fredoka One"/>
              <a:buNone/>
              <a:defRPr/>
            </a:lvl1pPr>
            <a:lvl2pPr lvl="1" algn="ctr" rtl="0">
              <a:spcBef>
                <a:spcPts val="0"/>
              </a:spcBef>
              <a:spcAft>
                <a:spcPts val="0"/>
              </a:spcAft>
              <a:buSzPts val="2600"/>
              <a:buFont typeface="Fredoka One"/>
              <a:buNone/>
              <a:defRPr>
                <a:latin typeface="Fredoka One"/>
                <a:ea typeface="Fredoka One"/>
                <a:cs typeface="Fredoka One"/>
                <a:sym typeface="Fredoka One"/>
              </a:defRPr>
            </a:lvl2pPr>
            <a:lvl3pPr lvl="2" algn="ctr" rtl="0">
              <a:spcBef>
                <a:spcPts val="0"/>
              </a:spcBef>
              <a:spcAft>
                <a:spcPts val="0"/>
              </a:spcAft>
              <a:buSzPts val="2600"/>
              <a:buFont typeface="Fredoka One"/>
              <a:buNone/>
              <a:defRPr>
                <a:latin typeface="Fredoka One"/>
                <a:ea typeface="Fredoka One"/>
                <a:cs typeface="Fredoka One"/>
                <a:sym typeface="Fredoka One"/>
              </a:defRPr>
            </a:lvl3pPr>
            <a:lvl4pPr lvl="3" algn="ctr" rtl="0">
              <a:spcBef>
                <a:spcPts val="0"/>
              </a:spcBef>
              <a:spcAft>
                <a:spcPts val="0"/>
              </a:spcAft>
              <a:buSzPts val="2600"/>
              <a:buFont typeface="Fredoka One"/>
              <a:buNone/>
              <a:defRPr>
                <a:latin typeface="Fredoka One"/>
                <a:ea typeface="Fredoka One"/>
                <a:cs typeface="Fredoka One"/>
                <a:sym typeface="Fredoka One"/>
              </a:defRPr>
            </a:lvl4pPr>
            <a:lvl5pPr lvl="4" algn="ctr" rtl="0">
              <a:spcBef>
                <a:spcPts val="0"/>
              </a:spcBef>
              <a:spcAft>
                <a:spcPts val="0"/>
              </a:spcAft>
              <a:buSzPts val="2600"/>
              <a:buFont typeface="Fredoka One"/>
              <a:buNone/>
              <a:defRPr>
                <a:latin typeface="Fredoka One"/>
                <a:ea typeface="Fredoka One"/>
                <a:cs typeface="Fredoka One"/>
                <a:sym typeface="Fredoka One"/>
              </a:defRPr>
            </a:lvl5pPr>
            <a:lvl6pPr lvl="5" algn="ctr" rtl="0">
              <a:spcBef>
                <a:spcPts val="0"/>
              </a:spcBef>
              <a:spcAft>
                <a:spcPts val="0"/>
              </a:spcAft>
              <a:buSzPts val="2600"/>
              <a:buFont typeface="Fredoka One"/>
              <a:buNone/>
              <a:defRPr>
                <a:latin typeface="Fredoka One"/>
                <a:ea typeface="Fredoka One"/>
                <a:cs typeface="Fredoka One"/>
                <a:sym typeface="Fredoka One"/>
              </a:defRPr>
            </a:lvl6pPr>
            <a:lvl7pPr lvl="6" algn="ctr" rtl="0">
              <a:spcBef>
                <a:spcPts val="0"/>
              </a:spcBef>
              <a:spcAft>
                <a:spcPts val="0"/>
              </a:spcAft>
              <a:buSzPts val="2600"/>
              <a:buFont typeface="Fredoka One"/>
              <a:buNone/>
              <a:defRPr>
                <a:latin typeface="Fredoka One"/>
                <a:ea typeface="Fredoka One"/>
                <a:cs typeface="Fredoka One"/>
                <a:sym typeface="Fredoka One"/>
              </a:defRPr>
            </a:lvl7pPr>
            <a:lvl8pPr lvl="7" algn="ctr" rtl="0">
              <a:spcBef>
                <a:spcPts val="0"/>
              </a:spcBef>
              <a:spcAft>
                <a:spcPts val="0"/>
              </a:spcAft>
              <a:buSzPts val="2600"/>
              <a:buFont typeface="Fredoka One"/>
              <a:buNone/>
              <a:defRPr>
                <a:latin typeface="Fredoka One"/>
                <a:ea typeface="Fredoka One"/>
                <a:cs typeface="Fredoka One"/>
                <a:sym typeface="Fredoka One"/>
              </a:defRPr>
            </a:lvl8pPr>
            <a:lvl9pPr lvl="8" algn="ctr" rtl="0">
              <a:spcBef>
                <a:spcPts val="0"/>
              </a:spcBef>
              <a:spcAft>
                <a:spcPts val="0"/>
              </a:spcAft>
              <a:buSzPts val="2600"/>
              <a:buFont typeface="Fredoka One"/>
              <a:buNone/>
              <a:defRPr>
                <a:latin typeface="Fredoka One"/>
                <a:ea typeface="Fredoka One"/>
                <a:cs typeface="Fredoka One"/>
                <a:sym typeface="Fredoka One"/>
              </a:defRPr>
            </a:lvl9pPr>
          </a:lstStyle>
          <a:p>
            <a:endParaRPr/>
          </a:p>
        </p:txBody>
      </p:sp>
      <p:sp>
        <p:nvSpPr>
          <p:cNvPr id="19" name="Google Shape;19;p4"/>
          <p:cNvSpPr txBox="1">
            <a:spLocks noGrp="1"/>
          </p:cNvSpPr>
          <p:nvPr>
            <p:ph type="body" idx="1"/>
          </p:nvPr>
        </p:nvSpPr>
        <p:spPr>
          <a:xfrm>
            <a:off x="720000" y="1401575"/>
            <a:ext cx="2788200" cy="32070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a:lvl1pPr>
            <a:lvl2pPr marL="914400" lvl="1" indent="-317500" rtl="0">
              <a:lnSpc>
                <a:spcPct val="100000"/>
              </a:lnSpc>
              <a:spcBef>
                <a:spcPts val="1000"/>
              </a:spcBef>
              <a:spcAft>
                <a:spcPts val="0"/>
              </a:spcAft>
              <a:buSzPts val="1400"/>
              <a:buFont typeface="Roboto Condensed Light"/>
              <a:buChar char="○"/>
              <a:defRPr/>
            </a:lvl2pPr>
            <a:lvl3pPr marL="1371600" lvl="2" indent="-317500" rtl="0">
              <a:lnSpc>
                <a:spcPct val="100000"/>
              </a:lnSpc>
              <a:spcBef>
                <a:spcPts val="0"/>
              </a:spcBef>
              <a:spcAft>
                <a:spcPts val="0"/>
              </a:spcAft>
              <a:buSzPts val="1400"/>
              <a:buFont typeface="Roboto Condensed Light"/>
              <a:buChar char="■"/>
              <a:defRPr/>
            </a:lvl3pPr>
            <a:lvl4pPr marL="1828800" lvl="3" indent="-317500" rtl="0">
              <a:lnSpc>
                <a:spcPct val="100000"/>
              </a:lnSpc>
              <a:spcBef>
                <a:spcPts val="0"/>
              </a:spcBef>
              <a:spcAft>
                <a:spcPts val="0"/>
              </a:spcAft>
              <a:buSzPts val="1400"/>
              <a:buFont typeface="Roboto Condensed Light"/>
              <a:buChar char="●"/>
              <a:defRPr/>
            </a:lvl4pPr>
            <a:lvl5pPr marL="2286000" lvl="4" indent="-317500" rtl="0">
              <a:lnSpc>
                <a:spcPct val="100000"/>
              </a:lnSpc>
              <a:spcBef>
                <a:spcPts val="0"/>
              </a:spcBef>
              <a:spcAft>
                <a:spcPts val="0"/>
              </a:spcAft>
              <a:buSzPts val="1400"/>
              <a:buFont typeface="Roboto Condensed Light"/>
              <a:buChar char="○"/>
              <a:defRPr/>
            </a:lvl5pPr>
            <a:lvl6pPr marL="2743200" lvl="5" indent="-317500" rtl="0">
              <a:lnSpc>
                <a:spcPct val="100000"/>
              </a:lnSpc>
              <a:spcBef>
                <a:spcPts val="0"/>
              </a:spcBef>
              <a:spcAft>
                <a:spcPts val="0"/>
              </a:spcAft>
              <a:buSzPts val="1400"/>
              <a:buFont typeface="Roboto Condensed Light"/>
              <a:buChar char="■"/>
              <a:defRPr/>
            </a:lvl6pPr>
            <a:lvl7pPr marL="3200400" lvl="6" indent="-317500" rtl="0">
              <a:lnSpc>
                <a:spcPct val="100000"/>
              </a:lnSpc>
              <a:spcBef>
                <a:spcPts val="0"/>
              </a:spcBef>
              <a:spcAft>
                <a:spcPts val="0"/>
              </a:spcAft>
              <a:buSzPts val="1400"/>
              <a:buFont typeface="Roboto Condensed Light"/>
              <a:buChar char="●"/>
              <a:defRPr/>
            </a:lvl7pPr>
            <a:lvl8pPr marL="3657600" lvl="7" indent="-317500" rtl="0">
              <a:lnSpc>
                <a:spcPct val="100000"/>
              </a:lnSpc>
              <a:spcBef>
                <a:spcPts val="0"/>
              </a:spcBef>
              <a:spcAft>
                <a:spcPts val="0"/>
              </a:spcAft>
              <a:buSzPts val="1400"/>
              <a:buFont typeface="Roboto Condensed Light"/>
              <a:buChar char="○"/>
              <a:defRPr/>
            </a:lvl8pPr>
            <a:lvl9pPr marL="4114800" lvl="8" indent="-317500" rtl="0">
              <a:lnSpc>
                <a:spcPct val="100000"/>
              </a:lnSpc>
              <a:spcBef>
                <a:spcPts val="0"/>
              </a:spcBef>
              <a:spcAft>
                <a:spcPts val="0"/>
              </a:spcAft>
              <a:buSzPts val="1400"/>
              <a:buFont typeface="Roboto Condensed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0"/>
        <p:cNvGrpSpPr/>
        <p:nvPr/>
      </p:nvGrpSpPr>
      <p:grpSpPr>
        <a:xfrm>
          <a:off x="0" y="0"/>
          <a:ext cx="0" cy="0"/>
          <a:chOff x="0" y="0"/>
          <a:chExt cx="0" cy="0"/>
        </a:xfrm>
      </p:grpSpPr>
      <p:pic>
        <p:nvPicPr>
          <p:cNvPr id="21" name="Google Shape;21;p5"/>
          <p:cNvPicPr preferRelativeResize="0"/>
          <p:nvPr/>
        </p:nvPicPr>
        <p:blipFill rotWithShape="1">
          <a:blip r:embed="rId2">
            <a:alphaModFix/>
          </a:blip>
          <a:srcRect l="82300"/>
          <a:stretch/>
        </p:blipFill>
        <p:spPr>
          <a:xfrm>
            <a:off x="7525527" y="0"/>
            <a:ext cx="1618473" cy="5143499"/>
          </a:xfrm>
          <a:prstGeom prst="rect">
            <a:avLst/>
          </a:prstGeom>
          <a:noFill/>
          <a:ln>
            <a:noFill/>
          </a:ln>
        </p:spPr>
      </p:pic>
      <p:sp>
        <p:nvSpPr>
          <p:cNvPr id="22" name="Google Shape;22;p5"/>
          <p:cNvSpPr txBox="1">
            <a:spLocks noGrp="1"/>
          </p:cNvSpPr>
          <p:nvPr>
            <p:ph type="title"/>
          </p:nvPr>
        </p:nvSpPr>
        <p:spPr>
          <a:xfrm>
            <a:off x="720000" y="463800"/>
            <a:ext cx="77016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lvl1pPr>
            <a:lvl2pPr lvl="1"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9pPr>
          </a:lstStyle>
          <a:p>
            <a:endParaRPr/>
          </a:p>
        </p:txBody>
      </p:sp>
      <p:sp>
        <p:nvSpPr>
          <p:cNvPr id="23" name="Google Shape;23;p5"/>
          <p:cNvSpPr txBox="1">
            <a:spLocks noGrp="1"/>
          </p:cNvSpPr>
          <p:nvPr>
            <p:ph type="body" idx="1"/>
          </p:nvPr>
        </p:nvSpPr>
        <p:spPr>
          <a:xfrm>
            <a:off x="720000" y="1250800"/>
            <a:ext cx="7701600" cy="19311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a:lvl1pPr>
            <a:lvl2pPr marL="914400" lvl="1" indent="-317500" rtl="0">
              <a:lnSpc>
                <a:spcPct val="100000"/>
              </a:lnSpc>
              <a:spcBef>
                <a:spcPts val="1000"/>
              </a:spcBef>
              <a:spcAft>
                <a:spcPts val="0"/>
              </a:spcAft>
              <a:buSzPts val="1400"/>
              <a:buFont typeface="Roboto Condensed Light"/>
              <a:buChar char="○"/>
              <a:defRPr/>
            </a:lvl2pPr>
            <a:lvl3pPr marL="1371600" lvl="2" indent="-317500" rtl="0">
              <a:lnSpc>
                <a:spcPct val="100000"/>
              </a:lnSpc>
              <a:spcBef>
                <a:spcPts val="0"/>
              </a:spcBef>
              <a:spcAft>
                <a:spcPts val="0"/>
              </a:spcAft>
              <a:buSzPts val="1400"/>
              <a:buFont typeface="Roboto Condensed Light"/>
              <a:buChar char="■"/>
              <a:defRPr/>
            </a:lvl3pPr>
            <a:lvl4pPr marL="1828800" lvl="3" indent="-317500" rtl="0">
              <a:lnSpc>
                <a:spcPct val="100000"/>
              </a:lnSpc>
              <a:spcBef>
                <a:spcPts val="0"/>
              </a:spcBef>
              <a:spcAft>
                <a:spcPts val="0"/>
              </a:spcAft>
              <a:buSzPts val="1400"/>
              <a:buFont typeface="Roboto Condensed Light"/>
              <a:buChar char="●"/>
              <a:defRPr/>
            </a:lvl4pPr>
            <a:lvl5pPr marL="2286000" lvl="4" indent="-317500" rtl="0">
              <a:lnSpc>
                <a:spcPct val="100000"/>
              </a:lnSpc>
              <a:spcBef>
                <a:spcPts val="0"/>
              </a:spcBef>
              <a:spcAft>
                <a:spcPts val="0"/>
              </a:spcAft>
              <a:buSzPts val="1400"/>
              <a:buFont typeface="Roboto Condensed Light"/>
              <a:buChar char="○"/>
              <a:defRPr/>
            </a:lvl5pPr>
            <a:lvl6pPr marL="2743200" lvl="5" indent="-317500" rtl="0">
              <a:lnSpc>
                <a:spcPct val="100000"/>
              </a:lnSpc>
              <a:spcBef>
                <a:spcPts val="0"/>
              </a:spcBef>
              <a:spcAft>
                <a:spcPts val="0"/>
              </a:spcAft>
              <a:buSzPts val="1400"/>
              <a:buFont typeface="Roboto Condensed Light"/>
              <a:buChar char="■"/>
              <a:defRPr/>
            </a:lvl6pPr>
            <a:lvl7pPr marL="3200400" lvl="6" indent="-317500" rtl="0">
              <a:lnSpc>
                <a:spcPct val="100000"/>
              </a:lnSpc>
              <a:spcBef>
                <a:spcPts val="0"/>
              </a:spcBef>
              <a:spcAft>
                <a:spcPts val="0"/>
              </a:spcAft>
              <a:buSzPts val="1400"/>
              <a:buFont typeface="Roboto Condensed Light"/>
              <a:buChar char="●"/>
              <a:defRPr/>
            </a:lvl7pPr>
            <a:lvl8pPr marL="3657600" lvl="7" indent="-317500" rtl="0">
              <a:lnSpc>
                <a:spcPct val="100000"/>
              </a:lnSpc>
              <a:spcBef>
                <a:spcPts val="0"/>
              </a:spcBef>
              <a:spcAft>
                <a:spcPts val="0"/>
              </a:spcAft>
              <a:buSzPts val="1400"/>
              <a:buFont typeface="Roboto Condensed Light"/>
              <a:buChar char="○"/>
              <a:defRPr/>
            </a:lvl8pPr>
            <a:lvl9pPr marL="4114800" lvl="8" indent="-317500" rtl="0">
              <a:lnSpc>
                <a:spcPct val="100000"/>
              </a:lnSpc>
              <a:spcBef>
                <a:spcPts val="0"/>
              </a:spcBef>
              <a:spcAft>
                <a:spcPts val="0"/>
              </a:spcAft>
              <a:buSzPts val="1400"/>
              <a:buFont typeface="Roboto Condensed Light"/>
              <a:buChar char="■"/>
              <a:defRPr/>
            </a:lvl9pPr>
          </a:lstStyle>
          <a:p>
            <a:endParaRPr/>
          </a:p>
        </p:txBody>
      </p:sp>
      <p:sp>
        <p:nvSpPr>
          <p:cNvPr id="24" name="Google Shape;24;p5"/>
          <p:cNvSpPr txBox="1">
            <a:spLocks noGrp="1"/>
          </p:cNvSpPr>
          <p:nvPr>
            <p:ph type="title" idx="2"/>
          </p:nvPr>
        </p:nvSpPr>
        <p:spPr>
          <a:xfrm>
            <a:off x="721200" y="3410212"/>
            <a:ext cx="77016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lvl1pPr>
            <a:lvl2pPr lvl="1"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9pPr>
          </a:lstStyle>
          <a:p>
            <a:endParaRPr/>
          </a:p>
        </p:txBody>
      </p:sp>
      <p:sp>
        <p:nvSpPr>
          <p:cNvPr id="25" name="Google Shape;25;p5"/>
          <p:cNvSpPr txBox="1">
            <a:spLocks noGrp="1"/>
          </p:cNvSpPr>
          <p:nvPr>
            <p:ph type="body" idx="3"/>
          </p:nvPr>
        </p:nvSpPr>
        <p:spPr>
          <a:xfrm>
            <a:off x="721200" y="4197212"/>
            <a:ext cx="7701600" cy="4218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a:lvl1pPr>
            <a:lvl2pPr marL="914400" lvl="1" indent="-317500" rtl="0">
              <a:lnSpc>
                <a:spcPct val="100000"/>
              </a:lnSpc>
              <a:spcBef>
                <a:spcPts val="1000"/>
              </a:spcBef>
              <a:spcAft>
                <a:spcPts val="0"/>
              </a:spcAft>
              <a:buSzPts val="1400"/>
              <a:buFont typeface="Roboto Condensed Light"/>
              <a:buChar char="○"/>
              <a:defRPr/>
            </a:lvl2pPr>
            <a:lvl3pPr marL="1371600" lvl="2" indent="-317500" rtl="0">
              <a:lnSpc>
                <a:spcPct val="100000"/>
              </a:lnSpc>
              <a:spcBef>
                <a:spcPts val="0"/>
              </a:spcBef>
              <a:spcAft>
                <a:spcPts val="0"/>
              </a:spcAft>
              <a:buSzPts val="1400"/>
              <a:buFont typeface="Roboto Condensed Light"/>
              <a:buChar char="■"/>
              <a:defRPr/>
            </a:lvl3pPr>
            <a:lvl4pPr marL="1828800" lvl="3" indent="-317500" rtl="0">
              <a:lnSpc>
                <a:spcPct val="100000"/>
              </a:lnSpc>
              <a:spcBef>
                <a:spcPts val="0"/>
              </a:spcBef>
              <a:spcAft>
                <a:spcPts val="0"/>
              </a:spcAft>
              <a:buSzPts val="1400"/>
              <a:buFont typeface="Roboto Condensed Light"/>
              <a:buChar char="●"/>
              <a:defRPr/>
            </a:lvl4pPr>
            <a:lvl5pPr marL="2286000" lvl="4" indent="-317500" rtl="0">
              <a:lnSpc>
                <a:spcPct val="100000"/>
              </a:lnSpc>
              <a:spcBef>
                <a:spcPts val="0"/>
              </a:spcBef>
              <a:spcAft>
                <a:spcPts val="0"/>
              </a:spcAft>
              <a:buSzPts val="1400"/>
              <a:buFont typeface="Roboto Condensed Light"/>
              <a:buChar char="○"/>
              <a:defRPr/>
            </a:lvl5pPr>
            <a:lvl6pPr marL="2743200" lvl="5" indent="-317500" rtl="0">
              <a:lnSpc>
                <a:spcPct val="100000"/>
              </a:lnSpc>
              <a:spcBef>
                <a:spcPts val="0"/>
              </a:spcBef>
              <a:spcAft>
                <a:spcPts val="0"/>
              </a:spcAft>
              <a:buSzPts val="1400"/>
              <a:buFont typeface="Roboto Condensed Light"/>
              <a:buChar char="■"/>
              <a:defRPr/>
            </a:lvl6pPr>
            <a:lvl7pPr marL="3200400" lvl="6" indent="-317500" rtl="0">
              <a:lnSpc>
                <a:spcPct val="100000"/>
              </a:lnSpc>
              <a:spcBef>
                <a:spcPts val="0"/>
              </a:spcBef>
              <a:spcAft>
                <a:spcPts val="0"/>
              </a:spcAft>
              <a:buSzPts val="1400"/>
              <a:buFont typeface="Roboto Condensed Light"/>
              <a:buChar char="●"/>
              <a:defRPr/>
            </a:lvl7pPr>
            <a:lvl8pPr marL="3657600" lvl="7" indent="-317500" rtl="0">
              <a:lnSpc>
                <a:spcPct val="100000"/>
              </a:lnSpc>
              <a:spcBef>
                <a:spcPts val="0"/>
              </a:spcBef>
              <a:spcAft>
                <a:spcPts val="0"/>
              </a:spcAft>
              <a:buSzPts val="1400"/>
              <a:buFont typeface="Roboto Condensed Light"/>
              <a:buChar char="○"/>
              <a:defRPr/>
            </a:lvl8pPr>
            <a:lvl9pPr marL="4114800" lvl="8" indent="-317500" rtl="0">
              <a:lnSpc>
                <a:spcPct val="100000"/>
              </a:lnSpc>
              <a:spcBef>
                <a:spcPts val="0"/>
              </a:spcBef>
              <a:spcAft>
                <a:spcPts val="0"/>
              </a:spcAft>
              <a:buSzPts val="1400"/>
              <a:buFont typeface="Roboto Condensed Light"/>
              <a:buChar char="■"/>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6"/>
        <p:cNvGrpSpPr/>
        <p:nvPr/>
      </p:nvGrpSpPr>
      <p:grpSpPr>
        <a:xfrm>
          <a:off x="0" y="0"/>
          <a:ext cx="0" cy="0"/>
          <a:chOff x="0" y="0"/>
          <a:chExt cx="0" cy="0"/>
        </a:xfrm>
      </p:grpSpPr>
      <p:pic>
        <p:nvPicPr>
          <p:cNvPr id="27" name="Google Shape;27;p6"/>
          <p:cNvPicPr preferRelativeResize="0"/>
          <p:nvPr/>
        </p:nvPicPr>
        <p:blipFill>
          <a:blip r:embed="rId2">
            <a:alphaModFix/>
          </a:blip>
          <a:stretch>
            <a:fillRect/>
          </a:stretch>
        </p:blipFill>
        <p:spPr>
          <a:xfrm>
            <a:off x="0" y="0"/>
            <a:ext cx="9144003" cy="5143501"/>
          </a:xfrm>
          <a:prstGeom prst="rect">
            <a:avLst/>
          </a:prstGeom>
          <a:noFill/>
          <a:ln>
            <a:noFill/>
          </a:ln>
        </p:spPr>
      </p:pic>
      <p:sp>
        <p:nvSpPr>
          <p:cNvPr id="28" name="Google Shape;28;p6"/>
          <p:cNvSpPr txBox="1">
            <a:spLocks noGrp="1"/>
          </p:cNvSpPr>
          <p:nvPr>
            <p:ph type="title"/>
          </p:nvPr>
        </p:nvSpPr>
        <p:spPr>
          <a:xfrm>
            <a:off x="720000" y="4638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lvl1pPr>
            <a:lvl2pPr lvl="1"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9"/>
        <p:cNvGrpSpPr/>
        <p:nvPr/>
      </p:nvGrpSpPr>
      <p:grpSpPr>
        <a:xfrm>
          <a:off x="0" y="0"/>
          <a:ext cx="0" cy="0"/>
          <a:chOff x="0" y="0"/>
          <a:chExt cx="0" cy="0"/>
        </a:xfrm>
      </p:grpSpPr>
      <p:pic>
        <p:nvPicPr>
          <p:cNvPr id="30" name="Google Shape;30;p7"/>
          <p:cNvPicPr preferRelativeResize="0"/>
          <p:nvPr/>
        </p:nvPicPr>
        <p:blipFill>
          <a:blip r:embed="rId2">
            <a:alphaModFix/>
          </a:blip>
          <a:stretch>
            <a:fillRect/>
          </a:stretch>
        </p:blipFill>
        <p:spPr>
          <a:xfrm>
            <a:off x="0" y="0"/>
            <a:ext cx="9144003" cy="5143484"/>
          </a:xfrm>
          <a:prstGeom prst="rect">
            <a:avLst/>
          </a:prstGeom>
          <a:noFill/>
          <a:ln>
            <a:noFill/>
          </a:ln>
        </p:spPr>
      </p:pic>
      <p:sp>
        <p:nvSpPr>
          <p:cNvPr id="31" name="Google Shape;31;p7"/>
          <p:cNvSpPr txBox="1">
            <a:spLocks noGrp="1"/>
          </p:cNvSpPr>
          <p:nvPr>
            <p:ph type="subTitle" idx="1"/>
          </p:nvPr>
        </p:nvSpPr>
        <p:spPr>
          <a:xfrm>
            <a:off x="1200675" y="2398589"/>
            <a:ext cx="2790600" cy="105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32" name="Google Shape;32;p7"/>
          <p:cNvSpPr txBox="1">
            <a:spLocks noGrp="1"/>
          </p:cNvSpPr>
          <p:nvPr>
            <p:ph type="title"/>
          </p:nvPr>
        </p:nvSpPr>
        <p:spPr>
          <a:xfrm>
            <a:off x="1200675" y="1670017"/>
            <a:ext cx="2790600" cy="595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a:lvl1pPr>
            <a:lvl2pPr lvl="1" rtl="0">
              <a:spcBef>
                <a:spcPts val="0"/>
              </a:spcBef>
              <a:spcAft>
                <a:spcPts val="0"/>
              </a:spcAft>
              <a:buSzPts val="2600"/>
              <a:buFont typeface="Palanquin Dark"/>
              <a:buNone/>
              <a:defRPr>
                <a:latin typeface="Palanquin Dark"/>
                <a:ea typeface="Palanquin Dark"/>
                <a:cs typeface="Palanquin Dark"/>
                <a:sym typeface="Palanquin Dark"/>
              </a:defRPr>
            </a:lvl2pPr>
            <a:lvl3pPr lvl="2" rtl="0">
              <a:spcBef>
                <a:spcPts val="0"/>
              </a:spcBef>
              <a:spcAft>
                <a:spcPts val="0"/>
              </a:spcAft>
              <a:buSzPts val="2600"/>
              <a:buFont typeface="Palanquin Dark"/>
              <a:buNone/>
              <a:defRPr>
                <a:latin typeface="Palanquin Dark"/>
                <a:ea typeface="Palanquin Dark"/>
                <a:cs typeface="Palanquin Dark"/>
                <a:sym typeface="Palanquin Dark"/>
              </a:defRPr>
            </a:lvl3pPr>
            <a:lvl4pPr lvl="3" rtl="0">
              <a:spcBef>
                <a:spcPts val="0"/>
              </a:spcBef>
              <a:spcAft>
                <a:spcPts val="0"/>
              </a:spcAft>
              <a:buSzPts val="2600"/>
              <a:buFont typeface="Palanquin Dark"/>
              <a:buNone/>
              <a:defRPr>
                <a:latin typeface="Palanquin Dark"/>
                <a:ea typeface="Palanquin Dark"/>
                <a:cs typeface="Palanquin Dark"/>
                <a:sym typeface="Palanquin Dark"/>
              </a:defRPr>
            </a:lvl4pPr>
            <a:lvl5pPr lvl="4" rtl="0">
              <a:spcBef>
                <a:spcPts val="0"/>
              </a:spcBef>
              <a:spcAft>
                <a:spcPts val="0"/>
              </a:spcAft>
              <a:buSzPts val="2600"/>
              <a:buFont typeface="Palanquin Dark"/>
              <a:buNone/>
              <a:defRPr>
                <a:latin typeface="Palanquin Dark"/>
                <a:ea typeface="Palanquin Dark"/>
                <a:cs typeface="Palanquin Dark"/>
                <a:sym typeface="Palanquin Dark"/>
              </a:defRPr>
            </a:lvl5pPr>
            <a:lvl6pPr lvl="5" rtl="0">
              <a:spcBef>
                <a:spcPts val="0"/>
              </a:spcBef>
              <a:spcAft>
                <a:spcPts val="0"/>
              </a:spcAft>
              <a:buSzPts val="2600"/>
              <a:buFont typeface="Palanquin Dark"/>
              <a:buNone/>
              <a:defRPr>
                <a:latin typeface="Palanquin Dark"/>
                <a:ea typeface="Palanquin Dark"/>
                <a:cs typeface="Palanquin Dark"/>
                <a:sym typeface="Palanquin Dark"/>
              </a:defRPr>
            </a:lvl6pPr>
            <a:lvl7pPr lvl="6" rtl="0">
              <a:spcBef>
                <a:spcPts val="0"/>
              </a:spcBef>
              <a:spcAft>
                <a:spcPts val="0"/>
              </a:spcAft>
              <a:buSzPts val="2600"/>
              <a:buFont typeface="Palanquin Dark"/>
              <a:buNone/>
              <a:defRPr>
                <a:latin typeface="Palanquin Dark"/>
                <a:ea typeface="Palanquin Dark"/>
                <a:cs typeface="Palanquin Dark"/>
                <a:sym typeface="Palanquin Dark"/>
              </a:defRPr>
            </a:lvl7pPr>
            <a:lvl8pPr lvl="7" rtl="0">
              <a:spcBef>
                <a:spcPts val="0"/>
              </a:spcBef>
              <a:spcAft>
                <a:spcPts val="0"/>
              </a:spcAft>
              <a:buSzPts val="2600"/>
              <a:buFont typeface="Palanquin Dark"/>
              <a:buNone/>
              <a:defRPr>
                <a:latin typeface="Palanquin Dark"/>
                <a:ea typeface="Palanquin Dark"/>
                <a:cs typeface="Palanquin Dark"/>
                <a:sym typeface="Palanquin Dark"/>
              </a:defRPr>
            </a:lvl8pPr>
            <a:lvl9pPr lvl="8" rtl="0">
              <a:spcBef>
                <a:spcPts val="0"/>
              </a:spcBef>
              <a:spcAft>
                <a:spcPts val="0"/>
              </a:spcAft>
              <a:buSzPts val="2600"/>
              <a:buFont typeface="Palanquin Dark"/>
              <a:buNone/>
              <a:defRPr>
                <a:latin typeface="Palanquin Dark"/>
                <a:ea typeface="Palanquin Dark"/>
                <a:cs typeface="Palanquin Dark"/>
                <a:sym typeface="Palanquin Dark"/>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3"/>
        <p:cNvGrpSpPr/>
        <p:nvPr/>
      </p:nvGrpSpPr>
      <p:grpSpPr>
        <a:xfrm>
          <a:off x="0" y="0"/>
          <a:ext cx="0" cy="0"/>
          <a:chOff x="0" y="0"/>
          <a:chExt cx="0" cy="0"/>
        </a:xfrm>
      </p:grpSpPr>
      <p:sp>
        <p:nvSpPr>
          <p:cNvPr id="34" name="Google Shape;34;p8"/>
          <p:cNvSpPr txBox="1">
            <a:spLocks noGrp="1"/>
          </p:cNvSpPr>
          <p:nvPr>
            <p:ph type="title"/>
          </p:nvPr>
        </p:nvSpPr>
        <p:spPr>
          <a:xfrm>
            <a:off x="1714950" y="1460850"/>
            <a:ext cx="5714100" cy="2221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6000"/>
              <a:buNone/>
              <a:defRPr sz="6000"/>
            </a:lvl1pPr>
            <a:lvl2pPr lvl="1" rtl="0">
              <a:lnSpc>
                <a:spcPct val="100000"/>
              </a:lnSpc>
              <a:spcBef>
                <a:spcPts val="0"/>
              </a:spcBef>
              <a:spcAft>
                <a:spcPts val="0"/>
              </a:spcAft>
              <a:buSzPts val="2600"/>
              <a:buNone/>
              <a:defRPr/>
            </a:lvl2pPr>
            <a:lvl3pPr lvl="2" rtl="0">
              <a:lnSpc>
                <a:spcPct val="100000"/>
              </a:lnSpc>
              <a:spcBef>
                <a:spcPts val="0"/>
              </a:spcBef>
              <a:spcAft>
                <a:spcPts val="0"/>
              </a:spcAft>
              <a:buSzPts val="2600"/>
              <a:buNone/>
              <a:defRPr/>
            </a:lvl3pPr>
            <a:lvl4pPr lvl="3" rtl="0">
              <a:lnSpc>
                <a:spcPct val="100000"/>
              </a:lnSpc>
              <a:spcBef>
                <a:spcPts val="0"/>
              </a:spcBef>
              <a:spcAft>
                <a:spcPts val="0"/>
              </a:spcAft>
              <a:buSzPts val="2600"/>
              <a:buNone/>
              <a:defRPr/>
            </a:lvl4pPr>
            <a:lvl5pPr lvl="4" rtl="0">
              <a:lnSpc>
                <a:spcPct val="100000"/>
              </a:lnSpc>
              <a:spcBef>
                <a:spcPts val="0"/>
              </a:spcBef>
              <a:spcAft>
                <a:spcPts val="0"/>
              </a:spcAft>
              <a:buSzPts val="2600"/>
              <a:buNone/>
              <a:defRPr/>
            </a:lvl5pPr>
            <a:lvl6pPr lvl="5" rtl="0">
              <a:lnSpc>
                <a:spcPct val="100000"/>
              </a:lnSpc>
              <a:spcBef>
                <a:spcPts val="0"/>
              </a:spcBef>
              <a:spcAft>
                <a:spcPts val="0"/>
              </a:spcAft>
              <a:buSzPts val="2600"/>
              <a:buNone/>
              <a:defRPr/>
            </a:lvl6pPr>
            <a:lvl7pPr lvl="6" rtl="0">
              <a:lnSpc>
                <a:spcPct val="100000"/>
              </a:lnSpc>
              <a:spcBef>
                <a:spcPts val="0"/>
              </a:spcBef>
              <a:spcAft>
                <a:spcPts val="0"/>
              </a:spcAft>
              <a:buSzPts val="2600"/>
              <a:buNone/>
              <a:defRPr/>
            </a:lvl7pPr>
            <a:lvl8pPr lvl="7" rtl="0">
              <a:lnSpc>
                <a:spcPct val="100000"/>
              </a:lnSpc>
              <a:spcBef>
                <a:spcPts val="0"/>
              </a:spcBef>
              <a:spcAft>
                <a:spcPts val="0"/>
              </a:spcAft>
              <a:buSzPts val="2600"/>
              <a:buNone/>
              <a:defRPr/>
            </a:lvl8pPr>
            <a:lvl9pPr lvl="8" rtl="0">
              <a:lnSpc>
                <a:spcPct val="100000"/>
              </a:lnSpc>
              <a:spcBef>
                <a:spcPts val="0"/>
              </a:spcBef>
              <a:spcAft>
                <a:spcPts val="0"/>
              </a:spcAft>
              <a:buSzPts val="2600"/>
              <a:buNone/>
              <a:defRPr/>
            </a:lvl9pPr>
          </a:lstStyle>
          <a:p>
            <a:endParaRPr/>
          </a:p>
        </p:txBody>
      </p:sp>
      <p:pic>
        <p:nvPicPr>
          <p:cNvPr id="35" name="Google Shape;35;p8"/>
          <p:cNvPicPr preferRelativeResize="0"/>
          <p:nvPr/>
        </p:nvPicPr>
        <p:blipFill rotWithShape="1">
          <a:blip r:embed="rId2">
            <a:alphaModFix/>
          </a:blip>
          <a:srcRect l="82300"/>
          <a:stretch/>
        </p:blipFill>
        <p:spPr>
          <a:xfrm flipH="1">
            <a:off x="2" y="0"/>
            <a:ext cx="1618473" cy="5143499"/>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0"/>
        <p:cNvGrpSpPr/>
        <p:nvPr/>
      </p:nvGrpSpPr>
      <p:grpSpPr>
        <a:xfrm>
          <a:off x="0" y="0"/>
          <a:ext cx="0" cy="0"/>
          <a:chOff x="0" y="0"/>
          <a:chExt cx="0" cy="0"/>
        </a:xfrm>
      </p:grpSpPr>
      <p:sp>
        <p:nvSpPr>
          <p:cNvPr id="41" name="Google Shape;41;p10"/>
          <p:cNvSpPr>
            <a:spLocks noGrp="1"/>
          </p:cNvSpPr>
          <p:nvPr>
            <p:ph type="pic" idx="2"/>
          </p:nvPr>
        </p:nvSpPr>
        <p:spPr>
          <a:xfrm>
            <a:off x="0" y="0"/>
            <a:ext cx="9144000" cy="5143500"/>
          </a:xfrm>
          <a:prstGeom prst="rect">
            <a:avLst/>
          </a:prstGeom>
          <a:noFill/>
          <a:ln>
            <a:noFill/>
          </a:ln>
        </p:spPr>
      </p:sp>
      <p:sp>
        <p:nvSpPr>
          <p:cNvPr id="42" name="Google Shape;42;p10"/>
          <p:cNvSpPr txBox="1">
            <a:spLocks noGrp="1"/>
          </p:cNvSpPr>
          <p:nvPr>
            <p:ph type="title"/>
          </p:nvPr>
        </p:nvSpPr>
        <p:spPr>
          <a:xfrm>
            <a:off x="720000" y="4638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highlight>
                  <a:schemeClr val="dk1"/>
                </a:highlight>
              </a:defRPr>
            </a:lvl1pPr>
            <a:lvl2pPr lvl="1" algn="ctr" rtl="0">
              <a:spcBef>
                <a:spcPts val="0"/>
              </a:spcBef>
              <a:spcAft>
                <a:spcPts val="0"/>
              </a:spcAft>
              <a:buClr>
                <a:schemeClr val="dk1"/>
              </a:buClr>
              <a:buSzPts val="2600"/>
              <a:buFont typeface="Fredoka One"/>
              <a:buNone/>
              <a:defRPr>
                <a:solidFill>
                  <a:schemeClr val="dk1"/>
                </a:solidFill>
                <a:highlight>
                  <a:schemeClr val="dk1"/>
                </a:highlight>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highlight>
                  <a:schemeClr val="dk1"/>
                </a:highlight>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highlight>
                  <a:schemeClr val="dk1"/>
                </a:highlight>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highlight>
                  <a:schemeClr val="dk1"/>
                </a:highlight>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highlight>
                  <a:schemeClr val="dk1"/>
                </a:highlight>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highlight>
                  <a:schemeClr val="dk1"/>
                </a:highlight>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highlight>
                  <a:schemeClr val="dk1"/>
                </a:highlight>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highlight>
                  <a:schemeClr val="dk1"/>
                </a:highlight>
                <a:latin typeface="Fredoka One"/>
                <a:ea typeface="Fredoka One"/>
                <a:cs typeface="Fredoka One"/>
                <a:sym typeface="Fredoka 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3"/>
        <p:cNvGrpSpPr/>
        <p:nvPr/>
      </p:nvGrpSpPr>
      <p:grpSpPr>
        <a:xfrm>
          <a:off x="0" y="0"/>
          <a:ext cx="0" cy="0"/>
          <a:chOff x="0" y="0"/>
          <a:chExt cx="0" cy="0"/>
        </a:xfrm>
      </p:grpSpPr>
      <p:pic>
        <p:nvPicPr>
          <p:cNvPr id="44" name="Google Shape;44;p11"/>
          <p:cNvPicPr preferRelativeResize="0"/>
          <p:nvPr/>
        </p:nvPicPr>
        <p:blipFill>
          <a:blip r:embed="rId2">
            <a:alphaModFix/>
          </a:blip>
          <a:stretch>
            <a:fillRect/>
          </a:stretch>
        </p:blipFill>
        <p:spPr>
          <a:xfrm>
            <a:off x="0" y="0"/>
            <a:ext cx="9144003" cy="5143484"/>
          </a:xfrm>
          <a:prstGeom prst="rect">
            <a:avLst/>
          </a:prstGeom>
          <a:noFill/>
          <a:ln>
            <a:noFill/>
          </a:ln>
        </p:spPr>
      </p:pic>
      <p:sp>
        <p:nvSpPr>
          <p:cNvPr id="45" name="Google Shape;45;p11"/>
          <p:cNvSpPr txBox="1">
            <a:spLocks noGrp="1"/>
          </p:cNvSpPr>
          <p:nvPr>
            <p:ph type="title" hasCustomPrompt="1"/>
          </p:nvPr>
        </p:nvSpPr>
        <p:spPr>
          <a:xfrm>
            <a:off x="1468050" y="1667365"/>
            <a:ext cx="6207900" cy="1255500"/>
          </a:xfrm>
          <a:prstGeom prst="rect">
            <a:avLst/>
          </a:prstGeom>
        </p:spPr>
        <p:txBody>
          <a:bodyPr spcFirstLastPara="1" wrap="square" lIns="91425" tIns="91425" rIns="91425" bIns="91425" anchor="ctr" anchorCtr="0">
            <a:noAutofit/>
          </a:bodyPr>
          <a:lstStyle>
            <a:lvl1pPr lvl="0" algn="ctr">
              <a:spcBef>
                <a:spcPts val="0"/>
              </a:spcBef>
              <a:spcAft>
                <a:spcPts val="0"/>
              </a:spcAft>
              <a:buSzPts val="8500"/>
              <a:buNone/>
              <a:defRPr sz="8500"/>
            </a:lvl1pPr>
            <a:lvl2pPr lvl="1">
              <a:spcBef>
                <a:spcPts val="0"/>
              </a:spcBef>
              <a:spcAft>
                <a:spcPts val="0"/>
              </a:spcAft>
              <a:buSzPts val="8000"/>
              <a:buNone/>
              <a:defRPr sz="8000"/>
            </a:lvl2pPr>
            <a:lvl3pPr lvl="2">
              <a:spcBef>
                <a:spcPts val="0"/>
              </a:spcBef>
              <a:spcAft>
                <a:spcPts val="0"/>
              </a:spcAft>
              <a:buSzPts val="8000"/>
              <a:buNone/>
              <a:defRPr sz="8000"/>
            </a:lvl3pPr>
            <a:lvl4pPr lvl="3">
              <a:spcBef>
                <a:spcPts val="0"/>
              </a:spcBef>
              <a:spcAft>
                <a:spcPts val="0"/>
              </a:spcAft>
              <a:buSzPts val="8000"/>
              <a:buNone/>
              <a:defRPr sz="8000"/>
            </a:lvl4pPr>
            <a:lvl5pPr lvl="4">
              <a:spcBef>
                <a:spcPts val="0"/>
              </a:spcBef>
              <a:spcAft>
                <a:spcPts val="0"/>
              </a:spcAft>
              <a:buSzPts val="8000"/>
              <a:buNone/>
              <a:defRPr sz="8000"/>
            </a:lvl5pPr>
            <a:lvl6pPr lvl="5">
              <a:spcBef>
                <a:spcPts val="0"/>
              </a:spcBef>
              <a:spcAft>
                <a:spcPts val="0"/>
              </a:spcAft>
              <a:buSzPts val="8000"/>
              <a:buNone/>
              <a:defRPr sz="8000"/>
            </a:lvl6pPr>
            <a:lvl7pPr lvl="6">
              <a:spcBef>
                <a:spcPts val="0"/>
              </a:spcBef>
              <a:spcAft>
                <a:spcPts val="0"/>
              </a:spcAft>
              <a:buSzPts val="8000"/>
              <a:buNone/>
              <a:defRPr sz="8000"/>
            </a:lvl7pPr>
            <a:lvl8pPr lvl="7">
              <a:spcBef>
                <a:spcPts val="0"/>
              </a:spcBef>
              <a:spcAft>
                <a:spcPts val="0"/>
              </a:spcAft>
              <a:buSzPts val="8000"/>
              <a:buNone/>
              <a:defRPr sz="8000"/>
            </a:lvl8pPr>
            <a:lvl9pPr lvl="8">
              <a:spcBef>
                <a:spcPts val="0"/>
              </a:spcBef>
              <a:spcAft>
                <a:spcPts val="0"/>
              </a:spcAft>
              <a:buSzPts val="8000"/>
              <a:buNone/>
              <a:defRPr sz="8000"/>
            </a:lvl9pPr>
          </a:lstStyle>
          <a:p>
            <a:r>
              <a:t>xx%</a:t>
            </a:r>
          </a:p>
        </p:txBody>
      </p:sp>
      <p:sp>
        <p:nvSpPr>
          <p:cNvPr id="46" name="Google Shape;46;p11"/>
          <p:cNvSpPr txBox="1">
            <a:spLocks noGrp="1"/>
          </p:cNvSpPr>
          <p:nvPr>
            <p:ph type="subTitle" idx="1"/>
          </p:nvPr>
        </p:nvSpPr>
        <p:spPr>
          <a:xfrm flipH="1">
            <a:off x="1468050" y="2982191"/>
            <a:ext cx="6207900" cy="397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800"/>
            </a:lvl1pPr>
            <a:lvl2pPr lvl="1" algn="ctr" rtl="0">
              <a:lnSpc>
                <a:spcPct val="100000"/>
              </a:lnSpc>
              <a:spcBef>
                <a:spcPts val="0"/>
              </a:spcBef>
              <a:spcAft>
                <a:spcPts val="0"/>
              </a:spcAft>
              <a:buNone/>
              <a:defRPr sz="1800"/>
            </a:lvl2pPr>
            <a:lvl3pPr lvl="2" algn="ctr" rtl="0">
              <a:lnSpc>
                <a:spcPct val="100000"/>
              </a:lnSpc>
              <a:spcBef>
                <a:spcPts val="0"/>
              </a:spcBef>
              <a:spcAft>
                <a:spcPts val="0"/>
              </a:spcAft>
              <a:buNone/>
              <a:defRPr sz="1800"/>
            </a:lvl3pPr>
            <a:lvl4pPr lvl="3" algn="ctr" rtl="0">
              <a:lnSpc>
                <a:spcPct val="100000"/>
              </a:lnSpc>
              <a:spcBef>
                <a:spcPts val="0"/>
              </a:spcBef>
              <a:spcAft>
                <a:spcPts val="0"/>
              </a:spcAft>
              <a:buNone/>
              <a:defRPr sz="1800"/>
            </a:lvl4pPr>
            <a:lvl5pPr lvl="4" algn="ctr" rtl="0">
              <a:lnSpc>
                <a:spcPct val="100000"/>
              </a:lnSpc>
              <a:spcBef>
                <a:spcPts val="0"/>
              </a:spcBef>
              <a:spcAft>
                <a:spcPts val="0"/>
              </a:spcAft>
              <a:buNone/>
              <a:defRPr sz="1800"/>
            </a:lvl5pPr>
            <a:lvl6pPr lvl="5" algn="ctr" rtl="0">
              <a:lnSpc>
                <a:spcPct val="100000"/>
              </a:lnSpc>
              <a:spcBef>
                <a:spcPts val="0"/>
              </a:spcBef>
              <a:spcAft>
                <a:spcPts val="0"/>
              </a:spcAft>
              <a:buNone/>
              <a:defRPr sz="1800"/>
            </a:lvl6pPr>
            <a:lvl7pPr lvl="6" algn="ctr" rtl="0">
              <a:lnSpc>
                <a:spcPct val="100000"/>
              </a:lnSpc>
              <a:spcBef>
                <a:spcPts val="0"/>
              </a:spcBef>
              <a:spcAft>
                <a:spcPts val="0"/>
              </a:spcAft>
              <a:buNone/>
              <a:defRPr sz="1800"/>
            </a:lvl7pPr>
            <a:lvl8pPr lvl="7" algn="ctr" rtl="0">
              <a:lnSpc>
                <a:spcPct val="100000"/>
              </a:lnSpc>
              <a:spcBef>
                <a:spcPts val="0"/>
              </a:spcBef>
              <a:spcAft>
                <a:spcPts val="0"/>
              </a:spcAft>
              <a:buNone/>
              <a:defRPr sz="1800"/>
            </a:lvl8pPr>
            <a:lvl9pPr lvl="8" algn="ctr" rtl="0">
              <a:lnSpc>
                <a:spcPct val="100000"/>
              </a:lnSpc>
              <a:spcBef>
                <a:spcPts val="0"/>
              </a:spcBef>
              <a:spcAft>
                <a:spcPts val="0"/>
              </a:spcAft>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7"/>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Quote">
  <p:cSld name="CUSTOM_18">
    <p:bg>
      <p:bgPr>
        <a:solidFill>
          <a:schemeClr val="accent2"/>
        </a:solidFill>
        <a:effectLst/>
      </p:bgPr>
    </p:bg>
    <p:spTree>
      <p:nvGrpSpPr>
        <p:cNvPr id="1" name="Shape 48"/>
        <p:cNvGrpSpPr/>
        <p:nvPr/>
      </p:nvGrpSpPr>
      <p:grpSpPr>
        <a:xfrm>
          <a:off x="0" y="0"/>
          <a:ext cx="0" cy="0"/>
          <a:chOff x="0" y="0"/>
          <a:chExt cx="0" cy="0"/>
        </a:xfrm>
      </p:grpSpPr>
      <p:sp>
        <p:nvSpPr>
          <p:cNvPr id="49" name="Google Shape;49;p13"/>
          <p:cNvSpPr txBox="1">
            <a:spLocks noGrp="1"/>
          </p:cNvSpPr>
          <p:nvPr>
            <p:ph type="title"/>
          </p:nvPr>
        </p:nvSpPr>
        <p:spPr>
          <a:xfrm>
            <a:off x="722375" y="3296399"/>
            <a:ext cx="4053900" cy="474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900">
                <a:solidFill>
                  <a:schemeClr val="dk1"/>
                </a:solidFill>
              </a:defRPr>
            </a:lvl1pPr>
            <a:lvl2pPr lvl="1" rtl="0">
              <a:spcBef>
                <a:spcPts val="0"/>
              </a:spcBef>
              <a:spcAft>
                <a:spcPts val="0"/>
              </a:spcAft>
              <a:buNone/>
              <a:defRPr sz="1900">
                <a:solidFill>
                  <a:schemeClr val="dk1"/>
                </a:solidFill>
              </a:defRPr>
            </a:lvl2pPr>
            <a:lvl3pPr lvl="2" rtl="0">
              <a:spcBef>
                <a:spcPts val="0"/>
              </a:spcBef>
              <a:spcAft>
                <a:spcPts val="0"/>
              </a:spcAft>
              <a:buNone/>
              <a:defRPr sz="1900">
                <a:solidFill>
                  <a:schemeClr val="dk1"/>
                </a:solidFill>
              </a:defRPr>
            </a:lvl3pPr>
            <a:lvl4pPr lvl="3" rtl="0">
              <a:spcBef>
                <a:spcPts val="0"/>
              </a:spcBef>
              <a:spcAft>
                <a:spcPts val="0"/>
              </a:spcAft>
              <a:buNone/>
              <a:defRPr sz="1900">
                <a:solidFill>
                  <a:schemeClr val="dk1"/>
                </a:solidFill>
              </a:defRPr>
            </a:lvl4pPr>
            <a:lvl5pPr lvl="4" rtl="0">
              <a:spcBef>
                <a:spcPts val="0"/>
              </a:spcBef>
              <a:spcAft>
                <a:spcPts val="0"/>
              </a:spcAft>
              <a:buNone/>
              <a:defRPr sz="1900">
                <a:solidFill>
                  <a:schemeClr val="dk1"/>
                </a:solidFill>
              </a:defRPr>
            </a:lvl5pPr>
            <a:lvl6pPr lvl="5" rtl="0">
              <a:spcBef>
                <a:spcPts val="0"/>
              </a:spcBef>
              <a:spcAft>
                <a:spcPts val="0"/>
              </a:spcAft>
              <a:buNone/>
              <a:defRPr sz="1900">
                <a:solidFill>
                  <a:schemeClr val="dk1"/>
                </a:solidFill>
              </a:defRPr>
            </a:lvl6pPr>
            <a:lvl7pPr lvl="6" rtl="0">
              <a:spcBef>
                <a:spcPts val="0"/>
              </a:spcBef>
              <a:spcAft>
                <a:spcPts val="0"/>
              </a:spcAft>
              <a:buNone/>
              <a:defRPr sz="1900">
                <a:solidFill>
                  <a:schemeClr val="dk1"/>
                </a:solidFill>
              </a:defRPr>
            </a:lvl7pPr>
            <a:lvl8pPr lvl="7" rtl="0">
              <a:spcBef>
                <a:spcPts val="0"/>
              </a:spcBef>
              <a:spcAft>
                <a:spcPts val="0"/>
              </a:spcAft>
              <a:buNone/>
              <a:defRPr sz="1900">
                <a:solidFill>
                  <a:schemeClr val="dk1"/>
                </a:solidFill>
              </a:defRPr>
            </a:lvl8pPr>
            <a:lvl9pPr lvl="8" rtl="0">
              <a:spcBef>
                <a:spcPts val="0"/>
              </a:spcBef>
              <a:spcAft>
                <a:spcPts val="0"/>
              </a:spcAft>
              <a:buNone/>
              <a:defRPr sz="1900">
                <a:solidFill>
                  <a:schemeClr val="dk1"/>
                </a:solidFill>
              </a:defRPr>
            </a:lvl9pPr>
          </a:lstStyle>
          <a:p>
            <a:endParaRPr/>
          </a:p>
        </p:txBody>
      </p:sp>
      <p:sp>
        <p:nvSpPr>
          <p:cNvPr id="50" name="Google Shape;50;p13"/>
          <p:cNvSpPr txBox="1">
            <a:spLocks noGrp="1"/>
          </p:cNvSpPr>
          <p:nvPr>
            <p:ph type="subTitle" idx="1"/>
          </p:nvPr>
        </p:nvSpPr>
        <p:spPr>
          <a:xfrm>
            <a:off x="722375" y="1335650"/>
            <a:ext cx="4053900" cy="15444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200">
                <a:solidFill>
                  <a:schemeClr val="dk1"/>
                </a:solidFill>
              </a:defRPr>
            </a:lvl1pPr>
            <a:lvl2pPr lvl="1" rtl="0">
              <a:spcBef>
                <a:spcPts val="0"/>
              </a:spcBef>
              <a:spcAft>
                <a:spcPts val="0"/>
              </a:spcAft>
              <a:buNone/>
              <a:defRPr sz="2200">
                <a:solidFill>
                  <a:schemeClr val="dk1"/>
                </a:solidFill>
              </a:defRPr>
            </a:lvl2pPr>
            <a:lvl3pPr lvl="2" rtl="0">
              <a:spcBef>
                <a:spcPts val="0"/>
              </a:spcBef>
              <a:spcAft>
                <a:spcPts val="0"/>
              </a:spcAft>
              <a:buNone/>
              <a:defRPr sz="2200">
                <a:solidFill>
                  <a:schemeClr val="dk1"/>
                </a:solidFill>
              </a:defRPr>
            </a:lvl3pPr>
            <a:lvl4pPr lvl="3" rtl="0">
              <a:spcBef>
                <a:spcPts val="0"/>
              </a:spcBef>
              <a:spcAft>
                <a:spcPts val="0"/>
              </a:spcAft>
              <a:buNone/>
              <a:defRPr sz="2200">
                <a:solidFill>
                  <a:schemeClr val="dk1"/>
                </a:solidFill>
              </a:defRPr>
            </a:lvl4pPr>
            <a:lvl5pPr lvl="4" rtl="0">
              <a:spcBef>
                <a:spcPts val="0"/>
              </a:spcBef>
              <a:spcAft>
                <a:spcPts val="0"/>
              </a:spcAft>
              <a:buNone/>
              <a:defRPr sz="2200">
                <a:solidFill>
                  <a:schemeClr val="dk1"/>
                </a:solidFill>
              </a:defRPr>
            </a:lvl5pPr>
            <a:lvl6pPr lvl="5" rtl="0">
              <a:spcBef>
                <a:spcPts val="0"/>
              </a:spcBef>
              <a:spcAft>
                <a:spcPts val="0"/>
              </a:spcAft>
              <a:buNone/>
              <a:defRPr sz="2200">
                <a:solidFill>
                  <a:schemeClr val="dk1"/>
                </a:solidFill>
              </a:defRPr>
            </a:lvl6pPr>
            <a:lvl7pPr lvl="6" rtl="0">
              <a:spcBef>
                <a:spcPts val="0"/>
              </a:spcBef>
              <a:spcAft>
                <a:spcPts val="0"/>
              </a:spcAft>
              <a:buNone/>
              <a:defRPr sz="2200">
                <a:solidFill>
                  <a:schemeClr val="dk1"/>
                </a:solidFill>
              </a:defRPr>
            </a:lvl7pPr>
            <a:lvl8pPr lvl="7" rtl="0">
              <a:spcBef>
                <a:spcPts val="0"/>
              </a:spcBef>
              <a:spcAft>
                <a:spcPts val="0"/>
              </a:spcAft>
              <a:buNone/>
              <a:defRPr sz="2200">
                <a:solidFill>
                  <a:schemeClr val="dk1"/>
                </a:solidFill>
              </a:defRPr>
            </a:lvl8pPr>
            <a:lvl9pPr lvl="8" rtl="0">
              <a:spcBef>
                <a:spcPts val="0"/>
              </a:spcBef>
              <a:spcAft>
                <a:spcPts val="0"/>
              </a:spcAft>
              <a:buNone/>
              <a:defRPr sz="2200">
                <a:solidFill>
                  <a:schemeClr val="dk1"/>
                </a:solidFill>
              </a:defRPr>
            </a:lvl9pPr>
          </a:lstStyle>
          <a:p>
            <a:endParaRPr/>
          </a:p>
        </p:txBody>
      </p:sp>
      <p:pic>
        <p:nvPicPr>
          <p:cNvPr id="51" name="Google Shape;51;p13"/>
          <p:cNvPicPr preferRelativeResize="0"/>
          <p:nvPr/>
        </p:nvPicPr>
        <p:blipFill rotWithShape="1">
          <a:blip r:embed="rId2">
            <a:alphaModFix/>
          </a:blip>
          <a:srcRect l="54174"/>
          <a:stretch/>
        </p:blipFill>
        <p:spPr>
          <a:xfrm>
            <a:off x="4953777" y="0"/>
            <a:ext cx="4190223" cy="5143501"/>
          </a:xfrm>
          <a:prstGeom prst="rect">
            <a:avLst/>
          </a:prstGeom>
          <a:noFill/>
          <a:ln>
            <a:noFill/>
          </a:ln>
        </p:spPr>
      </p:pic>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header 1">
  <p:cSld name="CUSTOM_22_1">
    <p:bg>
      <p:bgPr>
        <a:solidFill>
          <a:schemeClr val="accent2"/>
        </a:solidFill>
        <a:effectLst/>
      </p:bgPr>
    </p:bg>
    <p:spTree>
      <p:nvGrpSpPr>
        <p:cNvPr id="1" name="Shape 52"/>
        <p:cNvGrpSpPr/>
        <p:nvPr/>
      </p:nvGrpSpPr>
      <p:grpSpPr>
        <a:xfrm>
          <a:off x="0" y="0"/>
          <a:ext cx="0" cy="0"/>
          <a:chOff x="0" y="0"/>
          <a:chExt cx="0" cy="0"/>
        </a:xfrm>
      </p:grpSpPr>
      <p:pic>
        <p:nvPicPr>
          <p:cNvPr id="53" name="Google Shape;53;p14"/>
          <p:cNvPicPr preferRelativeResize="0"/>
          <p:nvPr/>
        </p:nvPicPr>
        <p:blipFill rotWithShape="1">
          <a:blip r:embed="rId2">
            <a:alphaModFix/>
          </a:blip>
          <a:srcRect r="49786"/>
          <a:stretch/>
        </p:blipFill>
        <p:spPr>
          <a:xfrm>
            <a:off x="-704650" y="0"/>
            <a:ext cx="4591575" cy="5143476"/>
          </a:xfrm>
          <a:prstGeom prst="rect">
            <a:avLst/>
          </a:prstGeom>
          <a:noFill/>
          <a:ln>
            <a:noFill/>
          </a:ln>
        </p:spPr>
      </p:pic>
      <p:sp>
        <p:nvSpPr>
          <p:cNvPr id="54" name="Google Shape;54;p14"/>
          <p:cNvSpPr txBox="1">
            <a:spLocks noGrp="1"/>
          </p:cNvSpPr>
          <p:nvPr>
            <p:ph type="title"/>
          </p:nvPr>
        </p:nvSpPr>
        <p:spPr>
          <a:xfrm flipH="1">
            <a:off x="3777975" y="2359875"/>
            <a:ext cx="4648200" cy="944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dk1"/>
              </a:buClr>
              <a:buSzPts val="7000"/>
              <a:buNone/>
              <a:defRPr sz="5000">
                <a:solidFill>
                  <a:schemeClr val="dk1"/>
                </a:solidFill>
              </a:defRPr>
            </a:lvl1pPr>
            <a:lvl2pPr lvl="1" algn="ctr" rtl="0">
              <a:lnSpc>
                <a:spcPct val="100000"/>
              </a:lnSpc>
              <a:spcBef>
                <a:spcPts val="0"/>
              </a:spcBef>
              <a:spcAft>
                <a:spcPts val="0"/>
              </a:spcAft>
              <a:buClr>
                <a:schemeClr val="dk1"/>
              </a:buClr>
              <a:buSzPts val="5000"/>
              <a:buNone/>
              <a:defRPr sz="5000">
                <a:solidFill>
                  <a:schemeClr val="dk1"/>
                </a:solidFill>
              </a:defRPr>
            </a:lvl2pPr>
            <a:lvl3pPr lvl="2" algn="ctr" rtl="0">
              <a:lnSpc>
                <a:spcPct val="100000"/>
              </a:lnSpc>
              <a:spcBef>
                <a:spcPts val="0"/>
              </a:spcBef>
              <a:spcAft>
                <a:spcPts val="0"/>
              </a:spcAft>
              <a:buClr>
                <a:schemeClr val="dk1"/>
              </a:buClr>
              <a:buSzPts val="5000"/>
              <a:buNone/>
              <a:defRPr sz="5000">
                <a:solidFill>
                  <a:schemeClr val="dk1"/>
                </a:solidFill>
              </a:defRPr>
            </a:lvl3pPr>
            <a:lvl4pPr lvl="3" algn="ctr" rtl="0">
              <a:lnSpc>
                <a:spcPct val="100000"/>
              </a:lnSpc>
              <a:spcBef>
                <a:spcPts val="0"/>
              </a:spcBef>
              <a:spcAft>
                <a:spcPts val="0"/>
              </a:spcAft>
              <a:buClr>
                <a:schemeClr val="dk1"/>
              </a:buClr>
              <a:buSzPts val="5000"/>
              <a:buNone/>
              <a:defRPr sz="5000">
                <a:solidFill>
                  <a:schemeClr val="dk1"/>
                </a:solidFill>
              </a:defRPr>
            </a:lvl4pPr>
            <a:lvl5pPr lvl="4" algn="ctr" rtl="0">
              <a:lnSpc>
                <a:spcPct val="100000"/>
              </a:lnSpc>
              <a:spcBef>
                <a:spcPts val="0"/>
              </a:spcBef>
              <a:spcAft>
                <a:spcPts val="0"/>
              </a:spcAft>
              <a:buClr>
                <a:schemeClr val="dk1"/>
              </a:buClr>
              <a:buSzPts val="5000"/>
              <a:buNone/>
              <a:defRPr sz="5000">
                <a:solidFill>
                  <a:schemeClr val="dk1"/>
                </a:solidFill>
              </a:defRPr>
            </a:lvl5pPr>
            <a:lvl6pPr lvl="5" algn="ctr" rtl="0">
              <a:lnSpc>
                <a:spcPct val="100000"/>
              </a:lnSpc>
              <a:spcBef>
                <a:spcPts val="0"/>
              </a:spcBef>
              <a:spcAft>
                <a:spcPts val="0"/>
              </a:spcAft>
              <a:buClr>
                <a:schemeClr val="dk1"/>
              </a:buClr>
              <a:buSzPts val="5000"/>
              <a:buNone/>
              <a:defRPr sz="5000">
                <a:solidFill>
                  <a:schemeClr val="dk1"/>
                </a:solidFill>
              </a:defRPr>
            </a:lvl6pPr>
            <a:lvl7pPr lvl="6" algn="ctr" rtl="0">
              <a:lnSpc>
                <a:spcPct val="100000"/>
              </a:lnSpc>
              <a:spcBef>
                <a:spcPts val="0"/>
              </a:spcBef>
              <a:spcAft>
                <a:spcPts val="0"/>
              </a:spcAft>
              <a:buClr>
                <a:schemeClr val="dk1"/>
              </a:buClr>
              <a:buSzPts val="5000"/>
              <a:buNone/>
              <a:defRPr sz="5000">
                <a:solidFill>
                  <a:schemeClr val="dk1"/>
                </a:solidFill>
              </a:defRPr>
            </a:lvl7pPr>
            <a:lvl8pPr lvl="7" algn="ctr" rtl="0">
              <a:lnSpc>
                <a:spcPct val="100000"/>
              </a:lnSpc>
              <a:spcBef>
                <a:spcPts val="0"/>
              </a:spcBef>
              <a:spcAft>
                <a:spcPts val="0"/>
              </a:spcAft>
              <a:buClr>
                <a:schemeClr val="dk1"/>
              </a:buClr>
              <a:buSzPts val="5000"/>
              <a:buNone/>
              <a:defRPr sz="5000">
                <a:solidFill>
                  <a:schemeClr val="dk1"/>
                </a:solidFill>
              </a:defRPr>
            </a:lvl8pPr>
            <a:lvl9pPr lvl="8" algn="ctr" rtl="0">
              <a:lnSpc>
                <a:spcPct val="100000"/>
              </a:lnSpc>
              <a:spcBef>
                <a:spcPts val="0"/>
              </a:spcBef>
              <a:spcAft>
                <a:spcPts val="0"/>
              </a:spcAft>
              <a:buClr>
                <a:schemeClr val="dk1"/>
              </a:buClr>
              <a:buSzPts val="5000"/>
              <a:buNone/>
              <a:defRPr sz="5000">
                <a:solidFill>
                  <a:schemeClr val="dk1"/>
                </a:solidFill>
              </a:defRPr>
            </a:lvl9pPr>
          </a:lstStyle>
          <a:p>
            <a:endParaRPr/>
          </a:p>
        </p:txBody>
      </p:sp>
      <p:sp>
        <p:nvSpPr>
          <p:cNvPr id="55" name="Google Shape;55;p14"/>
          <p:cNvSpPr txBox="1">
            <a:spLocks noGrp="1"/>
          </p:cNvSpPr>
          <p:nvPr>
            <p:ph type="title" idx="2" hasCustomPrompt="1"/>
          </p:nvPr>
        </p:nvSpPr>
        <p:spPr>
          <a:xfrm flipH="1">
            <a:off x="7008175" y="953562"/>
            <a:ext cx="1313100" cy="1316700"/>
          </a:xfrm>
          <a:prstGeom prst="rect">
            <a:avLst/>
          </a:prstGeom>
          <a:solidFill>
            <a:schemeClr val="dk1"/>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5000"/>
              <a:buNone/>
              <a:defRPr sz="5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r>
              <a:t>xx%</a:t>
            </a:r>
          </a:p>
        </p:txBody>
      </p:sp>
      <p:sp>
        <p:nvSpPr>
          <p:cNvPr id="56" name="Google Shape;56;p14"/>
          <p:cNvSpPr txBox="1">
            <a:spLocks noGrp="1"/>
          </p:cNvSpPr>
          <p:nvPr>
            <p:ph type="subTitle" idx="1"/>
          </p:nvPr>
        </p:nvSpPr>
        <p:spPr>
          <a:xfrm flipH="1">
            <a:off x="5637675" y="3663700"/>
            <a:ext cx="2788500" cy="628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None/>
              <a:defRPr sz="1600">
                <a:solidFill>
                  <a:schemeClr val="dk1"/>
                </a:solidFill>
              </a:defRPr>
            </a:lvl1pPr>
            <a:lvl2pPr lvl="1" algn="r" rtl="0">
              <a:lnSpc>
                <a:spcPct val="100000"/>
              </a:lnSpc>
              <a:spcBef>
                <a:spcPts val="0"/>
              </a:spcBef>
              <a:spcAft>
                <a:spcPts val="0"/>
              </a:spcAft>
              <a:buNone/>
              <a:defRPr sz="1600">
                <a:solidFill>
                  <a:schemeClr val="dk1"/>
                </a:solidFill>
              </a:defRPr>
            </a:lvl2pPr>
            <a:lvl3pPr lvl="2" algn="r" rtl="0">
              <a:lnSpc>
                <a:spcPct val="100000"/>
              </a:lnSpc>
              <a:spcBef>
                <a:spcPts val="0"/>
              </a:spcBef>
              <a:spcAft>
                <a:spcPts val="0"/>
              </a:spcAft>
              <a:buNone/>
              <a:defRPr sz="1600">
                <a:solidFill>
                  <a:schemeClr val="dk1"/>
                </a:solidFill>
              </a:defRPr>
            </a:lvl3pPr>
            <a:lvl4pPr lvl="3" algn="r" rtl="0">
              <a:lnSpc>
                <a:spcPct val="100000"/>
              </a:lnSpc>
              <a:spcBef>
                <a:spcPts val="0"/>
              </a:spcBef>
              <a:spcAft>
                <a:spcPts val="0"/>
              </a:spcAft>
              <a:buNone/>
              <a:defRPr sz="1600">
                <a:solidFill>
                  <a:schemeClr val="dk1"/>
                </a:solidFill>
              </a:defRPr>
            </a:lvl4pPr>
            <a:lvl5pPr lvl="4" algn="r" rtl="0">
              <a:lnSpc>
                <a:spcPct val="100000"/>
              </a:lnSpc>
              <a:spcBef>
                <a:spcPts val="0"/>
              </a:spcBef>
              <a:spcAft>
                <a:spcPts val="0"/>
              </a:spcAft>
              <a:buNone/>
              <a:defRPr sz="1600">
                <a:solidFill>
                  <a:schemeClr val="dk1"/>
                </a:solidFill>
              </a:defRPr>
            </a:lvl5pPr>
            <a:lvl6pPr lvl="5" algn="r" rtl="0">
              <a:lnSpc>
                <a:spcPct val="100000"/>
              </a:lnSpc>
              <a:spcBef>
                <a:spcPts val="0"/>
              </a:spcBef>
              <a:spcAft>
                <a:spcPts val="0"/>
              </a:spcAft>
              <a:buNone/>
              <a:defRPr sz="1600">
                <a:solidFill>
                  <a:schemeClr val="dk1"/>
                </a:solidFill>
              </a:defRPr>
            </a:lvl6pPr>
            <a:lvl7pPr lvl="6" algn="r" rtl="0">
              <a:lnSpc>
                <a:spcPct val="100000"/>
              </a:lnSpc>
              <a:spcBef>
                <a:spcPts val="0"/>
              </a:spcBef>
              <a:spcAft>
                <a:spcPts val="0"/>
              </a:spcAft>
              <a:buNone/>
              <a:defRPr sz="1600">
                <a:solidFill>
                  <a:schemeClr val="dk1"/>
                </a:solidFill>
              </a:defRPr>
            </a:lvl7pPr>
            <a:lvl8pPr lvl="7" algn="r" rtl="0">
              <a:lnSpc>
                <a:spcPct val="100000"/>
              </a:lnSpc>
              <a:spcBef>
                <a:spcPts val="0"/>
              </a:spcBef>
              <a:spcAft>
                <a:spcPts val="0"/>
              </a:spcAft>
              <a:buNone/>
              <a:defRPr sz="1600">
                <a:solidFill>
                  <a:schemeClr val="dk1"/>
                </a:solidFill>
              </a:defRPr>
            </a:lvl8pPr>
            <a:lvl9pPr lvl="8" algn="r" rtl="0">
              <a:lnSpc>
                <a:spcPct val="100000"/>
              </a:lnSpc>
              <a:spcBef>
                <a:spcPts val="0"/>
              </a:spcBef>
              <a:spcAft>
                <a:spcPts val="0"/>
              </a:spcAft>
              <a:buNone/>
              <a:defRPr sz="1600">
                <a:solidFill>
                  <a:schemeClr val="dk1"/>
                </a:solidFill>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2">
  <p:cSld name="CUSTOM_22_1_1_1_1_1_1">
    <p:bg>
      <p:bgPr>
        <a:solidFill>
          <a:schemeClr val="accent2"/>
        </a:solidFill>
        <a:effectLst/>
      </p:bgPr>
    </p:bg>
    <p:spTree>
      <p:nvGrpSpPr>
        <p:cNvPr id="1" name="Shape 57"/>
        <p:cNvGrpSpPr/>
        <p:nvPr/>
      </p:nvGrpSpPr>
      <p:grpSpPr>
        <a:xfrm>
          <a:off x="0" y="0"/>
          <a:ext cx="0" cy="0"/>
          <a:chOff x="0" y="0"/>
          <a:chExt cx="0" cy="0"/>
        </a:xfrm>
      </p:grpSpPr>
      <p:sp>
        <p:nvSpPr>
          <p:cNvPr id="58" name="Google Shape;58;p15"/>
          <p:cNvSpPr txBox="1">
            <a:spLocks noGrp="1"/>
          </p:cNvSpPr>
          <p:nvPr>
            <p:ph type="title"/>
          </p:nvPr>
        </p:nvSpPr>
        <p:spPr>
          <a:xfrm flipH="1">
            <a:off x="739650" y="2355150"/>
            <a:ext cx="4648200" cy="944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7000"/>
              <a:buNone/>
              <a:defRPr sz="5000">
                <a:solidFill>
                  <a:schemeClr val="dk1"/>
                </a:solidFill>
              </a:defRPr>
            </a:lvl1pPr>
            <a:lvl2pPr lvl="1" rtl="0">
              <a:lnSpc>
                <a:spcPct val="100000"/>
              </a:lnSpc>
              <a:spcBef>
                <a:spcPts val="0"/>
              </a:spcBef>
              <a:spcAft>
                <a:spcPts val="0"/>
              </a:spcAft>
              <a:buClr>
                <a:schemeClr val="dk1"/>
              </a:buClr>
              <a:buSzPts val="5000"/>
              <a:buNone/>
              <a:defRPr sz="5000">
                <a:solidFill>
                  <a:schemeClr val="dk1"/>
                </a:solidFill>
              </a:defRPr>
            </a:lvl2pPr>
            <a:lvl3pPr lvl="2" rtl="0">
              <a:lnSpc>
                <a:spcPct val="100000"/>
              </a:lnSpc>
              <a:spcBef>
                <a:spcPts val="0"/>
              </a:spcBef>
              <a:spcAft>
                <a:spcPts val="0"/>
              </a:spcAft>
              <a:buClr>
                <a:schemeClr val="dk1"/>
              </a:buClr>
              <a:buSzPts val="5000"/>
              <a:buNone/>
              <a:defRPr sz="5000">
                <a:solidFill>
                  <a:schemeClr val="dk1"/>
                </a:solidFill>
              </a:defRPr>
            </a:lvl3pPr>
            <a:lvl4pPr lvl="3" rtl="0">
              <a:lnSpc>
                <a:spcPct val="100000"/>
              </a:lnSpc>
              <a:spcBef>
                <a:spcPts val="0"/>
              </a:spcBef>
              <a:spcAft>
                <a:spcPts val="0"/>
              </a:spcAft>
              <a:buClr>
                <a:schemeClr val="dk1"/>
              </a:buClr>
              <a:buSzPts val="5000"/>
              <a:buNone/>
              <a:defRPr sz="5000">
                <a:solidFill>
                  <a:schemeClr val="dk1"/>
                </a:solidFill>
              </a:defRPr>
            </a:lvl4pPr>
            <a:lvl5pPr lvl="4" rtl="0">
              <a:lnSpc>
                <a:spcPct val="100000"/>
              </a:lnSpc>
              <a:spcBef>
                <a:spcPts val="0"/>
              </a:spcBef>
              <a:spcAft>
                <a:spcPts val="0"/>
              </a:spcAft>
              <a:buClr>
                <a:schemeClr val="dk1"/>
              </a:buClr>
              <a:buSzPts val="5000"/>
              <a:buNone/>
              <a:defRPr sz="5000">
                <a:solidFill>
                  <a:schemeClr val="dk1"/>
                </a:solidFill>
              </a:defRPr>
            </a:lvl5pPr>
            <a:lvl6pPr lvl="5" rtl="0">
              <a:lnSpc>
                <a:spcPct val="100000"/>
              </a:lnSpc>
              <a:spcBef>
                <a:spcPts val="0"/>
              </a:spcBef>
              <a:spcAft>
                <a:spcPts val="0"/>
              </a:spcAft>
              <a:buClr>
                <a:schemeClr val="dk1"/>
              </a:buClr>
              <a:buSzPts val="5000"/>
              <a:buNone/>
              <a:defRPr sz="5000">
                <a:solidFill>
                  <a:schemeClr val="dk1"/>
                </a:solidFill>
              </a:defRPr>
            </a:lvl6pPr>
            <a:lvl7pPr lvl="6" rtl="0">
              <a:lnSpc>
                <a:spcPct val="100000"/>
              </a:lnSpc>
              <a:spcBef>
                <a:spcPts val="0"/>
              </a:spcBef>
              <a:spcAft>
                <a:spcPts val="0"/>
              </a:spcAft>
              <a:buClr>
                <a:schemeClr val="dk1"/>
              </a:buClr>
              <a:buSzPts val="5000"/>
              <a:buNone/>
              <a:defRPr sz="5000">
                <a:solidFill>
                  <a:schemeClr val="dk1"/>
                </a:solidFill>
              </a:defRPr>
            </a:lvl7pPr>
            <a:lvl8pPr lvl="7" rtl="0">
              <a:lnSpc>
                <a:spcPct val="100000"/>
              </a:lnSpc>
              <a:spcBef>
                <a:spcPts val="0"/>
              </a:spcBef>
              <a:spcAft>
                <a:spcPts val="0"/>
              </a:spcAft>
              <a:buClr>
                <a:schemeClr val="dk1"/>
              </a:buClr>
              <a:buSzPts val="5000"/>
              <a:buNone/>
              <a:defRPr sz="5000">
                <a:solidFill>
                  <a:schemeClr val="dk1"/>
                </a:solidFill>
              </a:defRPr>
            </a:lvl8pPr>
            <a:lvl9pPr lvl="8" rtl="0">
              <a:lnSpc>
                <a:spcPct val="100000"/>
              </a:lnSpc>
              <a:spcBef>
                <a:spcPts val="0"/>
              </a:spcBef>
              <a:spcAft>
                <a:spcPts val="0"/>
              </a:spcAft>
              <a:buClr>
                <a:schemeClr val="dk1"/>
              </a:buClr>
              <a:buSzPts val="5000"/>
              <a:buNone/>
              <a:defRPr sz="5000">
                <a:solidFill>
                  <a:schemeClr val="dk1"/>
                </a:solidFill>
              </a:defRPr>
            </a:lvl9pPr>
          </a:lstStyle>
          <a:p>
            <a:endParaRPr/>
          </a:p>
        </p:txBody>
      </p:sp>
      <p:sp>
        <p:nvSpPr>
          <p:cNvPr id="59" name="Google Shape;59;p15"/>
          <p:cNvSpPr txBox="1">
            <a:spLocks noGrp="1"/>
          </p:cNvSpPr>
          <p:nvPr>
            <p:ph type="title" idx="2" hasCustomPrompt="1"/>
          </p:nvPr>
        </p:nvSpPr>
        <p:spPr>
          <a:xfrm flipH="1">
            <a:off x="827275" y="953538"/>
            <a:ext cx="1313100" cy="1316700"/>
          </a:xfrm>
          <a:prstGeom prst="rect">
            <a:avLst/>
          </a:prstGeom>
          <a:solidFill>
            <a:schemeClr val="dk1"/>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5000"/>
              <a:buNone/>
              <a:defRPr sz="5000"/>
            </a:lvl1pPr>
            <a:lvl2pPr lvl="1" rtl="0">
              <a:lnSpc>
                <a:spcPct val="100000"/>
              </a:lnSpc>
              <a:spcBef>
                <a:spcPts val="0"/>
              </a:spcBef>
              <a:spcAft>
                <a:spcPts val="0"/>
              </a:spcAft>
              <a:buSzPts val="5000"/>
              <a:buNone/>
              <a:defRPr sz="5000"/>
            </a:lvl2pPr>
            <a:lvl3pPr lvl="2" rtl="0">
              <a:lnSpc>
                <a:spcPct val="100000"/>
              </a:lnSpc>
              <a:spcBef>
                <a:spcPts val="0"/>
              </a:spcBef>
              <a:spcAft>
                <a:spcPts val="0"/>
              </a:spcAft>
              <a:buSzPts val="5000"/>
              <a:buNone/>
              <a:defRPr sz="5000"/>
            </a:lvl3pPr>
            <a:lvl4pPr lvl="3" rtl="0">
              <a:lnSpc>
                <a:spcPct val="100000"/>
              </a:lnSpc>
              <a:spcBef>
                <a:spcPts val="0"/>
              </a:spcBef>
              <a:spcAft>
                <a:spcPts val="0"/>
              </a:spcAft>
              <a:buSzPts val="5000"/>
              <a:buNone/>
              <a:defRPr sz="5000"/>
            </a:lvl4pPr>
            <a:lvl5pPr lvl="4" rtl="0">
              <a:lnSpc>
                <a:spcPct val="100000"/>
              </a:lnSpc>
              <a:spcBef>
                <a:spcPts val="0"/>
              </a:spcBef>
              <a:spcAft>
                <a:spcPts val="0"/>
              </a:spcAft>
              <a:buSzPts val="5000"/>
              <a:buNone/>
              <a:defRPr sz="5000"/>
            </a:lvl5pPr>
            <a:lvl6pPr lvl="5" rtl="0">
              <a:lnSpc>
                <a:spcPct val="100000"/>
              </a:lnSpc>
              <a:spcBef>
                <a:spcPts val="0"/>
              </a:spcBef>
              <a:spcAft>
                <a:spcPts val="0"/>
              </a:spcAft>
              <a:buSzPts val="5000"/>
              <a:buNone/>
              <a:defRPr sz="5000"/>
            </a:lvl6pPr>
            <a:lvl7pPr lvl="6" rtl="0">
              <a:lnSpc>
                <a:spcPct val="100000"/>
              </a:lnSpc>
              <a:spcBef>
                <a:spcPts val="0"/>
              </a:spcBef>
              <a:spcAft>
                <a:spcPts val="0"/>
              </a:spcAft>
              <a:buSzPts val="5000"/>
              <a:buNone/>
              <a:defRPr sz="5000"/>
            </a:lvl7pPr>
            <a:lvl8pPr lvl="7" rtl="0">
              <a:lnSpc>
                <a:spcPct val="100000"/>
              </a:lnSpc>
              <a:spcBef>
                <a:spcPts val="0"/>
              </a:spcBef>
              <a:spcAft>
                <a:spcPts val="0"/>
              </a:spcAft>
              <a:buSzPts val="5000"/>
              <a:buNone/>
              <a:defRPr sz="5000"/>
            </a:lvl8pPr>
            <a:lvl9pPr lvl="8" rtl="0">
              <a:lnSpc>
                <a:spcPct val="100000"/>
              </a:lnSpc>
              <a:spcBef>
                <a:spcPts val="0"/>
              </a:spcBef>
              <a:spcAft>
                <a:spcPts val="0"/>
              </a:spcAft>
              <a:buSzPts val="5000"/>
              <a:buNone/>
              <a:defRPr sz="5000"/>
            </a:lvl9pPr>
          </a:lstStyle>
          <a:p>
            <a:r>
              <a:t>xx%</a:t>
            </a:r>
          </a:p>
        </p:txBody>
      </p:sp>
      <p:sp>
        <p:nvSpPr>
          <p:cNvPr id="60" name="Google Shape;60;p15"/>
          <p:cNvSpPr txBox="1">
            <a:spLocks noGrp="1"/>
          </p:cNvSpPr>
          <p:nvPr>
            <p:ph type="subTitle" idx="1"/>
          </p:nvPr>
        </p:nvSpPr>
        <p:spPr>
          <a:xfrm flipH="1">
            <a:off x="739650" y="3658975"/>
            <a:ext cx="2788500" cy="62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solidFill>
                  <a:schemeClr val="dk1"/>
                </a:solidFill>
              </a:defRPr>
            </a:lvl1pPr>
            <a:lvl2pPr lvl="1" rtl="0">
              <a:lnSpc>
                <a:spcPct val="100000"/>
              </a:lnSpc>
              <a:spcBef>
                <a:spcPts val="0"/>
              </a:spcBef>
              <a:spcAft>
                <a:spcPts val="0"/>
              </a:spcAft>
              <a:buNone/>
              <a:defRPr sz="1600">
                <a:solidFill>
                  <a:schemeClr val="dk1"/>
                </a:solidFill>
              </a:defRPr>
            </a:lvl2pPr>
            <a:lvl3pPr lvl="2" rtl="0">
              <a:lnSpc>
                <a:spcPct val="100000"/>
              </a:lnSpc>
              <a:spcBef>
                <a:spcPts val="0"/>
              </a:spcBef>
              <a:spcAft>
                <a:spcPts val="0"/>
              </a:spcAft>
              <a:buNone/>
              <a:defRPr sz="1600">
                <a:solidFill>
                  <a:schemeClr val="dk1"/>
                </a:solidFill>
              </a:defRPr>
            </a:lvl3pPr>
            <a:lvl4pPr lvl="3" rtl="0">
              <a:lnSpc>
                <a:spcPct val="100000"/>
              </a:lnSpc>
              <a:spcBef>
                <a:spcPts val="0"/>
              </a:spcBef>
              <a:spcAft>
                <a:spcPts val="0"/>
              </a:spcAft>
              <a:buNone/>
              <a:defRPr sz="1600">
                <a:solidFill>
                  <a:schemeClr val="dk1"/>
                </a:solidFill>
              </a:defRPr>
            </a:lvl4pPr>
            <a:lvl5pPr lvl="4" rtl="0">
              <a:lnSpc>
                <a:spcPct val="100000"/>
              </a:lnSpc>
              <a:spcBef>
                <a:spcPts val="0"/>
              </a:spcBef>
              <a:spcAft>
                <a:spcPts val="0"/>
              </a:spcAft>
              <a:buNone/>
              <a:defRPr sz="1600">
                <a:solidFill>
                  <a:schemeClr val="dk1"/>
                </a:solidFill>
              </a:defRPr>
            </a:lvl5pPr>
            <a:lvl6pPr lvl="5" rtl="0">
              <a:lnSpc>
                <a:spcPct val="100000"/>
              </a:lnSpc>
              <a:spcBef>
                <a:spcPts val="0"/>
              </a:spcBef>
              <a:spcAft>
                <a:spcPts val="0"/>
              </a:spcAft>
              <a:buNone/>
              <a:defRPr sz="1600">
                <a:solidFill>
                  <a:schemeClr val="dk1"/>
                </a:solidFill>
              </a:defRPr>
            </a:lvl6pPr>
            <a:lvl7pPr lvl="6" rtl="0">
              <a:lnSpc>
                <a:spcPct val="100000"/>
              </a:lnSpc>
              <a:spcBef>
                <a:spcPts val="0"/>
              </a:spcBef>
              <a:spcAft>
                <a:spcPts val="0"/>
              </a:spcAft>
              <a:buNone/>
              <a:defRPr sz="1600">
                <a:solidFill>
                  <a:schemeClr val="dk1"/>
                </a:solidFill>
              </a:defRPr>
            </a:lvl7pPr>
            <a:lvl8pPr lvl="7" rtl="0">
              <a:lnSpc>
                <a:spcPct val="100000"/>
              </a:lnSpc>
              <a:spcBef>
                <a:spcPts val="0"/>
              </a:spcBef>
              <a:spcAft>
                <a:spcPts val="0"/>
              </a:spcAft>
              <a:buNone/>
              <a:defRPr sz="1600">
                <a:solidFill>
                  <a:schemeClr val="dk1"/>
                </a:solidFill>
              </a:defRPr>
            </a:lvl8pPr>
            <a:lvl9pPr lvl="8" rtl="0">
              <a:lnSpc>
                <a:spcPct val="100000"/>
              </a:lnSpc>
              <a:spcBef>
                <a:spcPts val="0"/>
              </a:spcBef>
              <a:spcAft>
                <a:spcPts val="0"/>
              </a:spcAft>
              <a:buNone/>
              <a:defRPr sz="1600">
                <a:solidFill>
                  <a:schemeClr val="dk1"/>
                </a:solidFill>
              </a:defRPr>
            </a:lvl9pPr>
          </a:lstStyle>
          <a:p>
            <a:endParaRPr/>
          </a:p>
        </p:txBody>
      </p:sp>
      <p:pic>
        <p:nvPicPr>
          <p:cNvPr id="61" name="Google Shape;61;p15"/>
          <p:cNvPicPr preferRelativeResize="0"/>
          <p:nvPr/>
        </p:nvPicPr>
        <p:blipFill rotWithShape="1">
          <a:blip r:embed="rId2">
            <a:alphaModFix/>
          </a:blip>
          <a:srcRect l="49166"/>
          <a:stretch/>
        </p:blipFill>
        <p:spPr>
          <a:xfrm>
            <a:off x="4884221" y="13"/>
            <a:ext cx="4648202" cy="5143476"/>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_31_1">
    <p:spTree>
      <p:nvGrpSpPr>
        <p:cNvPr id="1" name="Shape 62"/>
        <p:cNvGrpSpPr/>
        <p:nvPr/>
      </p:nvGrpSpPr>
      <p:grpSpPr>
        <a:xfrm>
          <a:off x="0" y="0"/>
          <a:ext cx="0" cy="0"/>
          <a:chOff x="0" y="0"/>
          <a:chExt cx="0" cy="0"/>
        </a:xfrm>
      </p:grpSpPr>
      <p:pic>
        <p:nvPicPr>
          <p:cNvPr id="63" name="Google Shape;63;p16"/>
          <p:cNvPicPr preferRelativeResize="0"/>
          <p:nvPr/>
        </p:nvPicPr>
        <p:blipFill rotWithShape="1">
          <a:blip r:embed="rId2">
            <a:alphaModFix/>
          </a:blip>
          <a:srcRect l="69491"/>
          <a:stretch/>
        </p:blipFill>
        <p:spPr>
          <a:xfrm>
            <a:off x="6354352" y="0"/>
            <a:ext cx="2789652" cy="5143499"/>
          </a:xfrm>
          <a:prstGeom prst="rect">
            <a:avLst/>
          </a:prstGeom>
          <a:noFill/>
          <a:ln>
            <a:noFill/>
          </a:ln>
        </p:spPr>
      </p:pic>
      <p:sp>
        <p:nvSpPr>
          <p:cNvPr id="64" name="Google Shape;64;p16"/>
          <p:cNvSpPr txBox="1">
            <a:spLocks noGrp="1"/>
          </p:cNvSpPr>
          <p:nvPr>
            <p:ph type="body" idx="1"/>
          </p:nvPr>
        </p:nvSpPr>
        <p:spPr>
          <a:xfrm>
            <a:off x="4153225" y="1250800"/>
            <a:ext cx="4268400" cy="33579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a:lvl1pPr>
            <a:lvl2pPr marL="914400" lvl="1" indent="-317500" rtl="0">
              <a:spcBef>
                <a:spcPts val="1000"/>
              </a:spcBef>
              <a:spcAft>
                <a:spcPts val="0"/>
              </a:spcAft>
              <a:buSzPts val="1400"/>
              <a:buChar char="○"/>
              <a:defRPr sz="1600"/>
            </a:lvl2pPr>
            <a:lvl3pPr marL="1371600" lvl="2" indent="-317500" rtl="0">
              <a:spcBef>
                <a:spcPts val="0"/>
              </a:spcBef>
              <a:spcAft>
                <a:spcPts val="0"/>
              </a:spcAft>
              <a:buSzPts val="1400"/>
              <a:buChar char="■"/>
              <a:defRPr sz="1600"/>
            </a:lvl3pPr>
            <a:lvl4pPr marL="1828800" lvl="3" indent="-317500" rtl="0">
              <a:spcBef>
                <a:spcPts val="0"/>
              </a:spcBef>
              <a:spcAft>
                <a:spcPts val="0"/>
              </a:spcAft>
              <a:buSzPts val="1400"/>
              <a:buChar char="●"/>
              <a:defRPr sz="1600"/>
            </a:lvl4pPr>
            <a:lvl5pPr marL="2286000" lvl="4" indent="-317500" rtl="0">
              <a:spcBef>
                <a:spcPts val="0"/>
              </a:spcBef>
              <a:spcAft>
                <a:spcPts val="0"/>
              </a:spcAft>
              <a:buSzPts val="1400"/>
              <a:buChar char="○"/>
              <a:defRPr sz="1600"/>
            </a:lvl5pPr>
            <a:lvl6pPr marL="2743200" lvl="5" indent="-317500" rtl="0">
              <a:spcBef>
                <a:spcPts val="0"/>
              </a:spcBef>
              <a:spcAft>
                <a:spcPts val="0"/>
              </a:spcAft>
              <a:buSzPts val="1400"/>
              <a:buChar char="■"/>
              <a:defRPr sz="1600"/>
            </a:lvl6pPr>
            <a:lvl7pPr marL="3200400" lvl="6" indent="-317500" rtl="0">
              <a:spcBef>
                <a:spcPts val="0"/>
              </a:spcBef>
              <a:spcAft>
                <a:spcPts val="0"/>
              </a:spcAft>
              <a:buSzPts val="1400"/>
              <a:buChar char="●"/>
              <a:defRPr sz="1600"/>
            </a:lvl7pPr>
            <a:lvl8pPr marL="3657600" lvl="7" indent="-317500" rtl="0">
              <a:spcBef>
                <a:spcPts val="0"/>
              </a:spcBef>
              <a:spcAft>
                <a:spcPts val="0"/>
              </a:spcAft>
              <a:buSzPts val="1400"/>
              <a:buChar char="○"/>
              <a:defRPr sz="1600"/>
            </a:lvl8pPr>
            <a:lvl9pPr marL="4114800" lvl="8" indent="-317500" rtl="0">
              <a:spcBef>
                <a:spcPts val="0"/>
              </a:spcBef>
              <a:spcAft>
                <a:spcPts val="0"/>
              </a:spcAft>
              <a:buSzPts val="1400"/>
              <a:buChar char="■"/>
              <a:defRPr sz="1600"/>
            </a:lvl9pPr>
          </a:lstStyle>
          <a:p>
            <a:endParaRPr/>
          </a:p>
        </p:txBody>
      </p:sp>
      <p:sp>
        <p:nvSpPr>
          <p:cNvPr id="65" name="Google Shape;65;p16"/>
          <p:cNvSpPr txBox="1">
            <a:spLocks noGrp="1"/>
          </p:cNvSpPr>
          <p:nvPr>
            <p:ph type="title"/>
          </p:nvPr>
        </p:nvSpPr>
        <p:spPr>
          <a:xfrm>
            <a:off x="4153225" y="463800"/>
            <a:ext cx="42684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lvl1pPr>
            <a:lvl2pPr lvl="1"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9pPr>
          </a:lstStyle>
          <a:p>
            <a:endParaRPr/>
          </a:p>
        </p:txBody>
      </p:sp>
      <p:sp>
        <p:nvSpPr>
          <p:cNvPr id="66" name="Google Shape;66;p16"/>
          <p:cNvSpPr>
            <a:spLocks noGrp="1"/>
          </p:cNvSpPr>
          <p:nvPr>
            <p:ph type="pic" idx="2"/>
          </p:nvPr>
        </p:nvSpPr>
        <p:spPr>
          <a:xfrm>
            <a:off x="827275" y="640325"/>
            <a:ext cx="3054000" cy="3816000"/>
          </a:xfrm>
          <a:prstGeom prst="rect">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17_1">
    <p:spTree>
      <p:nvGrpSpPr>
        <p:cNvPr id="1" name="Shape 67"/>
        <p:cNvGrpSpPr/>
        <p:nvPr/>
      </p:nvGrpSpPr>
      <p:grpSpPr>
        <a:xfrm>
          <a:off x="0" y="0"/>
          <a:ext cx="0" cy="0"/>
          <a:chOff x="0" y="0"/>
          <a:chExt cx="0" cy="0"/>
        </a:xfrm>
      </p:grpSpPr>
      <p:sp>
        <p:nvSpPr>
          <p:cNvPr id="68" name="Google Shape;68;p17"/>
          <p:cNvSpPr txBox="1">
            <a:spLocks noGrp="1"/>
          </p:cNvSpPr>
          <p:nvPr>
            <p:ph type="body" idx="1"/>
          </p:nvPr>
        </p:nvSpPr>
        <p:spPr>
          <a:xfrm>
            <a:off x="720000" y="1250800"/>
            <a:ext cx="3963600" cy="33579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a:lvl1pPr>
            <a:lvl2pPr marL="914400" lvl="1" indent="-317500" rtl="0">
              <a:spcBef>
                <a:spcPts val="0"/>
              </a:spcBef>
              <a:spcAft>
                <a:spcPts val="0"/>
              </a:spcAft>
              <a:buSzPts val="1400"/>
              <a:buChar char="○"/>
              <a:defRPr sz="1600"/>
            </a:lvl2pPr>
            <a:lvl3pPr marL="1371600" lvl="2" indent="-317500" rtl="0">
              <a:spcBef>
                <a:spcPts val="0"/>
              </a:spcBef>
              <a:spcAft>
                <a:spcPts val="0"/>
              </a:spcAft>
              <a:buSzPts val="1400"/>
              <a:buChar char="■"/>
              <a:defRPr sz="1600"/>
            </a:lvl3pPr>
            <a:lvl4pPr marL="1828800" lvl="3" indent="-317500" rtl="0">
              <a:spcBef>
                <a:spcPts val="0"/>
              </a:spcBef>
              <a:spcAft>
                <a:spcPts val="0"/>
              </a:spcAft>
              <a:buSzPts val="1400"/>
              <a:buChar char="●"/>
              <a:defRPr sz="1600"/>
            </a:lvl4pPr>
            <a:lvl5pPr marL="2286000" lvl="4" indent="-317500" rtl="0">
              <a:spcBef>
                <a:spcPts val="0"/>
              </a:spcBef>
              <a:spcAft>
                <a:spcPts val="0"/>
              </a:spcAft>
              <a:buSzPts val="1400"/>
              <a:buChar char="○"/>
              <a:defRPr sz="1600"/>
            </a:lvl5pPr>
            <a:lvl6pPr marL="2743200" lvl="5" indent="-317500" rtl="0">
              <a:spcBef>
                <a:spcPts val="0"/>
              </a:spcBef>
              <a:spcAft>
                <a:spcPts val="0"/>
              </a:spcAft>
              <a:buSzPts val="1400"/>
              <a:buChar char="■"/>
              <a:defRPr sz="1600"/>
            </a:lvl6pPr>
            <a:lvl7pPr marL="3200400" lvl="6" indent="-317500" rtl="0">
              <a:spcBef>
                <a:spcPts val="0"/>
              </a:spcBef>
              <a:spcAft>
                <a:spcPts val="0"/>
              </a:spcAft>
              <a:buSzPts val="1400"/>
              <a:buChar char="●"/>
              <a:defRPr sz="1600"/>
            </a:lvl7pPr>
            <a:lvl8pPr marL="3657600" lvl="7" indent="-317500" rtl="0">
              <a:spcBef>
                <a:spcPts val="0"/>
              </a:spcBef>
              <a:spcAft>
                <a:spcPts val="0"/>
              </a:spcAft>
              <a:buSzPts val="1400"/>
              <a:buChar char="○"/>
              <a:defRPr sz="1600"/>
            </a:lvl8pPr>
            <a:lvl9pPr marL="4114800" lvl="8" indent="-317500" rtl="0">
              <a:spcBef>
                <a:spcPts val="0"/>
              </a:spcBef>
              <a:spcAft>
                <a:spcPts val="0"/>
              </a:spcAft>
              <a:buSzPts val="1400"/>
              <a:buChar char="■"/>
              <a:defRPr sz="1600"/>
            </a:lvl9pPr>
          </a:lstStyle>
          <a:p>
            <a:endParaRPr/>
          </a:p>
        </p:txBody>
      </p:sp>
      <p:sp>
        <p:nvSpPr>
          <p:cNvPr id="69" name="Google Shape;69;p17"/>
          <p:cNvSpPr txBox="1">
            <a:spLocks noGrp="1"/>
          </p:cNvSpPr>
          <p:nvPr>
            <p:ph type="title"/>
          </p:nvPr>
        </p:nvSpPr>
        <p:spPr>
          <a:xfrm>
            <a:off x="720000" y="463800"/>
            <a:ext cx="39636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lvl1pPr>
            <a:lvl2pPr lvl="1"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9pPr>
          </a:lstStyle>
          <a:p>
            <a:endParaRPr/>
          </a:p>
        </p:txBody>
      </p:sp>
      <p:sp>
        <p:nvSpPr>
          <p:cNvPr id="70" name="Google Shape;70;p17"/>
          <p:cNvSpPr>
            <a:spLocks noGrp="1"/>
          </p:cNvSpPr>
          <p:nvPr>
            <p:ph type="pic" idx="2"/>
          </p:nvPr>
        </p:nvSpPr>
        <p:spPr>
          <a:xfrm>
            <a:off x="5266487" y="637200"/>
            <a:ext cx="3054000" cy="3816000"/>
          </a:xfrm>
          <a:prstGeom prst="rect">
            <a:avLst/>
          </a:prstGeom>
          <a:noFill/>
          <a:ln>
            <a:noFill/>
          </a:ln>
        </p:spPr>
      </p:sp>
      <p:pic>
        <p:nvPicPr>
          <p:cNvPr id="71" name="Google Shape;71;p17"/>
          <p:cNvPicPr preferRelativeResize="0"/>
          <p:nvPr/>
        </p:nvPicPr>
        <p:blipFill rotWithShape="1">
          <a:blip r:embed="rId2">
            <a:alphaModFix/>
          </a:blip>
          <a:srcRect t="68740" r="81343"/>
          <a:stretch/>
        </p:blipFill>
        <p:spPr>
          <a:xfrm>
            <a:off x="0" y="3535674"/>
            <a:ext cx="1705902" cy="1607826"/>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1">
  <p:cSld name="CUSTOM_23">
    <p:spTree>
      <p:nvGrpSpPr>
        <p:cNvPr id="1" name="Shape 72"/>
        <p:cNvGrpSpPr/>
        <p:nvPr/>
      </p:nvGrpSpPr>
      <p:grpSpPr>
        <a:xfrm>
          <a:off x="0" y="0"/>
          <a:ext cx="0" cy="0"/>
          <a:chOff x="0" y="0"/>
          <a:chExt cx="0" cy="0"/>
        </a:xfrm>
      </p:grpSpPr>
      <p:pic>
        <p:nvPicPr>
          <p:cNvPr id="73" name="Google Shape;73;p18"/>
          <p:cNvPicPr preferRelativeResize="0"/>
          <p:nvPr/>
        </p:nvPicPr>
        <p:blipFill>
          <a:blip r:embed="rId2">
            <a:alphaModFix/>
          </a:blip>
          <a:stretch>
            <a:fillRect/>
          </a:stretch>
        </p:blipFill>
        <p:spPr>
          <a:xfrm>
            <a:off x="-216425" y="-239625"/>
            <a:ext cx="9798748" cy="5511799"/>
          </a:xfrm>
          <a:prstGeom prst="rect">
            <a:avLst/>
          </a:prstGeom>
          <a:noFill/>
          <a:ln>
            <a:noFill/>
          </a:ln>
        </p:spPr>
      </p:pic>
      <p:sp>
        <p:nvSpPr>
          <p:cNvPr id="74" name="Google Shape;74;p18"/>
          <p:cNvSpPr txBox="1">
            <a:spLocks noGrp="1"/>
          </p:cNvSpPr>
          <p:nvPr>
            <p:ph type="title"/>
          </p:nvPr>
        </p:nvSpPr>
        <p:spPr>
          <a:xfrm>
            <a:off x="720000" y="4638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lvl1pPr>
            <a:lvl2pPr lvl="1"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9pPr>
          </a:lstStyle>
          <a:p>
            <a:endParaRPr/>
          </a:p>
        </p:txBody>
      </p:sp>
      <p:sp>
        <p:nvSpPr>
          <p:cNvPr id="75" name="Google Shape;75;p18"/>
          <p:cNvSpPr txBox="1">
            <a:spLocks noGrp="1"/>
          </p:cNvSpPr>
          <p:nvPr>
            <p:ph type="body" idx="1"/>
          </p:nvPr>
        </p:nvSpPr>
        <p:spPr>
          <a:xfrm>
            <a:off x="720000" y="1401575"/>
            <a:ext cx="3666900" cy="32070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a:lvl1pPr>
            <a:lvl2pPr marL="914400" lvl="1" indent="-317500" rtl="0">
              <a:lnSpc>
                <a:spcPct val="100000"/>
              </a:lnSpc>
              <a:spcBef>
                <a:spcPts val="1000"/>
              </a:spcBef>
              <a:spcAft>
                <a:spcPts val="0"/>
              </a:spcAft>
              <a:buSzPts val="1400"/>
              <a:buFont typeface="Roboto Condensed Light"/>
              <a:buChar char="○"/>
              <a:defRPr/>
            </a:lvl2pPr>
            <a:lvl3pPr marL="1371600" lvl="2" indent="-317500" rtl="0">
              <a:lnSpc>
                <a:spcPct val="100000"/>
              </a:lnSpc>
              <a:spcBef>
                <a:spcPts val="0"/>
              </a:spcBef>
              <a:spcAft>
                <a:spcPts val="0"/>
              </a:spcAft>
              <a:buSzPts val="1400"/>
              <a:buFont typeface="Roboto Condensed Light"/>
              <a:buChar char="■"/>
              <a:defRPr/>
            </a:lvl3pPr>
            <a:lvl4pPr marL="1828800" lvl="3" indent="-317500" rtl="0">
              <a:lnSpc>
                <a:spcPct val="100000"/>
              </a:lnSpc>
              <a:spcBef>
                <a:spcPts val="0"/>
              </a:spcBef>
              <a:spcAft>
                <a:spcPts val="0"/>
              </a:spcAft>
              <a:buSzPts val="1400"/>
              <a:buFont typeface="Roboto Condensed Light"/>
              <a:buChar char="●"/>
              <a:defRPr/>
            </a:lvl4pPr>
            <a:lvl5pPr marL="2286000" lvl="4" indent="-317500" rtl="0">
              <a:lnSpc>
                <a:spcPct val="100000"/>
              </a:lnSpc>
              <a:spcBef>
                <a:spcPts val="0"/>
              </a:spcBef>
              <a:spcAft>
                <a:spcPts val="0"/>
              </a:spcAft>
              <a:buSzPts val="1400"/>
              <a:buFont typeface="Roboto Condensed Light"/>
              <a:buChar char="○"/>
              <a:defRPr/>
            </a:lvl5pPr>
            <a:lvl6pPr marL="2743200" lvl="5" indent="-317500" rtl="0">
              <a:lnSpc>
                <a:spcPct val="100000"/>
              </a:lnSpc>
              <a:spcBef>
                <a:spcPts val="0"/>
              </a:spcBef>
              <a:spcAft>
                <a:spcPts val="0"/>
              </a:spcAft>
              <a:buSzPts val="1400"/>
              <a:buFont typeface="Roboto Condensed Light"/>
              <a:buChar char="■"/>
              <a:defRPr/>
            </a:lvl6pPr>
            <a:lvl7pPr marL="3200400" lvl="6" indent="-317500" rtl="0">
              <a:lnSpc>
                <a:spcPct val="100000"/>
              </a:lnSpc>
              <a:spcBef>
                <a:spcPts val="0"/>
              </a:spcBef>
              <a:spcAft>
                <a:spcPts val="0"/>
              </a:spcAft>
              <a:buSzPts val="1400"/>
              <a:buFont typeface="Roboto Condensed Light"/>
              <a:buChar char="●"/>
              <a:defRPr/>
            </a:lvl7pPr>
            <a:lvl8pPr marL="3657600" lvl="7" indent="-317500" rtl="0">
              <a:lnSpc>
                <a:spcPct val="100000"/>
              </a:lnSpc>
              <a:spcBef>
                <a:spcPts val="0"/>
              </a:spcBef>
              <a:spcAft>
                <a:spcPts val="0"/>
              </a:spcAft>
              <a:buSzPts val="1400"/>
              <a:buFont typeface="Roboto Condensed Light"/>
              <a:buChar char="○"/>
              <a:defRPr/>
            </a:lvl8pPr>
            <a:lvl9pPr marL="4114800" lvl="8" indent="-317500" rtl="0">
              <a:lnSpc>
                <a:spcPct val="100000"/>
              </a:lnSpc>
              <a:spcBef>
                <a:spcPts val="0"/>
              </a:spcBef>
              <a:spcAft>
                <a:spcPts val="0"/>
              </a:spcAft>
              <a:buSzPts val="1400"/>
              <a:buFont typeface="Roboto Condensed Light"/>
              <a:buChar char="■"/>
              <a:defRPr/>
            </a:lvl9pPr>
          </a:lstStyle>
          <a:p>
            <a:endParaRPr/>
          </a:p>
        </p:txBody>
      </p:sp>
      <p:sp>
        <p:nvSpPr>
          <p:cNvPr id="76" name="Google Shape;76;p18"/>
          <p:cNvSpPr txBox="1">
            <a:spLocks noGrp="1"/>
          </p:cNvSpPr>
          <p:nvPr>
            <p:ph type="body" idx="2"/>
          </p:nvPr>
        </p:nvSpPr>
        <p:spPr>
          <a:xfrm>
            <a:off x="4757100" y="1401625"/>
            <a:ext cx="3666900" cy="32070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a:lvl1pPr>
            <a:lvl2pPr marL="914400" lvl="1" indent="-317500" rtl="0">
              <a:lnSpc>
                <a:spcPct val="100000"/>
              </a:lnSpc>
              <a:spcBef>
                <a:spcPts val="1000"/>
              </a:spcBef>
              <a:spcAft>
                <a:spcPts val="0"/>
              </a:spcAft>
              <a:buSzPts val="1400"/>
              <a:buFont typeface="Roboto Condensed Light"/>
              <a:buChar char="○"/>
              <a:defRPr/>
            </a:lvl2pPr>
            <a:lvl3pPr marL="1371600" lvl="2" indent="-317500" rtl="0">
              <a:lnSpc>
                <a:spcPct val="100000"/>
              </a:lnSpc>
              <a:spcBef>
                <a:spcPts val="0"/>
              </a:spcBef>
              <a:spcAft>
                <a:spcPts val="0"/>
              </a:spcAft>
              <a:buSzPts val="1400"/>
              <a:buFont typeface="Roboto Condensed Light"/>
              <a:buChar char="■"/>
              <a:defRPr/>
            </a:lvl3pPr>
            <a:lvl4pPr marL="1828800" lvl="3" indent="-317500" rtl="0">
              <a:lnSpc>
                <a:spcPct val="100000"/>
              </a:lnSpc>
              <a:spcBef>
                <a:spcPts val="0"/>
              </a:spcBef>
              <a:spcAft>
                <a:spcPts val="0"/>
              </a:spcAft>
              <a:buSzPts val="1400"/>
              <a:buFont typeface="Roboto Condensed Light"/>
              <a:buChar char="●"/>
              <a:defRPr/>
            </a:lvl4pPr>
            <a:lvl5pPr marL="2286000" lvl="4" indent="-317500" rtl="0">
              <a:lnSpc>
                <a:spcPct val="100000"/>
              </a:lnSpc>
              <a:spcBef>
                <a:spcPts val="0"/>
              </a:spcBef>
              <a:spcAft>
                <a:spcPts val="0"/>
              </a:spcAft>
              <a:buSzPts val="1400"/>
              <a:buFont typeface="Roboto Condensed Light"/>
              <a:buChar char="○"/>
              <a:defRPr/>
            </a:lvl5pPr>
            <a:lvl6pPr marL="2743200" lvl="5" indent="-317500" rtl="0">
              <a:lnSpc>
                <a:spcPct val="100000"/>
              </a:lnSpc>
              <a:spcBef>
                <a:spcPts val="0"/>
              </a:spcBef>
              <a:spcAft>
                <a:spcPts val="0"/>
              </a:spcAft>
              <a:buSzPts val="1400"/>
              <a:buFont typeface="Roboto Condensed Light"/>
              <a:buChar char="■"/>
              <a:defRPr/>
            </a:lvl6pPr>
            <a:lvl7pPr marL="3200400" lvl="6" indent="-317500" rtl="0">
              <a:lnSpc>
                <a:spcPct val="100000"/>
              </a:lnSpc>
              <a:spcBef>
                <a:spcPts val="0"/>
              </a:spcBef>
              <a:spcAft>
                <a:spcPts val="0"/>
              </a:spcAft>
              <a:buSzPts val="1400"/>
              <a:buFont typeface="Roboto Condensed Light"/>
              <a:buChar char="●"/>
              <a:defRPr/>
            </a:lvl7pPr>
            <a:lvl8pPr marL="3657600" lvl="7" indent="-317500" rtl="0">
              <a:lnSpc>
                <a:spcPct val="100000"/>
              </a:lnSpc>
              <a:spcBef>
                <a:spcPts val="0"/>
              </a:spcBef>
              <a:spcAft>
                <a:spcPts val="0"/>
              </a:spcAft>
              <a:buSzPts val="1400"/>
              <a:buFont typeface="Roboto Condensed Light"/>
              <a:buChar char="○"/>
              <a:defRPr/>
            </a:lvl8pPr>
            <a:lvl9pPr marL="4114800" lvl="8" indent="-317500" rtl="0">
              <a:lnSpc>
                <a:spcPct val="100000"/>
              </a:lnSpc>
              <a:spcBef>
                <a:spcPts val="0"/>
              </a:spcBef>
              <a:spcAft>
                <a:spcPts val="0"/>
              </a:spcAft>
              <a:buSzPts val="1400"/>
              <a:buFont typeface="Roboto Condensed Light"/>
              <a:buChar char="■"/>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p:cSld name="CUSTOM_2_1_3">
    <p:spTree>
      <p:nvGrpSpPr>
        <p:cNvPr id="1" name="Shape 77"/>
        <p:cNvGrpSpPr/>
        <p:nvPr/>
      </p:nvGrpSpPr>
      <p:grpSpPr>
        <a:xfrm>
          <a:off x="0" y="0"/>
          <a:ext cx="0" cy="0"/>
          <a:chOff x="0" y="0"/>
          <a:chExt cx="0" cy="0"/>
        </a:xfrm>
      </p:grpSpPr>
      <p:pic>
        <p:nvPicPr>
          <p:cNvPr id="78" name="Google Shape;78;p19"/>
          <p:cNvPicPr preferRelativeResize="0"/>
          <p:nvPr/>
        </p:nvPicPr>
        <p:blipFill>
          <a:blip r:embed="rId2">
            <a:alphaModFix/>
          </a:blip>
          <a:stretch>
            <a:fillRect/>
          </a:stretch>
        </p:blipFill>
        <p:spPr>
          <a:xfrm>
            <a:off x="-99900" y="-187275"/>
            <a:ext cx="9809848" cy="5518051"/>
          </a:xfrm>
          <a:prstGeom prst="rect">
            <a:avLst/>
          </a:prstGeom>
          <a:noFill/>
          <a:ln>
            <a:noFill/>
          </a:ln>
        </p:spPr>
      </p:pic>
      <p:sp>
        <p:nvSpPr>
          <p:cNvPr id="79" name="Google Shape;79;p19"/>
          <p:cNvSpPr txBox="1">
            <a:spLocks noGrp="1"/>
          </p:cNvSpPr>
          <p:nvPr>
            <p:ph type="subTitle" idx="1"/>
          </p:nvPr>
        </p:nvSpPr>
        <p:spPr>
          <a:xfrm>
            <a:off x="825075" y="2738745"/>
            <a:ext cx="2081700" cy="53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80" name="Google Shape;80;p19"/>
          <p:cNvSpPr txBox="1">
            <a:spLocks noGrp="1"/>
          </p:cNvSpPr>
          <p:nvPr>
            <p:ph type="subTitle" idx="2"/>
          </p:nvPr>
        </p:nvSpPr>
        <p:spPr>
          <a:xfrm>
            <a:off x="825075" y="3985765"/>
            <a:ext cx="2081700" cy="61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81" name="Google Shape;81;p19"/>
          <p:cNvSpPr txBox="1">
            <a:spLocks noGrp="1"/>
          </p:cNvSpPr>
          <p:nvPr>
            <p:ph type="subTitle" idx="3"/>
          </p:nvPr>
        </p:nvSpPr>
        <p:spPr>
          <a:xfrm>
            <a:off x="3530120" y="2738745"/>
            <a:ext cx="2081700" cy="53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82" name="Google Shape;82;p19"/>
          <p:cNvSpPr txBox="1">
            <a:spLocks noGrp="1"/>
          </p:cNvSpPr>
          <p:nvPr>
            <p:ph type="subTitle" idx="4"/>
          </p:nvPr>
        </p:nvSpPr>
        <p:spPr>
          <a:xfrm>
            <a:off x="3530120" y="3985765"/>
            <a:ext cx="2081700" cy="61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83" name="Google Shape;83;p19"/>
          <p:cNvSpPr txBox="1">
            <a:spLocks noGrp="1"/>
          </p:cNvSpPr>
          <p:nvPr>
            <p:ph type="subTitle" idx="5"/>
          </p:nvPr>
        </p:nvSpPr>
        <p:spPr>
          <a:xfrm>
            <a:off x="6235166" y="2738745"/>
            <a:ext cx="2081700" cy="53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84" name="Google Shape;84;p19"/>
          <p:cNvSpPr txBox="1">
            <a:spLocks noGrp="1"/>
          </p:cNvSpPr>
          <p:nvPr>
            <p:ph type="subTitle" idx="6"/>
          </p:nvPr>
        </p:nvSpPr>
        <p:spPr>
          <a:xfrm>
            <a:off x="6235166" y="3985765"/>
            <a:ext cx="2081700" cy="61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85" name="Google Shape;85;p19"/>
          <p:cNvSpPr txBox="1">
            <a:spLocks noGrp="1"/>
          </p:cNvSpPr>
          <p:nvPr>
            <p:ph type="title"/>
          </p:nvPr>
        </p:nvSpPr>
        <p:spPr>
          <a:xfrm>
            <a:off x="720000" y="4638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lvl1pPr>
            <a:lvl2pPr lvl="1"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9pPr>
          </a:lstStyle>
          <a:p>
            <a:endParaRPr/>
          </a:p>
        </p:txBody>
      </p:sp>
      <p:sp>
        <p:nvSpPr>
          <p:cNvPr id="86" name="Google Shape;86;p19"/>
          <p:cNvSpPr txBox="1">
            <a:spLocks noGrp="1"/>
          </p:cNvSpPr>
          <p:nvPr>
            <p:ph type="subTitle" idx="7"/>
          </p:nvPr>
        </p:nvSpPr>
        <p:spPr>
          <a:xfrm>
            <a:off x="825075" y="3199001"/>
            <a:ext cx="2081700" cy="61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lvl1pPr>
            <a:lvl2pPr lvl="1" rtl="0">
              <a:lnSpc>
                <a:spcPct val="100000"/>
              </a:lnSpc>
              <a:spcBef>
                <a:spcPts val="0"/>
              </a:spcBef>
              <a:spcAft>
                <a:spcPts val="0"/>
              </a:spcAft>
              <a:buNone/>
              <a:defRPr b="1"/>
            </a:lvl2pPr>
            <a:lvl3pPr lvl="2" rtl="0">
              <a:lnSpc>
                <a:spcPct val="100000"/>
              </a:lnSpc>
              <a:spcBef>
                <a:spcPts val="0"/>
              </a:spcBef>
              <a:spcAft>
                <a:spcPts val="0"/>
              </a:spcAft>
              <a:buNone/>
              <a:defRPr b="1"/>
            </a:lvl3pPr>
            <a:lvl4pPr lvl="3" rtl="0">
              <a:lnSpc>
                <a:spcPct val="100000"/>
              </a:lnSpc>
              <a:spcBef>
                <a:spcPts val="0"/>
              </a:spcBef>
              <a:spcAft>
                <a:spcPts val="0"/>
              </a:spcAft>
              <a:buNone/>
              <a:defRPr b="1"/>
            </a:lvl4pPr>
            <a:lvl5pPr lvl="4" rtl="0">
              <a:lnSpc>
                <a:spcPct val="100000"/>
              </a:lnSpc>
              <a:spcBef>
                <a:spcPts val="0"/>
              </a:spcBef>
              <a:spcAft>
                <a:spcPts val="0"/>
              </a:spcAft>
              <a:buNone/>
              <a:defRPr b="1"/>
            </a:lvl5pPr>
            <a:lvl6pPr lvl="5" rtl="0">
              <a:lnSpc>
                <a:spcPct val="100000"/>
              </a:lnSpc>
              <a:spcBef>
                <a:spcPts val="0"/>
              </a:spcBef>
              <a:spcAft>
                <a:spcPts val="0"/>
              </a:spcAft>
              <a:buNone/>
              <a:defRPr b="1"/>
            </a:lvl6pPr>
            <a:lvl7pPr lvl="6" rtl="0">
              <a:lnSpc>
                <a:spcPct val="100000"/>
              </a:lnSpc>
              <a:spcBef>
                <a:spcPts val="0"/>
              </a:spcBef>
              <a:spcAft>
                <a:spcPts val="0"/>
              </a:spcAft>
              <a:buNone/>
              <a:defRPr b="1"/>
            </a:lvl7pPr>
            <a:lvl8pPr lvl="7" rtl="0">
              <a:lnSpc>
                <a:spcPct val="100000"/>
              </a:lnSpc>
              <a:spcBef>
                <a:spcPts val="0"/>
              </a:spcBef>
              <a:spcAft>
                <a:spcPts val="0"/>
              </a:spcAft>
              <a:buNone/>
              <a:defRPr b="1"/>
            </a:lvl8pPr>
            <a:lvl9pPr lvl="8" rtl="0">
              <a:lnSpc>
                <a:spcPct val="100000"/>
              </a:lnSpc>
              <a:spcBef>
                <a:spcPts val="0"/>
              </a:spcBef>
              <a:spcAft>
                <a:spcPts val="0"/>
              </a:spcAft>
              <a:buNone/>
              <a:defRPr b="1"/>
            </a:lvl9pPr>
          </a:lstStyle>
          <a:p>
            <a:endParaRPr/>
          </a:p>
        </p:txBody>
      </p:sp>
      <p:sp>
        <p:nvSpPr>
          <p:cNvPr id="87" name="Google Shape;87;p19"/>
          <p:cNvSpPr txBox="1">
            <a:spLocks noGrp="1"/>
          </p:cNvSpPr>
          <p:nvPr>
            <p:ph type="subTitle" idx="8"/>
          </p:nvPr>
        </p:nvSpPr>
        <p:spPr>
          <a:xfrm>
            <a:off x="3530120" y="3199001"/>
            <a:ext cx="2081700" cy="61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lvl1pPr>
            <a:lvl2pPr lvl="1" rtl="0">
              <a:lnSpc>
                <a:spcPct val="100000"/>
              </a:lnSpc>
              <a:spcBef>
                <a:spcPts val="0"/>
              </a:spcBef>
              <a:spcAft>
                <a:spcPts val="0"/>
              </a:spcAft>
              <a:buNone/>
              <a:defRPr b="1"/>
            </a:lvl2pPr>
            <a:lvl3pPr lvl="2" rtl="0">
              <a:lnSpc>
                <a:spcPct val="100000"/>
              </a:lnSpc>
              <a:spcBef>
                <a:spcPts val="0"/>
              </a:spcBef>
              <a:spcAft>
                <a:spcPts val="0"/>
              </a:spcAft>
              <a:buNone/>
              <a:defRPr b="1"/>
            </a:lvl3pPr>
            <a:lvl4pPr lvl="3" rtl="0">
              <a:lnSpc>
                <a:spcPct val="100000"/>
              </a:lnSpc>
              <a:spcBef>
                <a:spcPts val="0"/>
              </a:spcBef>
              <a:spcAft>
                <a:spcPts val="0"/>
              </a:spcAft>
              <a:buNone/>
              <a:defRPr b="1"/>
            </a:lvl4pPr>
            <a:lvl5pPr lvl="4" rtl="0">
              <a:lnSpc>
                <a:spcPct val="100000"/>
              </a:lnSpc>
              <a:spcBef>
                <a:spcPts val="0"/>
              </a:spcBef>
              <a:spcAft>
                <a:spcPts val="0"/>
              </a:spcAft>
              <a:buNone/>
              <a:defRPr b="1"/>
            </a:lvl5pPr>
            <a:lvl6pPr lvl="5" rtl="0">
              <a:lnSpc>
                <a:spcPct val="100000"/>
              </a:lnSpc>
              <a:spcBef>
                <a:spcPts val="0"/>
              </a:spcBef>
              <a:spcAft>
                <a:spcPts val="0"/>
              </a:spcAft>
              <a:buNone/>
              <a:defRPr b="1"/>
            </a:lvl6pPr>
            <a:lvl7pPr lvl="6" rtl="0">
              <a:lnSpc>
                <a:spcPct val="100000"/>
              </a:lnSpc>
              <a:spcBef>
                <a:spcPts val="0"/>
              </a:spcBef>
              <a:spcAft>
                <a:spcPts val="0"/>
              </a:spcAft>
              <a:buNone/>
              <a:defRPr b="1"/>
            </a:lvl7pPr>
            <a:lvl8pPr lvl="7" rtl="0">
              <a:lnSpc>
                <a:spcPct val="100000"/>
              </a:lnSpc>
              <a:spcBef>
                <a:spcPts val="0"/>
              </a:spcBef>
              <a:spcAft>
                <a:spcPts val="0"/>
              </a:spcAft>
              <a:buNone/>
              <a:defRPr b="1"/>
            </a:lvl8pPr>
            <a:lvl9pPr lvl="8" rtl="0">
              <a:lnSpc>
                <a:spcPct val="100000"/>
              </a:lnSpc>
              <a:spcBef>
                <a:spcPts val="0"/>
              </a:spcBef>
              <a:spcAft>
                <a:spcPts val="0"/>
              </a:spcAft>
              <a:buNone/>
              <a:defRPr b="1"/>
            </a:lvl9pPr>
          </a:lstStyle>
          <a:p>
            <a:endParaRPr/>
          </a:p>
        </p:txBody>
      </p:sp>
      <p:sp>
        <p:nvSpPr>
          <p:cNvPr id="88" name="Google Shape;88;p19"/>
          <p:cNvSpPr txBox="1">
            <a:spLocks noGrp="1"/>
          </p:cNvSpPr>
          <p:nvPr>
            <p:ph type="subTitle" idx="9"/>
          </p:nvPr>
        </p:nvSpPr>
        <p:spPr>
          <a:xfrm>
            <a:off x="6235166" y="3199001"/>
            <a:ext cx="2081700" cy="61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lvl1pPr>
            <a:lvl2pPr lvl="1" rtl="0">
              <a:lnSpc>
                <a:spcPct val="100000"/>
              </a:lnSpc>
              <a:spcBef>
                <a:spcPts val="0"/>
              </a:spcBef>
              <a:spcAft>
                <a:spcPts val="0"/>
              </a:spcAft>
              <a:buNone/>
              <a:defRPr b="1"/>
            </a:lvl2pPr>
            <a:lvl3pPr lvl="2" rtl="0">
              <a:lnSpc>
                <a:spcPct val="100000"/>
              </a:lnSpc>
              <a:spcBef>
                <a:spcPts val="0"/>
              </a:spcBef>
              <a:spcAft>
                <a:spcPts val="0"/>
              </a:spcAft>
              <a:buNone/>
              <a:defRPr b="1"/>
            </a:lvl3pPr>
            <a:lvl4pPr lvl="3" rtl="0">
              <a:lnSpc>
                <a:spcPct val="100000"/>
              </a:lnSpc>
              <a:spcBef>
                <a:spcPts val="0"/>
              </a:spcBef>
              <a:spcAft>
                <a:spcPts val="0"/>
              </a:spcAft>
              <a:buNone/>
              <a:defRPr b="1"/>
            </a:lvl4pPr>
            <a:lvl5pPr lvl="4" rtl="0">
              <a:lnSpc>
                <a:spcPct val="100000"/>
              </a:lnSpc>
              <a:spcBef>
                <a:spcPts val="0"/>
              </a:spcBef>
              <a:spcAft>
                <a:spcPts val="0"/>
              </a:spcAft>
              <a:buNone/>
              <a:defRPr b="1"/>
            </a:lvl5pPr>
            <a:lvl6pPr lvl="5" rtl="0">
              <a:lnSpc>
                <a:spcPct val="100000"/>
              </a:lnSpc>
              <a:spcBef>
                <a:spcPts val="0"/>
              </a:spcBef>
              <a:spcAft>
                <a:spcPts val="0"/>
              </a:spcAft>
              <a:buNone/>
              <a:defRPr b="1"/>
            </a:lvl6pPr>
            <a:lvl7pPr lvl="6" rtl="0">
              <a:lnSpc>
                <a:spcPct val="100000"/>
              </a:lnSpc>
              <a:spcBef>
                <a:spcPts val="0"/>
              </a:spcBef>
              <a:spcAft>
                <a:spcPts val="0"/>
              </a:spcAft>
              <a:buNone/>
              <a:defRPr b="1"/>
            </a:lvl7pPr>
            <a:lvl8pPr lvl="7" rtl="0">
              <a:lnSpc>
                <a:spcPct val="100000"/>
              </a:lnSpc>
              <a:spcBef>
                <a:spcPts val="0"/>
              </a:spcBef>
              <a:spcAft>
                <a:spcPts val="0"/>
              </a:spcAft>
              <a:buNone/>
              <a:defRPr b="1"/>
            </a:lvl8pPr>
            <a:lvl9pPr lvl="8" rtl="0">
              <a:lnSpc>
                <a:spcPct val="100000"/>
              </a:lnSpc>
              <a:spcBef>
                <a:spcPts val="0"/>
              </a:spcBef>
              <a:spcAft>
                <a:spcPts val="0"/>
              </a:spcAft>
              <a:buNone/>
              <a:defRPr b="1"/>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four columns">
  <p:cSld name="CUSTOM_3_1_4">
    <p:spTree>
      <p:nvGrpSpPr>
        <p:cNvPr id="1" name="Shape 89"/>
        <p:cNvGrpSpPr/>
        <p:nvPr/>
      </p:nvGrpSpPr>
      <p:grpSpPr>
        <a:xfrm>
          <a:off x="0" y="0"/>
          <a:ext cx="0" cy="0"/>
          <a:chOff x="0" y="0"/>
          <a:chExt cx="0" cy="0"/>
        </a:xfrm>
      </p:grpSpPr>
      <p:pic>
        <p:nvPicPr>
          <p:cNvPr id="90" name="Google Shape;90;p20"/>
          <p:cNvPicPr preferRelativeResize="0"/>
          <p:nvPr/>
        </p:nvPicPr>
        <p:blipFill>
          <a:blip r:embed="rId2">
            <a:alphaModFix/>
          </a:blip>
          <a:stretch>
            <a:fillRect/>
          </a:stretch>
        </p:blipFill>
        <p:spPr>
          <a:xfrm>
            <a:off x="-66575" y="-134550"/>
            <a:ext cx="9543501" cy="5368199"/>
          </a:xfrm>
          <a:prstGeom prst="rect">
            <a:avLst/>
          </a:prstGeom>
          <a:noFill/>
          <a:ln>
            <a:noFill/>
          </a:ln>
        </p:spPr>
      </p:pic>
      <p:sp>
        <p:nvSpPr>
          <p:cNvPr id="91" name="Google Shape;91;p20"/>
          <p:cNvSpPr txBox="1">
            <a:spLocks noGrp="1"/>
          </p:cNvSpPr>
          <p:nvPr>
            <p:ph type="subTitle" idx="1"/>
          </p:nvPr>
        </p:nvSpPr>
        <p:spPr>
          <a:xfrm>
            <a:off x="1869152" y="1591250"/>
            <a:ext cx="2535600" cy="53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92" name="Google Shape;92;p20"/>
          <p:cNvSpPr txBox="1">
            <a:spLocks noGrp="1"/>
          </p:cNvSpPr>
          <p:nvPr>
            <p:ph type="subTitle" idx="2"/>
          </p:nvPr>
        </p:nvSpPr>
        <p:spPr>
          <a:xfrm>
            <a:off x="1869150" y="2068209"/>
            <a:ext cx="25356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a:endParaRPr/>
          </a:p>
        </p:txBody>
      </p:sp>
      <p:sp>
        <p:nvSpPr>
          <p:cNvPr id="93" name="Google Shape;93;p20"/>
          <p:cNvSpPr txBox="1">
            <a:spLocks noGrp="1"/>
          </p:cNvSpPr>
          <p:nvPr>
            <p:ph type="subTitle" idx="3"/>
          </p:nvPr>
        </p:nvSpPr>
        <p:spPr>
          <a:xfrm>
            <a:off x="1869152" y="3118081"/>
            <a:ext cx="2535600" cy="53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94" name="Google Shape;94;p20"/>
          <p:cNvSpPr txBox="1">
            <a:spLocks noGrp="1"/>
          </p:cNvSpPr>
          <p:nvPr>
            <p:ph type="subTitle" idx="4"/>
          </p:nvPr>
        </p:nvSpPr>
        <p:spPr>
          <a:xfrm>
            <a:off x="1869150" y="3595022"/>
            <a:ext cx="25356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95" name="Google Shape;95;p20"/>
          <p:cNvSpPr txBox="1">
            <a:spLocks noGrp="1"/>
          </p:cNvSpPr>
          <p:nvPr>
            <p:ph type="subTitle" idx="5"/>
          </p:nvPr>
        </p:nvSpPr>
        <p:spPr>
          <a:xfrm>
            <a:off x="5809400" y="1591275"/>
            <a:ext cx="2535600" cy="53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96" name="Google Shape;96;p20"/>
          <p:cNvSpPr txBox="1">
            <a:spLocks noGrp="1"/>
          </p:cNvSpPr>
          <p:nvPr>
            <p:ph type="subTitle" idx="6"/>
          </p:nvPr>
        </p:nvSpPr>
        <p:spPr>
          <a:xfrm>
            <a:off x="5809400" y="2068222"/>
            <a:ext cx="25356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97" name="Google Shape;97;p20"/>
          <p:cNvSpPr txBox="1">
            <a:spLocks noGrp="1"/>
          </p:cNvSpPr>
          <p:nvPr>
            <p:ph type="title"/>
          </p:nvPr>
        </p:nvSpPr>
        <p:spPr>
          <a:xfrm>
            <a:off x="720000" y="4638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lvl1pPr>
            <a:lvl2pPr lvl="1"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9pPr>
          </a:lstStyle>
          <a:p>
            <a:endParaRPr/>
          </a:p>
        </p:txBody>
      </p:sp>
      <p:sp>
        <p:nvSpPr>
          <p:cNvPr id="98" name="Google Shape;98;p20"/>
          <p:cNvSpPr txBox="1">
            <a:spLocks noGrp="1"/>
          </p:cNvSpPr>
          <p:nvPr>
            <p:ph type="subTitle" idx="7"/>
          </p:nvPr>
        </p:nvSpPr>
        <p:spPr>
          <a:xfrm>
            <a:off x="5809400" y="3118081"/>
            <a:ext cx="2535600" cy="53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99" name="Google Shape;99;p20"/>
          <p:cNvSpPr txBox="1">
            <a:spLocks noGrp="1"/>
          </p:cNvSpPr>
          <p:nvPr>
            <p:ph type="subTitle" idx="8"/>
          </p:nvPr>
        </p:nvSpPr>
        <p:spPr>
          <a:xfrm>
            <a:off x="5809400" y="3595028"/>
            <a:ext cx="25356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ive columns">
  <p:cSld name="CUSTOM_30">
    <p:spTree>
      <p:nvGrpSpPr>
        <p:cNvPr id="1" name="Shape 100"/>
        <p:cNvGrpSpPr/>
        <p:nvPr/>
      </p:nvGrpSpPr>
      <p:grpSpPr>
        <a:xfrm>
          <a:off x="0" y="0"/>
          <a:ext cx="0" cy="0"/>
          <a:chOff x="0" y="0"/>
          <a:chExt cx="0" cy="0"/>
        </a:xfrm>
      </p:grpSpPr>
      <p:pic>
        <p:nvPicPr>
          <p:cNvPr id="101" name="Google Shape;101;p21"/>
          <p:cNvPicPr preferRelativeResize="0"/>
          <p:nvPr/>
        </p:nvPicPr>
        <p:blipFill rotWithShape="1">
          <a:blip r:embed="rId2">
            <a:alphaModFix/>
          </a:blip>
          <a:srcRect l="68822"/>
          <a:stretch/>
        </p:blipFill>
        <p:spPr>
          <a:xfrm>
            <a:off x="6293102" y="0"/>
            <a:ext cx="2850898" cy="5143499"/>
          </a:xfrm>
          <a:prstGeom prst="rect">
            <a:avLst/>
          </a:prstGeom>
          <a:noFill/>
          <a:ln>
            <a:noFill/>
          </a:ln>
        </p:spPr>
      </p:pic>
      <p:sp>
        <p:nvSpPr>
          <p:cNvPr id="102" name="Google Shape;102;p21"/>
          <p:cNvSpPr txBox="1">
            <a:spLocks noGrp="1"/>
          </p:cNvSpPr>
          <p:nvPr>
            <p:ph type="subTitle" idx="1"/>
          </p:nvPr>
        </p:nvSpPr>
        <p:spPr>
          <a:xfrm>
            <a:off x="5668750" y="2440017"/>
            <a:ext cx="26481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03" name="Google Shape;103;p21"/>
          <p:cNvSpPr txBox="1">
            <a:spLocks noGrp="1"/>
          </p:cNvSpPr>
          <p:nvPr>
            <p:ph type="subTitle" idx="2"/>
          </p:nvPr>
        </p:nvSpPr>
        <p:spPr>
          <a:xfrm>
            <a:off x="5668750" y="2812993"/>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104" name="Google Shape;104;p21"/>
          <p:cNvSpPr txBox="1">
            <a:spLocks noGrp="1"/>
          </p:cNvSpPr>
          <p:nvPr>
            <p:ph type="subTitle" idx="3"/>
          </p:nvPr>
        </p:nvSpPr>
        <p:spPr>
          <a:xfrm>
            <a:off x="5668750" y="1316200"/>
            <a:ext cx="26481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05" name="Google Shape;105;p21"/>
          <p:cNvSpPr txBox="1">
            <a:spLocks noGrp="1"/>
          </p:cNvSpPr>
          <p:nvPr>
            <p:ph type="subTitle" idx="4"/>
          </p:nvPr>
        </p:nvSpPr>
        <p:spPr>
          <a:xfrm>
            <a:off x="5668750" y="1689164"/>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106" name="Google Shape;106;p21"/>
          <p:cNvSpPr txBox="1">
            <a:spLocks noGrp="1"/>
          </p:cNvSpPr>
          <p:nvPr>
            <p:ph type="title"/>
          </p:nvPr>
        </p:nvSpPr>
        <p:spPr>
          <a:xfrm>
            <a:off x="720000" y="4638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SzPts val="2600"/>
              <a:buFont typeface="Fredoka One"/>
              <a:buNone/>
              <a:defRPr/>
            </a:lvl1pPr>
            <a:lvl2pPr lvl="1" algn="ctr" rtl="0">
              <a:spcBef>
                <a:spcPts val="0"/>
              </a:spcBef>
              <a:spcAft>
                <a:spcPts val="0"/>
              </a:spcAft>
              <a:buSzPts val="2600"/>
              <a:buFont typeface="Fredoka One"/>
              <a:buNone/>
              <a:defRPr>
                <a:latin typeface="Fredoka One"/>
                <a:ea typeface="Fredoka One"/>
                <a:cs typeface="Fredoka One"/>
                <a:sym typeface="Fredoka One"/>
              </a:defRPr>
            </a:lvl2pPr>
            <a:lvl3pPr lvl="2" algn="ctr" rtl="0">
              <a:spcBef>
                <a:spcPts val="0"/>
              </a:spcBef>
              <a:spcAft>
                <a:spcPts val="0"/>
              </a:spcAft>
              <a:buSzPts val="2600"/>
              <a:buFont typeface="Fredoka One"/>
              <a:buNone/>
              <a:defRPr>
                <a:latin typeface="Fredoka One"/>
                <a:ea typeface="Fredoka One"/>
                <a:cs typeface="Fredoka One"/>
                <a:sym typeface="Fredoka One"/>
              </a:defRPr>
            </a:lvl3pPr>
            <a:lvl4pPr lvl="3" algn="ctr" rtl="0">
              <a:spcBef>
                <a:spcPts val="0"/>
              </a:spcBef>
              <a:spcAft>
                <a:spcPts val="0"/>
              </a:spcAft>
              <a:buSzPts val="2600"/>
              <a:buFont typeface="Fredoka One"/>
              <a:buNone/>
              <a:defRPr>
                <a:latin typeface="Fredoka One"/>
                <a:ea typeface="Fredoka One"/>
                <a:cs typeface="Fredoka One"/>
                <a:sym typeface="Fredoka One"/>
              </a:defRPr>
            </a:lvl4pPr>
            <a:lvl5pPr lvl="4" algn="ctr" rtl="0">
              <a:spcBef>
                <a:spcPts val="0"/>
              </a:spcBef>
              <a:spcAft>
                <a:spcPts val="0"/>
              </a:spcAft>
              <a:buSzPts val="2600"/>
              <a:buFont typeface="Fredoka One"/>
              <a:buNone/>
              <a:defRPr>
                <a:latin typeface="Fredoka One"/>
                <a:ea typeface="Fredoka One"/>
                <a:cs typeface="Fredoka One"/>
                <a:sym typeface="Fredoka One"/>
              </a:defRPr>
            </a:lvl5pPr>
            <a:lvl6pPr lvl="5" algn="ctr" rtl="0">
              <a:spcBef>
                <a:spcPts val="0"/>
              </a:spcBef>
              <a:spcAft>
                <a:spcPts val="0"/>
              </a:spcAft>
              <a:buSzPts val="2600"/>
              <a:buFont typeface="Fredoka One"/>
              <a:buNone/>
              <a:defRPr>
                <a:latin typeface="Fredoka One"/>
                <a:ea typeface="Fredoka One"/>
                <a:cs typeface="Fredoka One"/>
                <a:sym typeface="Fredoka One"/>
              </a:defRPr>
            </a:lvl6pPr>
            <a:lvl7pPr lvl="6" algn="ctr" rtl="0">
              <a:spcBef>
                <a:spcPts val="0"/>
              </a:spcBef>
              <a:spcAft>
                <a:spcPts val="0"/>
              </a:spcAft>
              <a:buSzPts val="2600"/>
              <a:buFont typeface="Fredoka One"/>
              <a:buNone/>
              <a:defRPr>
                <a:latin typeface="Fredoka One"/>
                <a:ea typeface="Fredoka One"/>
                <a:cs typeface="Fredoka One"/>
                <a:sym typeface="Fredoka One"/>
              </a:defRPr>
            </a:lvl7pPr>
            <a:lvl8pPr lvl="7" algn="ctr" rtl="0">
              <a:spcBef>
                <a:spcPts val="0"/>
              </a:spcBef>
              <a:spcAft>
                <a:spcPts val="0"/>
              </a:spcAft>
              <a:buSzPts val="2600"/>
              <a:buFont typeface="Fredoka One"/>
              <a:buNone/>
              <a:defRPr>
                <a:latin typeface="Fredoka One"/>
                <a:ea typeface="Fredoka One"/>
                <a:cs typeface="Fredoka One"/>
                <a:sym typeface="Fredoka One"/>
              </a:defRPr>
            </a:lvl8pPr>
            <a:lvl9pPr lvl="8" algn="ctr" rtl="0">
              <a:spcBef>
                <a:spcPts val="0"/>
              </a:spcBef>
              <a:spcAft>
                <a:spcPts val="0"/>
              </a:spcAft>
              <a:buSzPts val="2600"/>
              <a:buFont typeface="Fredoka One"/>
              <a:buNone/>
              <a:defRPr>
                <a:latin typeface="Fredoka One"/>
                <a:ea typeface="Fredoka One"/>
                <a:cs typeface="Fredoka One"/>
                <a:sym typeface="Fredoka One"/>
              </a:defRPr>
            </a:lvl9pPr>
          </a:lstStyle>
          <a:p>
            <a:endParaRPr/>
          </a:p>
        </p:txBody>
      </p:sp>
      <p:sp>
        <p:nvSpPr>
          <p:cNvPr id="107" name="Google Shape;107;p21"/>
          <p:cNvSpPr txBox="1">
            <a:spLocks noGrp="1"/>
          </p:cNvSpPr>
          <p:nvPr>
            <p:ph type="subTitle" idx="5"/>
          </p:nvPr>
        </p:nvSpPr>
        <p:spPr>
          <a:xfrm>
            <a:off x="1739500" y="1316200"/>
            <a:ext cx="26481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08" name="Google Shape;108;p21"/>
          <p:cNvSpPr txBox="1">
            <a:spLocks noGrp="1"/>
          </p:cNvSpPr>
          <p:nvPr>
            <p:ph type="subTitle" idx="6"/>
          </p:nvPr>
        </p:nvSpPr>
        <p:spPr>
          <a:xfrm>
            <a:off x="1739500" y="1689164"/>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109" name="Google Shape;109;p21"/>
          <p:cNvSpPr txBox="1">
            <a:spLocks noGrp="1"/>
          </p:cNvSpPr>
          <p:nvPr>
            <p:ph type="subTitle" idx="7"/>
          </p:nvPr>
        </p:nvSpPr>
        <p:spPr>
          <a:xfrm>
            <a:off x="1739500" y="2440017"/>
            <a:ext cx="26481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10" name="Google Shape;110;p21"/>
          <p:cNvSpPr txBox="1">
            <a:spLocks noGrp="1"/>
          </p:cNvSpPr>
          <p:nvPr>
            <p:ph type="subTitle" idx="8"/>
          </p:nvPr>
        </p:nvSpPr>
        <p:spPr>
          <a:xfrm>
            <a:off x="1739500" y="2812993"/>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111" name="Google Shape;111;p21"/>
          <p:cNvSpPr txBox="1">
            <a:spLocks noGrp="1"/>
          </p:cNvSpPr>
          <p:nvPr>
            <p:ph type="subTitle" idx="9"/>
          </p:nvPr>
        </p:nvSpPr>
        <p:spPr>
          <a:xfrm>
            <a:off x="1739500" y="3563835"/>
            <a:ext cx="26481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12" name="Google Shape;112;p21"/>
          <p:cNvSpPr txBox="1">
            <a:spLocks noGrp="1"/>
          </p:cNvSpPr>
          <p:nvPr>
            <p:ph type="subTitle" idx="13"/>
          </p:nvPr>
        </p:nvSpPr>
        <p:spPr>
          <a:xfrm>
            <a:off x="1739500" y="3936800"/>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six columns">
  <p:cSld name="CUSTOM_4_1_1_1">
    <p:spTree>
      <p:nvGrpSpPr>
        <p:cNvPr id="1" name="Shape 113"/>
        <p:cNvGrpSpPr/>
        <p:nvPr/>
      </p:nvGrpSpPr>
      <p:grpSpPr>
        <a:xfrm>
          <a:off x="0" y="0"/>
          <a:ext cx="0" cy="0"/>
          <a:chOff x="0" y="0"/>
          <a:chExt cx="0" cy="0"/>
        </a:xfrm>
      </p:grpSpPr>
      <p:sp>
        <p:nvSpPr>
          <p:cNvPr id="114" name="Google Shape;114;p22"/>
          <p:cNvSpPr txBox="1">
            <a:spLocks noGrp="1"/>
          </p:cNvSpPr>
          <p:nvPr>
            <p:ph type="subTitle" idx="1"/>
          </p:nvPr>
        </p:nvSpPr>
        <p:spPr>
          <a:xfrm>
            <a:off x="5668750" y="2440017"/>
            <a:ext cx="26481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15" name="Google Shape;115;p22"/>
          <p:cNvSpPr txBox="1">
            <a:spLocks noGrp="1"/>
          </p:cNvSpPr>
          <p:nvPr>
            <p:ph type="subTitle" idx="2"/>
          </p:nvPr>
        </p:nvSpPr>
        <p:spPr>
          <a:xfrm>
            <a:off x="5668750" y="2812993"/>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116" name="Google Shape;116;p22"/>
          <p:cNvSpPr txBox="1">
            <a:spLocks noGrp="1"/>
          </p:cNvSpPr>
          <p:nvPr>
            <p:ph type="subTitle" idx="3"/>
          </p:nvPr>
        </p:nvSpPr>
        <p:spPr>
          <a:xfrm>
            <a:off x="5668750" y="1316200"/>
            <a:ext cx="26481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17" name="Google Shape;117;p22"/>
          <p:cNvSpPr txBox="1">
            <a:spLocks noGrp="1"/>
          </p:cNvSpPr>
          <p:nvPr>
            <p:ph type="subTitle" idx="4"/>
          </p:nvPr>
        </p:nvSpPr>
        <p:spPr>
          <a:xfrm>
            <a:off x="5668750" y="1689164"/>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118" name="Google Shape;118;p22"/>
          <p:cNvSpPr txBox="1">
            <a:spLocks noGrp="1"/>
          </p:cNvSpPr>
          <p:nvPr>
            <p:ph type="subTitle" idx="5"/>
          </p:nvPr>
        </p:nvSpPr>
        <p:spPr>
          <a:xfrm>
            <a:off x="5668750" y="3563835"/>
            <a:ext cx="2648100" cy="457200"/>
          </a:xfrm>
          <a:prstGeom prst="rect">
            <a:avLst/>
          </a:prstGeom>
          <a:noFill/>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19" name="Google Shape;119;p22"/>
          <p:cNvSpPr txBox="1">
            <a:spLocks noGrp="1"/>
          </p:cNvSpPr>
          <p:nvPr>
            <p:ph type="subTitle" idx="6"/>
          </p:nvPr>
        </p:nvSpPr>
        <p:spPr>
          <a:xfrm>
            <a:off x="5668750" y="3936800"/>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120" name="Google Shape;120;p22"/>
          <p:cNvSpPr txBox="1">
            <a:spLocks noGrp="1"/>
          </p:cNvSpPr>
          <p:nvPr>
            <p:ph type="title"/>
          </p:nvPr>
        </p:nvSpPr>
        <p:spPr>
          <a:xfrm>
            <a:off x="720000" y="4638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SzPts val="2600"/>
              <a:buFont typeface="Fredoka One"/>
              <a:buNone/>
              <a:defRPr/>
            </a:lvl1pPr>
            <a:lvl2pPr lvl="1" algn="ctr" rtl="0">
              <a:spcBef>
                <a:spcPts val="0"/>
              </a:spcBef>
              <a:spcAft>
                <a:spcPts val="0"/>
              </a:spcAft>
              <a:buSzPts val="2600"/>
              <a:buFont typeface="Fredoka One"/>
              <a:buNone/>
              <a:defRPr>
                <a:latin typeface="Fredoka One"/>
                <a:ea typeface="Fredoka One"/>
                <a:cs typeface="Fredoka One"/>
                <a:sym typeface="Fredoka One"/>
              </a:defRPr>
            </a:lvl2pPr>
            <a:lvl3pPr lvl="2" algn="ctr" rtl="0">
              <a:spcBef>
                <a:spcPts val="0"/>
              </a:spcBef>
              <a:spcAft>
                <a:spcPts val="0"/>
              </a:spcAft>
              <a:buSzPts val="2600"/>
              <a:buFont typeface="Fredoka One"/>
              <a:buNone/>
              <a:defRPr>
                <a:latin typeface="Fredoka One"/>
                <a:ea typeface="Fredoka One"/>
                <a:cs typeface="Fredoka One"/>
                <a:sym typeface="Fredoka One"/>
              </a:defRPr>
            </a:lvl3pPr>
            <a:lvl4pPr lvl="3" algn="ctr" rtl="0">
              <a:spcBef>
                <a:spcPts val="0"/>
              </a:spcBef>
              <a:spcAft>
                <a:spcPts val="0"/>
              </a:spcAft>
              <a:buSzPts val="2600"/>
              <a:buFont typeface="Fredoka One"/>
              <a:buNone/>
              <a:defRPr>
                <a:latin typeface="Fredoka One"/>
                <a:ea typeface="Fredoka One"/>
                <a:cs typeface="Fredoka One"/>
                <a:sym typeface="Fredoka One"/>
              </a:defRPr>
            </a:lvl4pPr>
            <a:lvl5pPr lvl="4" algn="ctr" rtl="0">
              <a:spcBef>
                <a:spcPts val="0"/>
              </a:spcBef>
              <a:spcAft>
                <a:spcPts val="0"/>
              </a:spcAft>
              <a:buSzPts val="2600"/>
              <a:buFont typeface="Fredoka One"/>
              <a:buNone/>
              <a:defRPr>
                <a:latin typeface="Fredoka One"/>
                <a:ea typeface="Fredoka One"/>
                <a:cs typeface="Fredoka One"/>
                <a:sym typeface="Fredoka One"/>
              </a:defRPr>
            </a:lvl5pPr>
            <a:lvl6pPr lvl="5" algn="ctr" rtl="0">
              <a:spcBef>
                <a:spcPts val="0"/>
              </a:spcBef>
              <a:spcAft>
                <a:spcPts val="0"/>
              </a:spcAft>
              <a:buSzPts val="2600"/>
              <a:buFont typeface="Fredoka One"/>
              <a:buNone/>
              <a:defRPr>
                <a:latin typeface="Fredoka One"/>
                <a:ea typeface="Fredoka One"/>
                <a:cs typeface="Fredoka One"/>
                <a:sym typeface="Fredoka One"/>
              </a:defRPr>
            </a:lvl6pPr>
            <a:lvl7pPr lvl="6" algn="ctr" rtl="0">
              <a:spcBef>
                <a:spcPts val="0"/>
              </a:spcBef>
              <a:spcAft>
                <a:spcPts val="0"/>
              </a:spcAft>
              <a:buSzPts val="2600"/>
              <a:buFont typeface="Fredoka One"/>
              <a:buNone/>
              <a:defRPr>
                <a:latin typeface="Fredoka One"/>
                <a:ea typeface="Fredoka One"/>
                <a:cs typeface="Fredoka One"/>
                <a:sym typeface="Fredoka One"/>
              </a:defRPr>
            </a:lvl7pPr>
            <a:lvl8pPr lvl="7" algn="ctr" rtl="0">
              <a:spcBef>
                <a:spcPts val="0"/>
              </a:spcBef>
              <a:spcAft>
                <a:spcPts val="0"/>
              </a:spcAft>
              <a:buSzPts val="2600"/>
              <a:buFont typeface="Fredoka One"/>
              <a:buNone/>
              <a:defRPr>
                <a:latin typeface="Fredoka One"/>
                <a:ea typeface="Fredoka One"/>
                <a:cs typeface="Fredoka One"/>
                <a:sym typeface="Fredoka One"/>
              </a:defRPr>
            </a:lvl8pPr>
            <a:lvl9pPr lvl="8" algn="ctr" rtl="0">
              <a:spcBef>
                <a:spcPts val="0"/>
              </a:spcBef>
              <a:spcAft>
                <a:spcPts val="0"/>
              </a:spcAft>
              <a:buSzPts val="2600"/>
              <a:buFont typeface="Fredoka One"/>
              <a:buNone/>
              <a:defRPr>
                <a:latin typeface="Fredoka One"/>
                <a:ea typeface="Fredoka One"/>
                <a:cs typeface="Fredoka One"/>
                <a:sym typeface="Fredoka One"/>
              </a:defRPr>
            </a:lvl9pPr>
          </a:lstStyle>
          <a:p>
            <a:endParaRPr/>
          </a:p>
        </p:txBody>
      </p:sp>
      <p:sp>
        <p:nvSpPr>
          <p:cNvPr id="121" name="Google Shape;121;p22"/>
          <p:cNvSpPr txBox="1">
            <a:spLocks noGrp="1"/>
          </p:cNvSpPr>
          <p:nvPr>
            <p:ph type="subTitle" idx="7"/>
          </p:nvPr>
        </p:nvSpPr>
        <p:spPr>
          <a:xfrm>
            <a:off x="1739500" y="1316200"/>
            <a:ext cx="26481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22" name="Google Shape;122;p22"/>
          <p:cNvSpPr txBox="1">
            <a:spLocks noGrp="1"/>
          </p:cNvSpPr>
          <p:nvPr>
            <p:ph type="subTitle" idx="8"/>
          </p:nvPr>
        </p:nvSpPr>
        <p:spPr>
          <a:xfrm>
            <a:off x="1739500" y="1689164"/>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123" name="Google Shape;123;p22"/>
          <p:cNvSpPr txBox="1">
            <a:spLocks noGrp="1"/>
          </p:cNvSpPr>
          <p:nvPr>
            <p:ph type="subTitle" idx="9"/>
          </p:nvPr>
        </p:nvSpPr>
        <p:spPr>
          <a:xfrm>
            <a:off x="1739500" y="2440017"/>
            <a:ext cx="26481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24" name="Google Shape;124;p22"/>
          <p:cNvSpPr txBox="1">
            <a:spLocks noGrp="1"/>
          </p:cNvSpPr>
          <p:nvPr>
            <p:ph type="subTitle" idx="13"/>
          </p:nvPr>
        </p:nvSpPr>
        <p:spPr>
          <a:xfrm>
            <a:off x="1739500" y="2812993"/>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125" name="Google Shape;125;p22"/>
          <p:cNvSpPr txBox="1">
            <a:spLocks noGrp="1"/>
          </p:cNvSpPr>
          <p:nvPr>
            <p:ph type="subTitle" idx="14"/>
          </p:nvPr>
        </p:nvSpPr>
        <p:spPr>
          <a:xfrm>
            <a:off x="1739500" y="3563835"/>
            <a:ext cx="26481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1900">
                <a:latin typeface="Outfit Black"/>
                <a:ea typeface="Outfit Black"/>
                <a:cs typeface="Outfit Black"/>
                <a:sym typeface="Outfit Black"/>
              </a:defRPr>
            </a:lvl1pPr>
            <a:lvl2pPr lvl="1" rtl="0">
              <a:lnSpc>
                <a:spcPct val="100000"/>
              </a:lnSpc>
              <a:spcBef>
                <a:spcPts val="0"/>
              </a:spcBef>
              <a:spcAft>
                <a:spcPts val="0"/>
              </a:spcAft>
              <a:buNone/>
              <a:defRPr sz="1900">
                <a:latin typeface="Outfit Black"/>
                <a:ea typeface="Outfit Black"/>
                <a:cs typeface="Outfit Black"/>
                <a:sym typeface="Outfit Black"/>
              </a:defRPr>
            </a:lvl2pPr>
            <a:lvl3pPr lvl="2" rtl="0">
              <a:lnSpc>
                <a:spcPct val="100000"/>
              </a:lnSpc>
              <a:spcBef>
                <a:spcPts val="0"/>
              </a:spcBef>
              <a:spcAft>
                <a:spcPts val="0"/>
              </a:spcAft>
              <a:buNone/>
              <a:defRPr sz="1900">
                <a:latin typeface="Outfit Black"/>
                <a:ea typeface="Outfit Black"/>
                <a:cs typeface="Outfit Black"/>
                <a:sym typeface="Outfit Black"/>
              </a:defRPr>
            </a:lvl3pPr>
            <a:lvl4pPr lvl="3" rtl="0">
              <a:lnSpc>
                <a:spcPct val="100000"/>
              </a:lnSpc>
              <a:spcBef>
                <a:spcPts val="0"/>
              </a:spcBef>
              <a:spcAft>
                <a:spcPts val="0"/>
              </a:spcAft>
              <a:buNone/>
              <a:defRPr sz="1900">
                <a:latin typeface="Outfit Black"/>
                <a:ea typeface="Outfit Black"/>
                <a:cs typeface="Outfit Black"/>
                <a:sym typeface="Outfit Black"/>
              </a:defRPr>
            </a:lvl4pPr>
            <a:lvl5pPr lvl="4" rtl="0">
              <a:lnSpc>
                <a:spcPct val="100000"/>
              </a:lnSpc>
              <a:spcBef>
                <a:spcPts val="0"/>
              </a:spcBef>
              <a:spcAft>
                <a:spcPts val="0"/>
              </a:spcAft>
              <a:buNone/>
              <a:defRPr sz="1900">
                <a:latin typeface="Outfit Black"/>
                <a:ea typeface="Outfit Black"/>
                <a:cs typeface="Outfit Black"/>
                <a:sym typeface="Outfit Black"/>
              </a:defRPr>
            </a:lvl5pPr>
            <a:lvl6pPr lvl="5" rtl="0">
              <a:lnSpc>
                <a:spcPct val="100000"/>
              </a:lnSpc>
              <a:spcBef>
                <a:spcPts val="0"/>
              </a:spcBef>
              <a:spcAft>
                <a:spcPts val="0"/>
              </a:spcAft>
              <a:buNone/>
              <a:defRPr sz="1900">
                <a:latin typeface="Outfit Black"/>
                <a:ea typeface="Outfit Black"/>
                <a:cs typeface="Outfit Black"/>
                <a:sym typeface="Outfit Black"/>
              </a:defRPr>
            </a:lvl6pPr>
            <a:lvl7pPr lvl="6" rtl="0">
              <a:lnSpc>
                <a:spcPct val="100000"/>
              </a:lnSpc>
              <a:spcBef>
                <a:spcPts val="0"/>
              </a:spcBef>
              <a:spcAft>
                <a:spcPts val="0"/>
              </a:spcAft>
              <a:buNone/>
              <a:defRPr sz="1900">
                <a:latin typeface="Outfit Black"/>
                <a:ea typeface="Outfit Black"/>
                <a:cs typeface="Outfit Black"/>
                <a:sym typeface="Outfit Black"/>
              </a:defRPr>
            </a:lvl7pPr>
            <a:lvl8pPr lvl="7" rtl="0">
              <a:lnSpc>
                <a:spcPct val="100000"/>
              </a:lnSpc>
              <a:spcBef>
                <a:spcPts val="0"/>
              </a:spcBef>
              <a:spcAft>
                <a:spcPts val="0"/>
              </a:spcAft>
              <a:buNone/>
              <a:defRPr sz="1900">
                <a:latin typeface="Outfit Black"/>
                <a:ea typeface="Outfit Black"/>
                <a:cs typeface="Outfit Black"/>
                <a:sym typeface="Outfit Black"/>
              </a:defRPr>
            </a:lvl8pPr>
            <a:lvl9pPr lvl="8" rtl="0">
              <a:lnSpc>
                <a:spcPct val="100000"/>
              </a:lnSpc>
              <a:spcBef>
                <a:spcPts val="0"/>
              </a:spcBef>
              <a:spcAft>
                <a:spcPts val="0"/>
              </a:spcAft>
              <a:buNone/>
              <a:defRPr sz="1900">
                <a:latin typeface="Outfit Black"/>
                <a:ea typeface="Outfit Black"/>
                <a:cs typeface="Outfit Black"/>
                <a:sym typeface="Outfit Black"/>
              </a:defRPr>
            </a:lvl9pPr>
          </a:lstStyle>
          <a:p>
            <a:endParaRPr/>
          </a:p>
        </p:txBody>
      </p:sp>
      <p:sp>
        <p:nvSpPr>
          <p:cNvPr id="126" name="Google Shape;126;p22"/>
          <p:cNvSpPr txBox="1">
            <a:spLocks noGrp="1"/>
          </p:cNvSpPr>
          <p:nvPr>
            <p:ph type="subTitle" idx="15"/>
          </p:nvPr>
        </p:nvSpPr>
        <p:spPr>
          <a:xfrm>
            <a:off x="1739500" y="3936800"/>
            <a:ext cx="2648100" cy="59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pic>
        <p:nvPicPr>
          <p:cNvPr id="127" name="Google Shape;127;p22"/>
          <p:cNvPicPr preferRelativeResize="0"/>
          <p:nvPr/>
        </p:nvPicPr>
        <p:blipFill rotWithShape="1">
          <a:blip r:embed="rId2">
            <a:alphaModFix/>
          </a:blip>
          <a:srcRect l="79527" b="21826"/>
          <a:stretch/>
        </p:blipFill>
        <p:spPr>
          <a:xfrm>
            <a:off x="7452325" y="-249675"/>
            <a:ext cx="1872026" cy="4021024"/>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Numbers and text">
  <p:cSld name="CUSTOM_5_3_2">
    <p:bg>
      <p:bgPr>
        <a:solidFill>
          <a:schemeClr val="accent2"/>
        </a:solidFill>
        <a:effectLst/>
      </p:bgPr>
    </p:bg>
    <p:spTree>
      <p:nvGrpSpPr>
        <p:cNvPr id="1" name="Shape 128"/>
        <p:cNvGrpSpPr/>
        <p:nvPr/>
      </p:nvGrpSpPr>
      <p:grpSpPr>
        <a:xfrm>
          <a:off x="0" y="0"/>
          <a:ext cx="0" cy="0"/>
          <a:chOff x="0" y="0"/>
          <a:chExt cx="0" cy="0"/>
        </a:xfrm>
      </p:grpSpPr>
      <p:pic>
        <p:nvPicPr>
          <p:cNvPr id="129" name="Google Shape;129;p23"/>
          <p:cNvPicPr preferRelativeResize="0"/>
          <p:nvPr/>
        </p:nvPicPr>
        <p:blipFill>
          <a:blip r:embed="rId2">
            <a:alphaModFix/>
          </a:blip>
          <a:stretch>
            <a:fillRect/>
          </a:stretch>
        </p:blipFill>
        <p:spPr>
          <a:xfrm>
            <a:off x="0" y="0"/>
            <a:ext cx="9144003" cy="5143501"/>
          </a:xfrm>
          <a:prstGeom prst="rect">
            <a:avLst/>
          </a:prstGeom>
          <a:noFill/>
          <a:ln>
            <a:noFill/>
          </a:ln>
        </p:spPr>
      </p:pic>
      <p:sp>
        <p:nvSpPr>
          <p:cNvPr id="130" name="Google Shape;130;p23"/>
          <p:cNvSpPr txBox="1">
            <a:spLocks noGrp="1"/>
          </p:cNvSpPr>
          <p:nvPr>
            <p:ph type="title" hasCustomPrompt="1"/>
          </p:nvPr>
        </p:nvSpPr>
        <p:spPr>
          <a:xfrm>
            <a:off x="827282" y="3322134"/>
            <a:ext cx="2569500" cy="7458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dk1"/>
              </a:buClr>
              <a:buSzPts val="5000"/>
              <a:buNone/>
              <a:defRPr sz="4000">
                <a:solidFill>
                  <a:schemeClr val="dk1"/>
                </a:solidFill>
              </a:defRPr>
            </a:lvl1pPr>
            <a:lvl2pPr lvl="1" rtl="0">
              <a:spcBef>
                <a:spcPts val="0"/>
              </a:spcBef>
              <a:spcAft>
                <a:spcPts val="0"/>
              </a:spcAft>
              <a:buClr>
                <a:schemeClr val="dk1"/>
              </a:buClr>
              <a:buSzPts val="5000"/>
              <a:buNone/>
              <a:defRPr sz="5000">
                <a:solidFill>
                  <a:schemeClr val="dk1"/>
                </a:solidFill>
              </a:defRPr>
            </a:lvl2pPr>
            <a:lvl3pPr lvl="2" rtl="0">
              <a:spcBef>
                <a:spcPts val="0"/>
              </a:spcBef>
              <a:spcAft>
                <a:spcPts val="0"/>
              </a:spcAft>
              <a:buClr>
                <a:schemeClr val="dk1"/>
              </a:buClr>
              <a:buSzPts val="5000"/>
              <a:buNone/>
              <a:defRPr sz="5000">
                <a:solidFill>
                  <a:schemeClr val="dk1"/>
                </a:solidFill>
              </a:defRPr>
            </a:lvl3pPr>
            <a:lvl4pPr lvl="3" rtl="0">
              <a:spcBef>
                <a:spcPts val="0"/>
              </a:spcBef>
              <a:spcAft>
                <a:spcPts val="0"/>
              </a:spcAft>
              <a:buClr>
                <a:schemeClr val="dk1"/>
              </a:buClr>
              <a:buSzPts val="5000"/>
              <a:buNone/>
              <a:defRPr sz="5000">
                <a:solidFill>
                  <a:schemeClr val="dk1"/>
                </a:solidFill>
              </a:defRPr>
            </a:lvl4pPr>
            <a:lvl5pPr lvl="4" rtl="0">
              <a:spcBef>
                <a:spcPts val="0"/>
              </a:spcBef>
              <a:spcAft>
                <a:spcPts val="0"/>
              </a:spcAft>
              <a:buClr>
                <a:schemeClr val="dk1"/>
              </a:buClr>
              <a:buSzPts val="5000"/>
              <a:buNone/>
              <a:defRPr sz="5000">
                <a:solidFill>
                  <a:schemeClr val="dk1"/>
                </a:solidFill>
              </a:defRPr>
            </a:lvl5pPr>
            <a:lvl6pPr lvl="5" rtl="0">
              <a:spcBef>
                <a:spcPts val="0"/>
              </a:spcBef>
              <a:spcAft>
                <a:spcPts val="0"/>
              </a:spcAft>
              <a:buClr>
                <a:schemeClr val="dk1"/>
              </a:buClr>
              <a:buSzPts val="5000"/>
              <a:buNone/>
              <a:defRPr sz="5000">
                <a:solidFill>
                  <a:schemeClr val="dk1"/>
                </a:solidFill>
              </a:defRPr>
            </a:lvl6pPr>
            <a:lvl7pPr lvl="6" rtl="0">
              <a:spcBef>
                <a:spcPts val="0"/>
              </a:spcBef>
              <a:spcAft>
                <a:spcPts val="0"/>
              </a:spcAft>
              <a:buClr>
                <a:schemeClr val="dk1"/>
              </a:buClr>
              <a:buSzPts val="5000"/>
              <a:buNone/>
              <a:defRPr sz="5000">
                <a:solidFill>
                  <a:schemeClr val="dk1"/>
                </a:solidFill>
              </a:defRPr>
            </a:lvl7pPr>
            <a:lvl8pPr lvl="7" rtl="0">
              <a:spcBef>
                <a:spcPts val="0"/>
              </a:spcBef>
              <a:spcAft>
                <a:spcPts val="0"/>
              </a:spcAft>
              <a:buClr>
                <a:schemeClr val="dk1"/>
              </a:buClr>
              <a:buSzPts val="5000"/>
              <a:buNone/>
              <a:defRPr sz="5000">
                <a:solidFill>
                  <a:schemeClr val="dk1"/>
                </a:solidFill>
              </a:defRPr>
            </a:lvl8pPr>
            <a:lvl9pPr lvl="8" rtl="0">
              <a:spcBef>
                <a:spcPts val="0"/>
              </a:spcBef>
              <a:spcAft>
                <a:spcPts val="0"/>
              </a:spcAft>
              <a:buClr>
                <a:schemeClr val="dk1"/>
              </a:buClr>
              <a:buSzPts val="5000"/>
              <a:buNone/>
              <a:defRPr sz="5000">
                <a:solidFill>
                  <a:schemeClr val="dk1"/>
                </a:solidFill>
              </a:defRPr>
            </a:lvl9pPr>
          </a:lstStyle>
          <a:p>
            <a:r>
              <a:t>xx%</a:t>
            </a:r>
          </a:p>
        </p:txBody>
      </p:sp>
      <p:sp>
        <p:nvSpPr>
          <p:cNvPr id="131" name="Google Shape;131;p23"/>
          <p:cNvSpPr txBox="1">
            <a:spLocks noGrp="1"/>
          </p:cNvSpPr>
          <p:nvPr>
            <p:ph type="subTitle" idx="1"/>
          </p:nvPr>
        </p:nvSpPr>
        <p:spPr>
          <a:xfrm>
            <a:off x="827282" y="3979850"/>
            <a:ext cx="2569500" cy="567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solidFill>
                  <a:schemeClr val="dk1"/>
                </a:solidFill>
              </a:defRPr>
            </a:lvl1pPr>
            <a:lvl2pPr lvl="1" algn="ctr" rtl="0">
              <a:spcBef>
                <a:spcPts val="0"/>
              </a:spcBef>
              <a:spcAft>
                <a:spcPts val="0"/>
              </a:spcAft>
              <a:buNone/>
              <a:defRPr>
                <a:solidFill>
                  <a:schemeClr val="dk1"/>
                </a:solidFill>
              </a:defRPr>
            </a:lvl2pPr>
            <a:lvl3pPr lvl="2" algn="ctr" rtl="0">
              <a:spcBef>
                <a:spcPts val="0"/>
              </a:spcBef>
              <a:spcAft>
                <a:spcPts val="0"/>
              </a:spcAft>
              <a:buNone/>
              <a:defRPr>
                <a:solidFill>
                  <a:schemeClr val="dk1"/>
                </a:solidFill>
              </a:defRPr>
            </a:lvl3pPr>
            <a:lvl4pPr lvl="3" algn="ctr" rtl="0">
              <a:spcBef>
                <a:spcPts val="0"/>
              </a:spcBef>
              <a:spcAft>
                <a:spcPts val="0"/>
              </a:spcAft>
              <a:buNone/>
              <a:defRPr>
                <a:solidFill>
                  <a:schemeClr val="dk1"/>
                </a:solidFill>
              </a:defRPr>
            </a:lvl4pPr>
            <a:lvl5pPr lvl="4" algn="ctr" rtl="0">
              <a:spcBef>
                <a:spcPts val="0"/>
              </a:spcBef>
              <a:spcAft>
                <a:spcPts val="0"/>
              </a:spcAft>
              <a:buNone/>
              <a:defRPr>
                <a:solidFill>
                  <a:schemeClr val="dk1"/>
                </a:solidFill>
              </a:defRPr>
            </a:lvl5pPr>
            <a:lvl6pPr lvl="5" algn="ctr" rtl="0">
              <a:spcBef>
                <a:spcPts val="0"/>
              </a:spcBef>
              <a:spcAft>
                <a:spcPts val="0"/>
              </a:spcAft>
              <a:buNone/>
              <a:defRPr>
                <a:solidFill>
                  <a:schemeClr val="dk1"/>
                </a:solidFill>
              </a:defRPr>
            </a:lvl6pPr>
            <a:lvl7pPr lvl="6" algn="ctr" rtl="0">
              <a:spcBef>
                <a:spcPts val="0"/>
              </a:spcBef>
              <a:spcAft>
                <a:spcPts val="0"/>
              </a:spcAft>
              <a:buNone/>
              <a:defRPr>
                <a:solidFill>
                  <a:schemeClr val="dk1"/>
                </a:solidFill>
              </a:defRPr>
            </a:lvl7pPr>
            <a:lvl8pPr lvl="7" algn="ctr" rtl="0">
              <a:spcBef>
                <a:spcPts val="0"/>
              </a:spcBef>
              <a:spcAft>
                <a:spcPts val="0"/>
              </a:spcAft>
              <a:buNone/>
              <a:defRPr>
                <a:solidFill>
                  <a:schemeClr val="dk1"/>
                </a:solidFill>
              </a:defRPr>
            </a:lvl8pPr>
            <a:lvl9pPr lvl="8" algn="ctr" rtl="0">
              <a:spcBef>
                <a:spcPts val="0"/>
              </a:spcBef>
              <a:spcAft>
                <a:spcPts val="0"/>
              </a:spcAft>
              <a:buNone/>
              <a:defRPr>
                <a:solidFill>
                  <a:schemeClr val="dk1"/>
                </a:solidFill>
              </a:defRPr>
            </a:lvl9pPr>
          </a:lstStyle>
          <a:p>
            <a:endParaRPr/>
          </a:p>
        </p:txBody>
      </p:sp>
      <p:sp>
        <p:nvSpPr>
          <p:cNvPr id="132" name="Google Shape;132;p23"/>
          <p:cNvSpPr txBox="1">
            <a:spLocks noGrp="1"/>
          </p:cNvSpPr>
          <p:nvPr>
            <p:ph type="title" idx="2" hasCustomPrompt="1"/>
          </p:nvPr>
        </p:nvSpPr>
        <p:spPr>
          <a:xfrm>
            <a:off x="3287169" y="1617875"/>
            <a:ext cx="2569500" cy="7458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dk1"/>
              </a:buClr>
              <a:buSzPts val="5000"/>
              <a:buNone/>
              <a:defRPr sz="4000">
                <a:solidFill>
                  <a:schemeClr val="dk1"/>
                </a:solidFill>
              </a:defRPr>
            </a:lvl1pPr>
            <a:lvl2pPr lvl="1" rtl="0">
              <a:spcBef>
                <a:spcPts val="0"/>
              </a:spcBef>
              <a:spcAft>
                <a:spcPts val="0"/>
              </a:spcAft>
              <a:buClr>
                <a:schemeClr val="dk1"/>
              </a:buClr>
              <a:buSzPts val="5000"/>
              <a:buNone/>
              <a:defRPr sz="5000">
                <a:solidFill>
                  <a:schemeClr val="dk1"/>
                </a:solidFill>
              </a:defRPr>
            </a:lvl2pPr>
            <a:lvl3pPr lvl="2" rtl="0">
              <a:spcBef>
                <a:spcPts val="0"/>
              </a:spcBef>
              <a:spcAft>
                <a:spcPts val="0"/>
              </a:spcAft>
              <a:buClr>
                <a:schemeClr val="dk1"/>
              </a:buClr>
              <a:buSzPts val="5000"/>
              <a:buNone/>
              <a:defRPr sz="5000">
                <a:solidFill>
                  <a:schemeClr val="dk1"/>
                </a:solidFill>
              </a:defRPr>
            </a:lvl3pPr>
            <a:lvl4pPr lvl="3" rtl="0">
              <a:spcBef>
                <a:spcPts val="0"/>
              </a:spcBef>
              <a:spcAft>
                <a:spcPts val="0"/>
              </a:spcAft>
              <a:buClr>
                <a:schemeClr val="dk1"/>
              </a:buClr>
              <a:buSzPts val="5000"/>
              <a:buNone/>
              <a:defRPr sz="5000">
                <a:solidFill>
                  <a:schemeClr val="dk1"/>
                </a:solidFill>
              </a:defRPr>
            </a:lvl4pPr>
            <a:lvl5pPr lvl="4" rtl="0">
              <a:spcBef>
                <a:spcPts val="0"/>
              </a:spcBef>
              <a:spcAft>
                <a:spcPts val="0"/>
              </a:spcAft>
              <a:buClr>
                <a:schemeClr val="dk1"/>
              </a:buClr>
              <a:buSzPts val="5000"/>
              <a:buNone/>
              <a:defRPr sz="5000">
                <a:solidFill>
                  <a:schemeClr val="dk1"/>
                </a:solidFill>
              </a:defRPr>
            </a:lvl5pPr>
            <a:lvl6pPr lvl="5" rtl="0">
              <a:spcBef>
                <a:spcPts val="0"/>
              </a:spcBef>
              <a:spcAft>
                <a:spcPts val="0"/>
              </a:spcAft>
              <a:buClr>
                <a:schemeClr val="dk1"/>
              </a:buClr>
              <a:buSzPts val="5000"/>
              <a:buNone/>
              <a:defRPr sz="5000">
                <a:solidFill>
                  <a:schemeClr val="dk1"/>
                </a:solidFill>
              </a:defRPr>
            </a:lvl6pPr>
            <a:lvl7pPr lvl="6" rtl="0">
              <a:spcBef>
                <a:spcPts val="0"/>
              </a:spcBef>
              <a:spcAft>
                <a:spcPts val="0"/>
              </a:spcAft>
              <a:buClr>
                <a:schemeClr val="dk1"/>
              </a:buClr>
              <a:buSzPts val="5000"/>
              <a:buNone/>
              <a:defRPr sz="5000">
                <a:solidFill>
                  <a:schemeClr val="dk1"/>
                </a:solidFill>
              </a:defRPr>
            </a:lvl7pPr>
            <a:lvl8pPr lvl="7" rtl="0">
              <a:spcBef>
                <a:spcPts val="0"/>
              </a:spcBef>
              <a:spcAft>
                <a:spcPts val="0"/>
              </a:spcAft>
              <a:buClr>
                <a:schemeClr val="dk1"/>
              </a:buClr>
              <a:buSzPts val="5000"/>
              <a:buNone/>
              <a:defRPr sz="5000">
                <a:solidFill>
                  <a:schemeClr val="dk1"/>
                </a:solidFill>
              </a:defRPr>
            </a:lvl8pPr>
            <a:lvl9pPr lvl="8" rtl="0">
              <a:spcBef>
                <a:spcPts val="0"/>
              </a:spcBef>
              <a:spcAft>
                <a:spcPts val="0"/>
              </a:spcAft>
              <a:buClr>
                <a:schemeClr val="dk1"/>
              </a:buClr>
              <a:buSzPts val="5000"/>
              <a:buNone/>
              <a:defRPr sz="5000">
                <a:solidFill>
                  <a:schemeClr val="dk1"/>
                </a:solidFill>
              </a:defRPr>
            </a:lvl9pPr>
          </a:lstStyle>
          <a:p>
            <a:r>
              <a:t>xx%</a:t>
            </a:r>
          </a:p>
        </p:txBody>
      </p:sp>
      <p:sp>
        <p:nvSpPr>
          <p:cNvPr id="133" name="Google Shape;133;p23"/>
          <p:cNvSpPr txBox="1">
            <a:spLocks noGrp="1"/>
          </p:cNvSpPr>
          <p:nvPr>
            <p:ph type="subTitle" idx="3"/>
          </p:nvPr>
        </p:nvSpPr>
        <p:spPr>
          <a:xfrm>
            <a:off x="3287169" y="2275592"/>
            <a:ext cx="2569500" cy="567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solidFill>
                  <a:schemeClr val="dk1"/>
                </a:solidFill>
              </a:defRPr>
            </a:lvl1pPr>
            <a:lvl2pPr lvl="1" algn="ctr" rtl="0">
              <a:spcBef>
                <a:spcPts val="0"/>
              </a:spcBef>
              <a:spcAft>
                <a:spcPts val="0"/>
              </a:spcAft>
              <a:buNone/>
              <a:defRPr>
                <a:solidFill>
                  <a:schemeClr val="dk1"/>
                </a:solidFill>
              </a:defRPr>
            </a:lvl2pPr>
            <a:lvl3pPr lvl="2" algn="ctr" rtl="0">
              <a:spcBef>
                <a:spcPts val="0"/>
              </a:spcBef>
              <a:spcAft>
                <a:spcPts val="0"/>
              </a:spcAft>
              <a:buNone/>
              <a:defRPr>
                <a:solidFill>
                  <a:schemeClr val="dk1"/>
                </a:solidFill>
              </a:defRPr>
            </a:lvl3pPr>
            <a:lvl4pPr lvl="3" algn="ctr" rtl="0">
              <a:spcBef>
                <a:spcPts val="0"/>
              </a:spcBef>
              <a:spcAft>
                <a:spcPts val="0"/>
              </a:spcAft>
              <a:buNone/>
              <a:defRPr>
                <a:solidFill>
                  <a:schemeClr val="dk1"/>
                </a:solidFill>
              </a:defRPr>
            </a:lvl4pPr>
            <a:lvl5pPr lvl="4" algn="ctr" rtl="0">
              <a:spcBef>
                <a:spcPts val="0"/>
              </a:spcBef>
              <a:spcAft>
                <a:spcPts val="0"/>
              </a:spcAft>
              <a:buNone/>
              <a:defRPr>
                <a:solidFill>
                  <a:schemeClr val="dk1"/>
                </a:solidFill>
              </a:defRPr>
            </a:lvl5pPr>
            <a:lvl6pPr lvl="5" algn="ctr" rtl="0">
              <a:spcBef>
                <a:spcPts val="0"/>
              </a:spcBef>
              <a:spcAft>
                <a:spcPts val="0"/>
              </a:spcAft>
              <a:buNone/>
              <a:defRPr>
                <a:solidFill>
                  <a:schemeClr val="dk1"/>
                </a:solidFill>
              </a:defRPr>
            </a:lvl6pPr>
            <a:lvl7pPr lvl="6" algn="ctr" rtl="0">
              <a:spcBef>
                <a:spcPts val="0"/>
              </a:spcBef>
              <a:spcAft>
                <a:spcPts val="0"/>
              </a:spcAft>
              <a:buNone/>
              <a:defRPr>
                <a:solidFill>
                  <a:schemeClr val="dk1"/>
                </a:solidFill>
              </a:defRPr>
            </a:lvl7pPr>
            <a:lvl8pPr lvl="7" algn="ctr" rtl="0">
              <a:spcBef>
                <a:spcPts val="0"/>
              </a:spcBef>
              <a:spcAft>
                <a:spcPts val="0"/>
              </a:spcAft>
              <a:buNone/>
              <a:defRPr>
                <a:solidFill>
                  <a:schemeClr val="dk1"/>
                </a:solidFill>
              </a:defRPr>
            </a:lvl8pPr>
            <a:lvl9pPr lvl="8" algn="ctr" rtl="0">
              <a:spcBef>
                <a:spcPts val="0"/>
              </a:spcBef>
              <a:spcAft>
                <a:spcPts val="0"/>
              </a:spcAft>
              <a:buNone/>
              <a:defRPr>
                <a:solidFill>
                  <a:schemeClr val="dk1"/>
                </a:solidFill>
              </a:defRPr>
            </a:lvl9pPr>
          </a:lstStyle>
          <a:p>
            <a:endParaRPr/>
          </a:p>
        </p:txBody>
      </p:sp>
      <p:sp>
        <p:nvSpPr>
          <p:cNvPr id="134" name="Google Shape;134;p23"/>
          <p:cNvSpPr txBox="1">
            <a:spLocks noGrp="1"/>
          </p:cNvSpPr>
          <p:nvPr>
            <p:ph type="title" idx="4" hasCustomPrompt="1"/>
          </p:nvPr>
        </p:nvSpPr>
        <p:spPr>
          <a:xfrm>
            <a:off x="5747070" y="3322134"/>
            <a:ext cx="2569500" cy="7458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dk1"/>
              </a:buClr>
              <a:buSzPts val="5000"/>
              <a:buNone/>
              <a:defRPr sz="4000">
                <a:solidFill>
                  <a:schemeClr val="dk1"/>
                </a:solidFill>
              </a:defRPr>
            </a:lvl1pPr>
            <a:lvl2pPr lvl="1" rtl="0">
              <a:spcBef>
                <a:spcPts val="0"/>
              </a:spcBef>
              <a:spcAft>
                <a:spcPts val="0"/>
              </a:spcAft>
              <a:buClr>
                <a:schemeClr val="dk1"/>
              </a:buClr>
              <a:buSzPts val="5000"/>
              <a:buNone/>
              <a:defRPr sz="5000">
                <a:solidFill>
                  <a:schemeClr val="dk1"/>
                </a:solidFill>
              </a:defRPr>
            </a:lvl2pPr>
            <a:lvl3pPr lvl="2" rtl="0">
              <a:spcBef>
                <a:spcPts val="0"/>
              </a:spcBef>
              <a:spcAft>
                <a:spcPts val="0"/>
              </a:spcAft>
              <a:buClr>
                <a:schemeClr val="dk1"/>
              </a:buClr>
              <a:buSzPts val="5000"/>
              <a:buNone/>
              <a:defRPr sz="5000">
                <a:solidFill>
                  <a:schemeClr val="dk1"/>
                </a:solidFill>
              </a:defRPr>
            </a:lvl3pPr>
            <a:lvl4pPr lvl="3" rtl="0">
              <a:spcBef>
                <a:spcPts val="0"/>
              </a:spcBef>
              <a:spcAft>
                <a:spcPts val="0"/>
              </a:spcAft>
              <a:buClr>
                <a:schemeClr val="dk1"/>
              </a:buClr>
              <a:buSzPts val="5000"/>
              <a:buNone/>
              <a:defRPr sz="5000">
                <a:solidFill>
                  <a:schemeClr val="dk1"/>
                </a:solidFill>
              </a:defRPr>
            </a:lvl4pPr>
            <a:lvl5pPr lvl="4" rtl="0">
              <a:spcBef>
                <a:spcPts val="0"/>
              </a:spcBef>
              <a:spcAft>
                <a:spcPts val="0"/>
              </a:spcAft>
              <a:buClr>
                <a:schemeClr val="dk1"/>
              </a:buClr>
              <a:buSzPts val="5000"/>
              <a:buNone/>
              <a:defRPr sz="5000">
                <a:solidFill>
                  <a:schemeClr val="dk1"/>
                </a:solidFill>
              </a:defRPr>
            </a:lvl5pPr>
            <a:lvl6pPr lvl="5" rtl="0">
              <a:spcBef>
                <a:spcPts val="0"/>
              </a:spcBef>
              <a:spcAft>
                <a:spcPts val="0"/>
              </a:spcAft>
              <a:buClr>
                <a:schemeClr val="dk1"/>
              </a:buClr>
              <a:buSzPts val="5000"/>
              <a:buNone/>
              <a:defRPr sz="5000">
                <a:solidFill>
                  <a:schemeClr val="dk1"/>
                </a:solidFill>
              </a:defRPr>
            </a:lvl6pPr>
            <a:lvl7pPr lvl="6" rtl="0">
              <a:spcBef>
                <a:spcPts val="0"/>
              </a:spcBef>
              <a:spcAft>
                <a:spcPts val="0"/>
              </a:spcAft>
              <a:buClr>
                <a:schemeClr val="dk1"/>
              </a:buClr>
              <a:buSzPts val="5000"/>
              <a:buNone/>
              <a:defRPr sz="5000">
                <a:solidFill>
                  <a:schemeClr val="dk1"/>
                </a:solidFill>
              </a:defRPr>
            </a:lvl7pPr>
            <a:lvl8pPr lvl="7" rtl="0">
              <a:spcBef>
                <a:spcPts val="0"/>
              </a:spcBef>
              <a:spcAft>
                <a:spcPts val="0"/>
              </a:spcAft>
              <a:buClr>
                <a:schemeClr val="dk1"/>
              </a:buClr>
              <a:buSzPts val="5000"/>
              <a:buNone/>
              <a:defRPr sz="5000">
                <a:solidFill>
                  <a:schemeClr val="dk1"/>
                </a:solidFill>
              </a:defRPr>
            </a:lvl8pPr>
            <a:lvl9pPr lvl="8" rtl="0">
              <a:spcBef>
                <a:spcPts val="0"/>
              </a:spcBef>
              <a:spcAft>
                <a:spcPts val="0"/>
              </a:spcAft>
              <a:buClr>
                <a:schemeClr val="dk1"/>
              </a:buClr>
              <a:buSzPts val="5000"/>
              <a:buNone/>
              <a:defRPr sz="5000">
                <a:solidFill>
                  <a:schemeClr val="dk1"/>
                </a:solidFill>
              </a:defRPr>
            </a:lvl9pPr>
          </a:lstStyle>
          <a:p>
            <a:r>
              <a:t>xx%</a:t>
            </a:r>
          </a:p>
        </p:txBody>
      </p:sp>
      <p:sp>
        <p:nvSpPr>
          <p:cNvPr id="135" name="Google Shape;135;p23"/>
          <p:cNvSpPr txBox="1">
            <a:spLocks noGrp="1"/>
          </p:cNvSpPr>
          <p:nvPr>
            <p:ph type="subTitle" idx="5"/>
          </p:nvPr>
        </p:nvSpPr>
        <p:spPr>
          <a:xfrm>
            <a:off x="5747070" y="3979850"/>
            <a:ext cx="2569500" cy="567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solidFill>
                  <a:schemeClr val="dk1"/>
                </a:solidFill>
              </a:defRPr>
            </a:lvl1pPr>
            <a:lvl2pPr lvl="1" algn="ctr" rtl="0">
              <a:spcBef>
                <a:spcPts val="0"/>
              </a:spcBef>
              <a:spcAft>
                <a:spcPts val="0"/>
              </a:spcAft>
              <a:buNone/>
              <a:defRPr>
                <a:solidFill>
                  <a:schemeClr val="dk1"/>
                </a:solidFill>
              </a:defRPr>
            </a:lvl2pPr>
            <a:lvl3pPr lvl="2" algn="ctr" rtl="0">
              <a:spcBef>
                <a:spcPts val="0"/>
              </a:spcBef>
              <a:spcAft>
                <a:spcPts val="0"/>
              </a:spcAft>
              <a:buNone/>
              <a:defRPr>
                <a:solidFill>
                  <a:schemeClr val="dk1"/>
                </a:solidFill>
              </a:defRPr>
            </a:lvl3pPr>
            <a:lvl4pPr lvl="3" algn="ctr" rtl="0">
              <a:spcBef>
                <a:spcPts val="0"/>
              </a:spcBef>
              <a:spcAft>
                <a:spcPts val="0"/>
              </a:spcAft>
              <a:buNone/>
              <a:defRPr>
                <a:solidFill>
                  <a:schemeClr val="dk1"/>
                </a:solidFill>
              </a:defRPr>
            </a:lvl4pPr>
            <a:lvl5pPr lvl="4" algn="ctr" rtl="0">
              <a:spcBef>
                <a:spcPts val="0"/>
              </a:spcBef>
              <a:spcAft>
                <a:spcPts val="0"/>
              </a:spcAft>
              <a:buNone/>
              <a:defRPr>
                <a:solidFill>
                  <a:schemeClr val="dk1"/>
                </a:solidFill>
              </a:defRPr>
            </a:lvl5pPr>
            <a:lvl6pPr lvl="5" algn="ctr" rtl="0">
              <a:spcBef>
                <a:spcPts val="0"/>
              </a:spcBef>
              <a:spcAft>
                <a:spcPts val="0"/>
              </a:spcAft>
              <a:buNone/>
              <a:defRPr>
                <a:solidFill>
                  <a:schemeClr val="dk1"/>
                </a:solidFill>
              </a:defRPr>
            </a:lvl6pPr>
            <a:lvl7pPr lvl="6" algn="ctr" rtl="0">
              <a:spcBef>
                <a:spcPts val="0"/>
              </a:spcBef>
              <a:spcAft>
                <a:spcPts val="0"/>
              </a:spcAft>
              <a:buNone/>
              <a:defRPr>
                <a:solidFill>
                  <a:schemeClr val="dk1"/>
                </a:solidFill>
              </a:defRPr>
            </a:lvl7pPr>
            <a:lvl8pPr lvl="7" algn="ctr" rtl="0">
              <a:spcBef>
                <a:spcPts val="0"/>
              </a:spcBef>
              <a:spcAft>
                <a:spcPts val="0"/>
              </a:spcAft>
              <a:buNone/>
              <a:defRPr>
                <a:solidFill>
                  <a:schemeClr val="dk1"/>
                </a:solidFill>
              </a:defRPr>
            </a:lvl8pPr>
            <a:lvl9pPr lvl="8" algn="ctr" rtl="0">
              <a:spcBef>
                <a:spcPts val="0"/>
              </a:spcBef>
              <a:spcAft>
                <a:spcPts val="0"/>
              </a:spcAft>
              <a:buNone/>
              <a:defRPr>
                <a:solidFill>
                  <a:schemeClr val="dk1"/>
                </a:solidFill>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1">
  <p:cSld name="CUSTOM_20">
    <p:spTree>
      <p:nvGrpSpPr>
        <p:cNvPr id="1" name="Shape 136"/>
        <p:cNvGrpSpPr/>
        <p:nvPr/>
      </p:nvGrpSpPr>
      <p:grpSpPr>
        <a:xfrm>
          <a:off x="0" y="0"/>
          <a:ext cx="0" cy="0"/>
          <a:chOff x="0" y="0"/>
          <a:chExt cx="0" cy="0"/>
        </a:xfrm>
      </p:grpSpPr>
      <p:pic>
        <p:nvPicPr>
          <p:cNvPr id="137" name="Google Shape;137;p24"/>
          <p:cNvPicPr preferRelativeResize="0"/>
          <p:nvPr/>
        </p:nvPicPr>
        <p:blipFill>
          <a:blip r:embed="rId2">
            <a:alphaModFix/>
          </a:blip>
          <a:stretch>
            <a:fillRect/>
          </a:stretch>
        </p:blipFill>
        <p:spPr>
          <a:xfrm>
            <a:off x="0" y="-1"/>
            <a:ext cx="9144003" cy="5143501"/>
          </a:xfrm>
          <a:prstGeom prst="rect">
            <a:avLst/>
          </a:prstGeom>
          <a:noFill/>
          <a:ln>
            <a:noFill/>
          </a:ln>
        </p:spPr>
      </p:pic>
      <p:sp>
        <p:nvSpPr>
          <p:cNvPr id="138" name="Google Shape;138;p24"/>
          <p:cNvSpPr txBox="1">
            <a:spLocks noGrp="1"/>
          </p:cNvSpPr>
          <p:nvPr>
            <p:ph type="title"/>
          </p:nvPr>
        </p:nvSpPr>
        <p:spPr>
          <a:xfrm>
            <a:off x="720000" y="4638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lvl1pPr>
            <a:lvl2pPr lvl="1"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2">
  <p:cSld name="CUSTOM_20_1">
    <p:spTree>
      <p:nvGrpSpPr>
        <p:cNvPr id="1" name="Shape 139"/>
        <p:cNvGrpSpPr/>
        <p:nvPr/>
      </p:nvGrpSpPr>
      <p:grpSpPr>
        <a:xfrm>
          <a:off x="0" y="0"/>
          <a:ext cx="0" cy="0"/>
          <a:chOff x="0" y="0"/>
          <a:chExt cx="0" cy="0"/>
        </a:xfrm>
      </p:grpSpPr>
      <p:pic>
        <p:nvPicPr>
          <p:cNvPr id="140" name="Google Shape;140;p25"/>
          <p:cNvPicPr preferRelativeResize="0"/>
          <p:nvPr/>
        </p:nvPicPr>
        <p:blipFill rotWithShape="1">
          <a:blip r:embed="rId2">
            <a:alphaModFix/>
          </a:blip>
          <a:srcRect l="76414"/>
          <a:stretch/>
        </p:blipFill>
        <p:spPr>
          <a:xfrm>
            <a:off x="6987326" y="0"/>
            <a:ext cx="2156677" cy="5143499"/>
          </a:xfrm>
          <a:prstGeom prst="rect">
            <a:avLst/>
          </a:prstGeom>
          <a:noFill/>
          <a:ln>
            <a:noFill/>
          </a:ln>
        </p:spPr>
      </p:pic>
      <p:sp>
        <p:nvSpPr>
          <p:cNvPr id="141" name="Google Shape;141;p25"/>
          <p:cNvSpPr txBox="1">
            <a:spLocks noGrp="1"/>
          </p:cNvSpPr>
          <p:nvPr>
            <p:ph type="title"/>
          </p:nvPr>
        </p:nvSpPr>
        <p:spPr>
          <a:xfrm>
            <a:off x="720000" y="4638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2600"/>
              <a:buFont typeface="Fredoka One"/>
              <a:buNone/>
              <a:defRPr/>
            </a:lvl1pPr>
            <a:lvl2pPr lvl="1"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2600"/>
              <a:buFont typeface="Fredoka One"/>
              <a:buNone/>
              <a:defRPr>
                <a:solidFill>
                  <a:schemeClr val="dk1"/>
                </a:solidFill>
                <a:latin typeface="Fredoka One"/>
                <a:ea typeface="Fredoka One"/>
                <a:cs typeface="Fredoka One"/>
                <a:sym typeface="Fredoka 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hanks">
  <p:cSld name="CUSTOM_12_3">
    <p:spTree>
      <p:nvGrpSpPr>
        <p:cNvPr id="1" name="Shape 142"/>
        <p:cNvGrpSpPr/>
        <p:nvPr/>
      </p:nvGrpSpPr>
      <p:grpSpPr>
        <a:xfrm>
          <a:off x="0" y="0"/>
          <a:ext cx="0" cy="0"/>
          <a:chOff x="0" y="0"/>
          <a:chExt cx="0" cy="0"/>
        </a:xfrm>
      </p:grpSpPr>
      <p:sp>
        <p:nvSpPr>
          <p:cNvPr id="143" name="Google Shape;143;p26"/>
          <p:cNvSpPr txBox="1">
            <a:spLocks noGrp="1"/>
          </p:cNvSpPr>
          <p:nvPr>
            <p:ph type="title"/>
          </p:nvPr>
        </p:nvSpPr>
        <p:spPr>
          <a:xfrm>
            <a:off x="717825" y="1346390"/>
            <a:ext cx="3849600" cy="972900"/>
          </a:xfrm>
          <a:prstGeom prst="rect">
            <a:avLst/>
          </a:prstGeom>
        </p:spPr>
        <p:txBody>
          <a:bodyPr spcFirstLastPara="1" wrap="square" lIns="91425" tIns="91425" rIns="91425" bIns="91425" anchor="b" anchorCtr="0">
            <a:noAutofit/>
          </a:bodyPr>
          <a:lstStyle>
            <a:lvl1pPr lvl="0" rtl="0">
              <a:spcBef>
                <a:spcPts val="0"/>
              </a:spcBef>
              <a:spcAft>
                <a:spcPts val="0"/>
              </a:spcAft>
              <a:buSzPts val="5000"/>
              <a:buNone/>
              <a:defRPr sz="50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a:endParaRPr/>
          </a:p>
        </p:txBody>
      </p:sp>
      <p:sp>
        <p:nvSpPr>
          <p:cNvPr id="144" name="Google Shape;144;p26"/>
          <p:cNvSpPr txBox="1">
            <a:spLocks noGrp="1"/>
          </p:cNvSpPr>
          <p:nvPr>
            <p:ph type="subTitle" idx="1"/>
          </p:nvPr>
        </p:nvSpPr>
        <p:spPr>
          <a:xfrm>
            <a:off x="717825" y="2441243"/>
            <a:ext cx="3849600" cy="1017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145" name="Google Shape;145;p26"/>
          <p:cNvSpPr txBox="1"/>
          <p:nvPr/>
        </p:nvSpPr>
        <p:spPr>
          <a:xfrm>
            <a:off x="717825" y="3530904"/>
            <a:ext cx="3382200" cy="659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lt1"/>
                </a:solidFill>
                <a:latin typeface="Lato"/>
                <a:ea typeface="Lato"/>
                <a:cs typeface="Lato"/>
                <a:sym typeface="Lato"/>
              </a:rPr>
              <a:t>CREDITS: This presentation template was created by </a:t>
            </a:r>
            <a:r>
              <a:rPr lang="en" sz="1200" b="1">
                <a:solidFill>
                  <a:schemeClr val="lt1"/>
                </a:solidFill>
                <a:uFill>
                  <a:noFill/>
                </a:uFill>
                <a:latin typeface="Lato"/>
                <a:ea typeface="Lato"/>
                <a:cs typeface="Lato"/>
                <a:sym typeface="Lato"/>
                <a:hlinkClick r:id="rId2">
                  <a:extLst>
                    <a:ext uri="{A12FA001-AC4F-418D-AE19-62706E023703}">
                      <ahyp:hlinkClr xmlns:ahyp="http://schemas.microsoft.com/office/drawing/2018/hyperlinkcolor" val="tx"/>
                    </a:ext>
                  </a:extLst>
                </a:hlinkClick>
              </a:rPr>
              <a:t>Slidesgo</a:t>
            </a:r>
            <a:r>
              <a:rPr lang="en" sz="1200">
                <a:solidFill>
                  <a:schemeClr val="lt1"/>
                </a:solidFill>
                <a:latin typeface="Lato"/>
                <a:ea typeface="Lato"/>
                <a:cs typeface="Lato"/>
                <a:sym typeface="Lato"/>
              </a:rPr>
              <a:t>, including icons by </a:t>
            </a:r>
            <a:r>
              <a:rPr lang="en" sz="1200" b="1">
                <a:solidFill>
                  <a:schemeClr val="lt1"/>
                </a:solidFill>
                <a:uFill>
                  <a:noFill/>
                </a:uFill>
                <a:latin typeface="Lato"/>
                <a:ea typeface="Lato"/>
                <a:cs typeface="Lato"/>
                <a:sym typeface="Lato"/>
                <a:hlinkClick r:id="rId3">
                  <a:extLst>
                    <a:ext uri="{A12FA001-AC4F-418D-AE19-62706E023703}">
                      <ahyp:hlinkClr xmlns:ahyp="http://schemas.microsoft.com/office/drawing/2018/hyperlinkcolor" val="tx"/>
                    </a:ext>
                  </a:extLst>
                </a:hlinkClick>
              </a:rPr>
              <a:t>Flaticon</a:t>
            </a:r>
            <a:r>
              <a:rPr lang="en" sz="1200" b="1">
                <a:solidFill>
                  <a:schemeClr val="lt1"/>
                </a:solidFill>
                <a:latin typeface="Lato"/>
                <a:ea typeface="Lato"/>
                <a:cs typeface="Lato"/>
                <a:sym typeface="Lato"/>
              </a:rPr>
              <a:t> </a:t>
            </a:r>
            <a:r>
              <a:rPr lang="en" sz="1200">
                <a:solidFill>
                  <a:schemeClr val="lt1"/>
                </a:solidFill>
                <a:latin typeface="Lato"/>
                <a:ea typeface="Lato"/>
                <a:cs typeface="Lato"/>
                <a:sym typeface="Lato"/>
              </a:rPr>
              <a:t>and infographics &amp; images by </a:t>
            </a:r>
            <a:r>
              <a:rPr lang="en" sz="1200" b="1">
                <a:solidFill>
                  <a:schemeClr val="lt1"/>
                </a:solidFill>
                <a:uFill>
                  <a:noFill/>
                </a:uFill>
                <a:latin typeface="Lato"/>
                <a:ea typeface="Lato"/>
                <a:cs typeface="Lato"/>
                <a:sym typeface="Lato"/>
                <a:hlinkClick r:id="rId4">
                  <a:extLst>
                    <a:ext uri="{A12FA001-AC4F-418D-AE19-62706E023703}">
                      <ahyp:hlinkClr xmlns:ahyp="http://schemas.microsoft.com/office/drawing/2018/hyperlinkcolor" val="tx"/>
                    </a:ext>
                  </a:extLst>
                </a:hlinkClick>
              </a:rPr>
              <a:t>Freepik</a:t>
            </a:r>
            <a:endParaRPr sz="1200">
              <a:solidFill>
                <a:schemeClr val="lt1"/>
              </a:solidFill>
              <a:latin typeface="Lato"/>
              <a:ea typeface="Lato"/>
              <a:cs typeface="Lato"/>
              <a:sym typeface="Lato"/>
            </a:endParaRPr>
          </a:p>
        </p:txBody>
      </p:sp>
      <p:pic>
        <p:nvPicPr>
          <p:cNvPr id="146" name="Google Shape;146;p26"/>
          <p:cNvPicPr preferRelativeResize="0"/>
          <p:nvPr/>
        </p:nvPicPr>
        <p:blipFill rotWithShape="1">
          <a:blip r:embed="rId5">
            <a:alphaModFix/>
          </a:blip>
          <a:srcRect l="49949"/>
          <a:stretch/>
        </p:blipFill>
        <p:spPr>
          <a:xfrm>
            <a:off x="4567424" y="0"/>
            <a:ext cx="4576573" cy="5143499"/>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ackground">
  <p:cSld name="CUSTOM_24">
    <p:spTree>
      <p:nvGrpSpPr>
        <p:cNvPr id="1" name="Shape 147"/>
        <p:cNvGrpSpPr/>
        <p:nvPr/>
      </p:nvGrpSpPr>
      <p:grpSpPr>
        <a:xfrm>
          <a:off x="0" y="0"/>
          <a:ext cx="0" cy="0"/>
          <a:chOff x="0" y="0"/>
          <a:chExt cx="0" cy="0"/>
        </a:xfrm>
      </p:grpSpPr>
      <p:pic>
        <p:nvPicPr>
          <p:cNvPr id="148" name="Google Shape;148;p27"/>
          <p:cNvPicPr preferRelativeResize="0"/>
          <p:nvPr/>
        </p:nvPicPr>
        <p:blipFill rotWithShape="1">
          <a:blip r:embed="rId2">
            <a:alphaModFix/>
          </a:blip>
          <a:srcRect t="36366" r="60971"/>
          <a:stretch/>
        </p:blipFill>
        <p:spPr>
          <a:xfrm>
            <a:off x="0" y="1870550"/>
            <a:ext cx="3568748" cy="3272950"/>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1">
  <p:cSld name="CUSTOM_25">
    <p:bg>
      <p:bgPr>
        <a:solidFill>
          <a:schemeClr val="accent1"/>
        </a:solidFill>
        <a:effectLst/>
      </p:bgPr>
    </p:bg>
    <p:spTree>
      <p:nvGrpSpPr>
        <p:cNvPr id="1" name="Shape 149"/>
        <p:cNvGrpSpPr/>
        <p:nvPr/>
      </p:nvGrpSpPr>
      <p:grpSpPr>
        <a:xfrm>
          <a:off x="0" y="0"/>
          <a:ext cx="0" cy="0"/>
          <a:chOff x="0" y="0"/>
          <a:chExt cx="0" cy="0"/>
        </a:xfrm>
      </p:grpSpPr>
      <p:pic>
        <p:nvPicPr>
          <p:cNvPr id="150" name="Google Shape;150;p28"/>
          <p:cNvPicPr preferRelativeResize="0"/>
          <p:nvPr/>
        </p:nvPicPr>
        <p:blipFill>
          <a:blip r:embed="rId2">
            <a:alphaModFix/>
          </a:blip>
          <a:stretch>
            <a:fillRect/>
          </a:stretch>
        </p:blipFill>
        <p:spPr>
          <a:xfrm>
            <a:off x="0" y="10"/>
            <a:ext cx="9144003" cy="5143490"/>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54"/>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55"/>
        <p:cNvGrpSpPr/>
        <p:nvPr/>
      </p:nvGrpSpPr>
      <p:grpSpPr>
        <a:xfrm>
          <a:off x="0" y="0"/>
          <a:ext cx="0" cy="0"/>
          <a:chOff x="0" y="0"/>
          <a:chExt cx="0" cy="0"/>
        </a:xfrm>
      </p:grpSpPr>
      <p:sp>
        <p:nvSpPr>
          <p:cNvPr id="156" name="Google Shape;156;p3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8.xml"/><Relationship Id="rId1"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000" y="463800"/>
            <a:ext cx="7704000" cy="5922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lt1"/>
              </a:buClr>
              <a:buSzPts val="2600"/>
              <a:buFont typeface="Outfit Black"/>
              <a:buNone/>
              <a:defRPr sz="2600">
                <a:solidFill>
                  <a:schemeClr val="lt1"/>
                </a:solidFill>
                <a:latin typeface="Outfit Black"/>
                <a:ea typeface="Outfit Black"/>
                <a:cs typeface="Outfit Black"/>
                <a:sym typeface="Outfit Black"/>
              </a:defRPr>
            </a:lvl1pPr>
            <a:lvl2pPr lvl="1" algn="ctr" rtl="0">
              <a:spcBef>
                <a:spcPts val="0"/>
              </a:spcBef>
              <a:spcAft>
                <a:spcPts val="0"/>
              </a:spcAft>
              <a:buClr>
                <a:schemeClr val="lt1"/>
              </a:buClr>
              <a:buSzPts val="2600"/>
              <a:buFont typeface="Outfit Black"/>
              <a:buNone/>
              <a:defRPr sz="2600">
                <a:solidFill>
                  <a:schemeClr val="lt1"/>
                </a:solidFill>
                <a:latin typeface="Outfit Black"/>
                <a:ea typeface="Outfit Black"/>
                <a:cs typeface="Outfit Black"/>
                <a:sym typeface="Outfit Black"/>
              </a:defRPr>
            </a:lvl2pPr>
            <a:lvl3pPr lvl="2" algn="ctr" rtl="0">
              <a:spcBef>
                <a:spcPts val="0"/>
              </a:spcBef>
              <a:spcAft>
                <a:spcPts val="0"/>
              </a:spcAft>
              <a:buClr>
                <a:schemeClr val="lt1"/>
              </a:buClr>
              <a:buSzPts val="2600"/>
              <a:buFont typeface="Outfit Black"/>
              <a:buNone/>
              <a:defRPr sz="2600">
                <a:solidFill>
                  <a:schemeClr val="lt1"/>
                </a:solidFill>
                <a:latin typeface="Outfit Black"/>
                <a:ea typeface="Outfit Black"/>
                <a:cs typeface="Outfit Black"/>
                <a:sym typeface="Outfit Black"/>
              </a:defRPr>
            </a:lvl3pPr>
            <a:lvl4pPr lvl="3" algn="ctr" rtl="0">
              <a:spcBef>
                <a:spcPts val="0"/>
              </a:spcBef>
              <a:spcAft>
                <a:spcPts val="0"/>
              </a:spcAft>
              <a:buClr>
                <a:schemeClr val="lt1"/>
              </a:buClr>
              <a:buSzPts val="2600"/>
              <a:buFont typeface="Outfit Black"/>
              <a:buNone/>
              <a:defRPr sz="2600">
                <a:solidFill>
                  <a:schemeClr val="lt1"/>
                </a:solidFill>
                <a:latin typeface="Outfit Black"/>
                <a:ea typeface="Outfit Black"/>
                <a:cs typeface="Outfit Black"/>
                <a:sym typeface="Outfit Black"/>
              </a:defRPr>
            </a:lvl4pPr>
            <a:lvl5pPr lvl="4" algn="ctr" rtl="0">
              <a:spcBef>
                <a:spcPts val="0"/>
              </a:spcBef>
              <a:spcAft>
                <a:spcPts val="0"/>
              </a:spcAft>
              <a:buClr>
                <a:schemeClr val="lt1"/>
              </a:buClr>
              <a:buSzPts val="2600"/>
              <a:buFont typeface="Outfit Black"/>
              <a:buNone/>
              <a:defRPr sz="2600">
                <a:solidFill>
                  <a:schemeClr val="lt1"/>
                </a:solidFill>
                <a:latin typeface="Outfit Black"/>
                <a:ea typeface="Outfit Black"/>
                <a:cs typeface="Outfit Black"/>
                <a:sym typeface="Outfit Black"/>
              </a:defRPr>
            </a:lvl5pPr>
            <a:lvl6pPr lvl="5" algn="ctr" rtl="0">
              <a:spcBef>
                <a:spcPts val="0"/>
              </a:spcBef>
              <a:spcAft>
                <a:spcPts val="0"/>
              </a:spcAft>
              <a:buClr>
                <a:schemeClr val="lt1"/>
              </a:buClr>
              <a:buSzPts val="2600"/>
              <a:buFont typeface="Outfit Black"/>
              <a:buNone/>
              <a:defRPr sz="2600">
                <a:solidFill>
                  <a:schemeClr val="lt1"/>
                </a:solidFill>
                <a:latin typeface="Outfit Black"/>
                <a:ea typeface="Outfit Black"/>
                <a:cs typeface="Outfit Black"/>
                <a:sym typeface="Outfit Black"/>
              </a:defRPr>
            </a:lvl6pPr>
            <a:lvl7pPr lvl="6" algn="ctr" rtl="0">
              <a:spcBef>
                <a:spcPts val="0"/>
              </a:spcBef>
              <a:spcAft>
                <a:spcPts val="0"/>
              </a:spcAft>
              <a:buClr>
                <a:schemeClr val="lt1"/>
              </a:buClr>
              <a:buSzPts val="2600"/>
              <a:buFont typeface="Outfit Black"/>
              <a:buNone/>
              <a:defRPr sz="2600">
                <a:solidFill>
                  <a:schemeClr val="lt1"/>
                </a:solidFill>
                <a:latin typeface="Outfit Black"/>
                <a:ea typeface="Outfit Black"/>
                <a:cs typeface="Outfit Black"/>
                <a:sym typeface="Outfit Black"/>
              </a:defRPr>
            </a:lvl7pPr>
            <a:lvl8pPr lvl="7" algn="ctr" rtl="0">
              <a:spcBef>
                <a:spcPts val="0"/>
              </a:spcBef>
              <a:spcAft>
                <a:spcPts val="0"/>
              </a:spcAft>
              <a:buClr>
                <a:schemeClr val="lt1"/>
              </a:buClr>
              <a:buSzPts val="2600"/>
              <a:buFont typeface="Outfit Black"/>
              <a:buNone/>
              <a:defRPr sz="2600">
                <a:solidFill>
                  <a:schemeClr val="lt1"/>
                </a:solidFill>
                <a:latin typeface="Outfit Black"/>
                <a:ea typeface="Outfit Black"/>
                <a:cs typeface="Outfit Black"/>
                <a:sym typeface="Outfit Black"/>
              </a:defRPr>
            </a:lvl8pPr>
            <a:lvl9pPr lvl="8" algn="ctr" rtl="0">
              <a:spcBef>
                <a:spcPts val="0"/>
              </a:spcBef>
              <a:spcAft>
                <a:spcPts val="0"/>
              </a:spcAft>
              <a:buClr>
                <a:schemeClr val="lt1"/>
              </a:buClr>
              <a:buSzPts val="2600"/>
              <a:buFont typeface="Outfit Black"/>
              <a:buNone/>
              <a:defRPr sz="2600">
                <a:solidFill>
                  <a:schemeClr val="lt1"/>
                </a:solidFill>
                <a:latin typeface="Outfit Black"/>
                <a:ea typeface="Outfit Black"/>
                <a:cs typeface="Outfit Black"/>
                <a:sym typeface="Outfit Black"/>
              </a:defRPr>
            </a:lvl9pPr>
          </a:lstStyle>
          <a:p>
            <a:endParaRPr/>
          </a:p>
        </p:txBody>
      </p:sp>
      <p:sp>
        <p:nvSpPr>
          <p:cNvPr id="7" name="Google Shape;7;p1"/>
          <p:cNvSpPr txBox="1">
            <a:spLocks noGrp="1"/>
          </p:cNvSpPr>
          <p:nvPr>
            <p:ph type="body" idx="1"/>
          </p:nvPr>
        </p:nvSpPr>
        <p:spPr>
          <a:xfrm>
            <a:off x="720000" y="1300850"/>
            <a:ext cx="7704000" cy="33078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1"/>
              </a:buClr>
              <a:buSzPts val="1400"/>
              <a:buFont typeface="Lato"/>
              <a:buChar char="●"/>
              <a:defRPr>
                <a:solidFill>
                  <a:schemeClr val="lt1"/>
                </a:solidFill>
                <a:latin typeface="Lato"/>
                <a:ea typeface="Lato"/>
                <a:cs typeface="Lato"/>
                <a:sym typeface="Lato"/>
              </a:defRPr>
            </a:lvl1pPr>
            <a:lvl2pPr marL="914400" lvl="1" indent="-317500">
              <a:lnSpc>
                <a:spcPct val="100000"/>
              </a:lnSpc>
              <a:spcBef>
                <a:spcPts val="0"/>
              </a:spcBef>
              <a:spcAft>
                <a:spcPts val="0"/>
              </a:spcAft>
              <a:buClr>
                <a:schemeClr val="lt1"/>
              </a:buClr>
              <a:buSzPts val="1400"/>
              <a:buFont typeface="Lato"/>
              <a:buChar char="○"/>
              <a:defRPr>
                <a:solidFill>
                  <a:schemeClr val="lt1"/>
                </a:solidFill>
                <a:latin typeface="Lato"/>
                <a:ea typeface="Lato"/>
                <a:cs typeface="Lato"/>
                <a:sym typeface="Lato"/>
              </a:defRPr>
            </a:lvl2pPr>
            <a:lvl3pPr marL="1371600" lvl="2" indent="-317500">
              <a:lnSpc>
                <a:spcPct val="100000"/>
              </a:lnSpc>
              <a:spcBef>
                <a:spcPts val="0"/>
              </a:spcBef>
              <a:spcAft>
                <a:spcPts val="0"/>
              </a:spcAft>
              <a:buClr>
                <a:schemeClr val="lt1"/>
              </a:buClr>
              <a:buSzPts val="1400"/>
              <a:buFont typeface="Lato"/>
              <a:buChar char="■"/>
              <a:defRPr>
                <a:solidFill>
                  <a:schemeClr val="lt1"/>
                </a:solidFill>
                <a:latin typeface="Lato"/>
                <a:ea typeface="Lato"/>
                <a:cs typeface="Lato"/>
                <a:sym typeface="Lato"/>
              </a:defRPr>
            </a:lvl3pPr>
            <a:lvl4pPr marL="1828800" lvl="3" indent="-317500">
              <a:lnSpc>
                <a:spcPct val="100000"/>
              </a:lnSpc>
              <a:spcBef>
                <a:spcPts val="0"/>
              </a:spcBef>
              <a:spcAft>
                <a:spcPts val="0"/>
              </a:spcAft>
              <a:buClr>
                <a:schemeClr val="lt1"/>
              </a:buClr>
              <a:buSzPts val="1400"/>
              <a:buFont typeface="Lato"/>
              <a:buChar char="●"/>
              <a:defRPr>
                <a:solidFill>
                  <a:schemeClr val="lt1"/>
                </a:solidFill>
                <a:latin typeface="Lato"/>
                <a:ea typeface="Lato"/>
                <a:cs typeface="Lato"/>
                <a:sym typeface="Lato"/>
              </a:defRPr>
            </a:lvl4pPr>
            <a:lvl5pPr marL="2286000" lvl="4" indent="-317500">
              <a:lnSpc>
                <a:spcPct val="100000"/>
              </a:lnSpc>
              <a:spcBef>
                <a:spcPts val="0"/>
              </a:spcBef>
              <a:spcAft>
                <a:spcPts val="0"/>
              </a:spcAft>
              <a:buClr>
                <a:schemeClr val="lt1"/>
              </a:buClr>
              <a:buSzPts val="1400"/>
              <a:buFont typeface="Lato"/>
              <a:buChar char="○"/>
              <a:defRPr>
                <a:solidFill>
                  <a:schemeClr val="lt1"/>
                </a:solidFill>
                <a:latin typeface="Lato"/>
                <a:ea typeface="Lato"/>
                <a:cs typeface="Lato"/>
                <a:sym typeface="Lato"/>
              </a:defRPr>
            </a:lvl5pPr>
            <a:lvl6pPr marL="2743200" lvl="5" indent="-317500">
              <a:lnSpc>
                <a:spcPct val="100000"/>
              </a:lnSpc>
              <a:spcBef>
                <a:spcPts val="0"/>
              </a:spcBef>
              <a:spcAft>
                <a:spcPts val="0"/>
              </a:spcAft>
              <a:buClr>
                <a:schemeClr val="lt1"/>
              </a:buClr>
              <a:buSzPts val="1400"/>
              <a:buFont typeface="Lato"/>
              <a:buChar char="■"/>
              <a:defRPr>
                <a:solidFill>
                  <a:schemeClr val="lt1"/>
                </a:solidFill>
                <a:latin typeface="Lato"/>
                <a:ea typeface="Lato"/>
                <a:cs typeface="Lato"/>
                <a:sym typeface="Lato"/>
              </a:defRPr>
            </a:lvl6pPr>
            <a:lvl7pPr marL="3200400" lvl="6" indent="-317500">
              <a:lnSpc>
                <a:spcPct val="100000"/>
              </a:lnSpc>
              <a:spcBef>
                <a:spcPts val="0"/>
              </a:spcBef>
              <a:spcAft>
                <a:spcPts val="0"/>
              </a:spcAft>
              <a:buClr>
                <a:schemeClr val="lt1"/>
              </a:buClr>
              <a:buSzPts val="1400"/>
              <a:buFont typeface="Lato"/>
              <a:buChar char="●"/>
              <a:defRPr>
                <a:solidFill>
                  <a:schemeClr val="lt1"/>
                </a:solidFill>
                <a:latin typeface="Lato"/>
                <a:ea typeface="Lato"/>
                <a:cs typeface="Lato"/>
                <a:sym typeface="Lato"/>
              </a:defRPr>
            </a:lvl7pPr>
            <a:lvl8pPr marL="3657600" lvl="7" indent="-317500">
              <a:lnSpc>
                <a:spcPct val="100000"/>
              </a:lnSpc>
              <a:spcBef>
                <a:spcPts val="0"/>
              </a:spcBef>
              <a:spcAft>
                <a:spcPts val="0"/>
              </a:spcAft>
              <a:buClr>
                <a:schemeClr val="lt1"/>
              </a:buClr>
              <a:buSzPts val="1400"/>
              <a:buFont typeface="Lato"/>
              <a:buChar char="○"/>
              <a:defRPr>
                <a:solidFill>
                  <a:schemeClr val="lt1"/>
                </a:solidFill>
                <a:latin typeface="Lato"/>
                <a:ea typeface="Lato"/>
                <a:cs typeface="Lato"/>
                <a:sym typeface="Lato"/>
              </a:defRPr>
            </a:lvl8pPr>
            <a:lvl9pPr marL="4114800" lvl="8" indent="-317500">
              <a:lnSpc>
                <a:spcPct val="100000"/>
              </a:lnSpc>
              <a:spcBef>
                <a:spcPts val="0"/>
              </a:spcBef>
              <a:spcAft>
                <a:spcPts val="0"/>
              </a:spcAft>
              <a:buClr>
                <a:schemeClr val="lt1"/>
              </a:buClr>
              <a:buSzPts val="1400"/>
              <a:buFont typeface="Lato"/>
              <a:buChar char="■"/>
              <a:defRPr>
                <a:solidFill>
                  <a:schemeClr val="lt1"/>
                </a:solidFill>
                <a:latin typeface="Lato"/>
                <a:ea typeface="Lato"/>
                <a:cs typeface="Lato"/>
                <a:sym typeface="La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51"/>
        <p:cNvGrpSpPr/>
        <p:nvPr/>
      </p:nvGrpSpPr>
      <p:grpSpPr>
        <a:xfrm>
          <a:off x="0" y="0"/>
          <a:ext cx="0" cy="0"/>
          <a:chOff x="0" y="0"/>
          <a:chExt cx="0" cy="0"/>
        </a:xfrm>
      </p:grpSpPr>
      <p:sp>
        <p:nvSpPr>
          <p:cNvPr id="152" name="Google Shape;152;p29"/>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53" name="Google Shape;153;p29"/>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5" r:id="rId1"/>
    <p:sldLayoutId id="2147483676"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7.xml"/></Relationships>
</file>

<file path=ppt/slides/_rels/slide3.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3.xml"/><Relationship Id="rId1" Type="http://schemas.openxmlformats.org/officeDocument/2006/relationships/slideLayout" Target="../slideLayouts/slideLayout5.xml"/><Relationship Id="rId4" Type="http://schemas.openxmlformats.org/officeDocument/2006/relationships/image" Target="../media/image23.jp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7.xml"/><Relationship Id="rId1" Type="http://schemas.openxmlformats.org/officeDocument/2006/relationships/slideLayout" Target="../slideLayouts/slideLayout1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2.xml"/></Relationships>
</file>

<file path=ppt/slides/_rels/slide9.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9.xml"/><Relationship Id="rId1" Type="http://schemas.openxmlformats.org/officeDocument/2006/relationships/slideLayout" Target="../slideLayouts/slideLayout18.xml"/><Relationship Id="rId6" Type="http://schemas.openxmlformats.org/officeDocument/2006/relationships/image" Target="../media/image28.jpg"/><Relationship Id="rId5" Type="http://schemas.openxmlformats.org/officeDocument/2006/relationships/image" Target="../media/image27.jpg"/><Relationship Id="rId4" Type="http://schemas.openxmlformats.org/officeDocument/2006/relationships/image" Target="../media/image26.jp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0.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2.xml"/></Relationships>
</file>

<file path=ppt/slides/_rels/slide14.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4.xml"/><Relationship Id="rId1" Type="http://schemas.openxmlformats.org/officeDocument/2006/relationships/slideLayout" Target="../slideLayouts/slideLayout5.xml"/><Relationship Id="rId5" Type="http://schemas.openxmlformats.org/officeDocument/2006/relationships/image" Target="../media/image29.png"/><Relationship Id="rId4" Type="http://schemas.openxmlformats.org/officeDocument/2006/relationships/hyperlink" Target="https://docs.google.com/spreadsheets/d/1roRLkfT56vkmEK3YEDUQC57rLhnrgpU-Z2R0N7vQBcs/copy" TargetMode="Externa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9.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4.xml"/></Relationships>
</file>

<file path=ppt/slides/_rels/slide25.xml.rels><?xml version="1.0" encoding="UTF-8" standalone="yes"?>
<Relationships xmlns="http://schemas.openxmlformats.org/package/2006/relationships"><Relationship Id="rId3" Type="http://schemas.openxmlformats.org/officeDocument/2006/relationships/hyperlink" Target="https://www.freepik.com/free-vector/circular-topographic-lines-blue-background_5323423.htm/?utm_source=slidesgo_template&amp;utm_medium=referral-link&amp;utm_campaign=sg_resources&amp;utm_content=freepik" TargetMode="External"/><Relationship Id="rId2" Type="http://schemas.openxmlformats.org/officeDocument/2006/relationships/notesSlide" Target="../notesSlides/notesSlide25.xml"/><Relationship Id="rId1" Type="http://schemas.openxmlformats.org/officeDocument/2006/relationships/slideLayout" Target="../slideLayouts/slideLayout3.xml"/><Relationship Id="rId4" Type="http://schemas.openxmlformats.org/officeDocument/2006/relationships/hyperlink" Target="https://www.freepik.com/free-vector/topographic-map-background_9009845.htm/?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8" Type="http://schemas.openxmlformats.org/officeDocument/2006/relationships/hyperlink" Target="https://www.freepik.com/free-photo/medium-shot-smiley-man-posing_5121502.htm/?utm_source=slidesgo_template&amp;utm_medium=referral-link&amp;utm_campaign=sg_resources&amp;utm_content=freepik" TargetMode="External"/><Relationship Id="rId3" Type="http://schemas.openxmlformats.org/officeDocument/2006/relationships/hyperlink" Target="https://www.freepik.com/free-vector/topographic-lines-background_5617359.htm/?utm_source=slidesgo_template&amp;utm_medium=referral-link&amp;utm_campaign=sg_resources&amp;utm_content=freepik" TargetMode="External"/><Relationship Id="rId7" Type="http://schemas.openxmlformats.org/officeDocument/2006/relationships/hyperlink" Target="https://www.freepik.com/free-photo/people-meeting-community-center_20145977.htm/?utm_source=slidesgo_template&amp;utm_medium=referral-link&amp;utm_campaign=sg_resources&amp;utm_content=freepik" TargetMode="External"/><Relationship Id="rId2" Type="http://schemas.openxmlformats.org/officeDocument/2006/relationships/notesSlide" Target="../notesSlides/notesSlide26.xml"/><Relationship Id="rId1" Type="http://schemas.openxmlformats.org/officeDocument/2006/relationships/slideLayout" Target="../slideLayouts/slideLayout16.xml"/><Relationship Id="rId6" Type="http://schemas.openxmlformats.org/officeDocument/2006/relationships/hyperlink" Target="https://www.freepik.com/free-photo/black-woman-with-blank-shirt-full-shot_24445517.htm/?utm_source=slidesgo_template&amp;utm_medium=referral-link&amp;utm_campaign=sg_resources&amp;utm_content=freepik" TargetMode="External"/><Relationship Id="rId11" Type="http://schemas.openxmlformats.org/officeDocument/2006/relationships/hyperlink" Target="https://www.freepik.com/free-photo/smiley-female-standing-with-arms-crossed_6639049.htm/?utm_source=slidesgo_template&amp;utm_medium=referral-link&amp;utm_campaign=sg_resources&amp;utm_content=freepik" TargetMode="External"/><Relationship Id="rId5" Type="http://schemas.openxmlformats.org/officeDocument/2006/relationships/hyperlink" Target="https://www.freepik.com/free-photo/portrait-young-male_7136680.htm/?utm_source=slidesgo_template&amp;utm_medium=referral-link&amp;utm_campaign=sg_resources&amp;utm_content=freepik" TargetMode="External"/><Relationship Id="rId10" Type="http://schemas.openxmlformats.org/officeDocument/2006/relationships/hyperlink" Target="https://www.freepik.com/free-photo/portrait-afro-american-man_3565319.htm/?utm_source=slidesgo_template&amp;utm_medium=referral-link&amp;utm_campaign=sg_resources&amp;utm_content=freepik" TargetMode="External"/><Relationship Id="rId4" Type="http://schemas.openxmlformats.org/officeDocument/2006/relationships/hyperlink" Target="https://www.freepik.com/free-photo/beautiful-middle-aged-woman-portrait_16691010.htm/?utm_source=slidesgo_template&amp;utm_medium=referral-link&amp;utm_campaign=sg_resources&amp;utm_content=freepik" TargetMode="External"/><Relationship Id="rId9" Type="http://schemas.openxmlformats.org/officeDocument/2006/relationships/hyperlink" Target="https://www.freepik.com/free-photo/close-up-smiley-woman-posing_17539769.htm/?utm_source=slidesgo_template&amp;utm_medium=referral-link&amp;utm_campaign=sg_resources&amp;utm_content=freepik" TargetMode="External"/></Relationships>
</file>

<file path=ppt/slides/_rels/slide2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7.xml"/><Relationship Id="rId1" Type="http://schemas.openxmlformats.org/officeDocument/2006/relationships/slideLayout" Target="../slideLayouts/slideLayout28.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4.xml"/></Relationships>
</file>

<file path=ppt/slides/_rels/slide2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8.xml"/><Relationship Id="rId1" Type="http://schemas.openxmlformats.org/officeDocument/2006/relationships/slideLayout" Target="../slideLayouts/slideLayout28.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4.xml"/></Relationships>
</file>

<file path=ppt/slides/_rels/slide29.xml.rels><?xml version="1.0" encoding="UTF-8" standalone="yes"?>
<Relationships xmlns="http://schemas.openxmlformats.org/package/2006/relationships"><Relationship Id="rId3" Type="http://schemas.openxmlformats.org/officeDocument/2006/relationships/hyperlink" Target="https://fonts.google.com/specimen/Outfit" TargetMode="External"/><Relationship Id="rId2" Type="http://schemas.openxmlformats.org/officeDocument/2006/relationships/notesSlide" Target="../notesSlides/notesSlide29.xml"/><Relationship Id="rId1" Type="http://schemas.openxmlformats.org/officeDocument/2006/relationships/slideLayout" Target="../slideLayouts/slideLayout28.xml"/><Relationship Id="rId4" Type="http://schemas.openxmlformats.org/officeDocument/2006/relationships/hyperlink" Target="https://fonts.google.com/specimen/Lato" TargetMode="External"/></Relationships>
</file>

<file path=ppt/slides/_rels/slide30.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35.png"/><Relationship Id="rId2" Type="http://schemas.openxmlformats.org/officeDocument/2006/relationships/notesSlide" Target="../notesSlides/notesSlide30.xml"/><Relationship Id="rId1" Type="http://schemas.openxmlformats.org/officeDocument/2006/relationships/slideLayout" Target="../slideLayouts/slideLayout28.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34.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33.png"/><Relationship Id="rId4" Type="http://schemas.openxmlformats.org/officeDocument/2006/relationships/image" Target="../media/image31.png"/><Relationship Id="rId9" Type="http://schemas.openxmlformats.org/officeDocument/2006/relationships/image" Target="../media/image32.png"/></Relationships>
</file>

<file path=ppt/slides/_rels/slide31.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1.xml"/><Relationship Id="rId1" Type="http://schemas.openxmlformats.org/officeDocument/2006/relationships/slideLayout" Target="../slideLayouts/slideLayout2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7.xml"/></Relationships>
</file>

<file path=ppt/slides/_rels/slide37.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7.xml"/><Relationship Id="rId1" Type="http://schemas.openxmlformats.org/officeDocument/2006/relationships/slideLayout" Target="../slideLayouts/slideLayout2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8.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8.xml"/></Relationships>
</file>

<file path=ppt/slides/_rels/slide4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4.xml"/><Relationship Id="rId1" Type="http://schemas.openxmlformats.org/officeDocument/2006/relationships/slideLayout" Target="../slideLayouts/slideLayout27.xml"/><Relationship Id="rId4" Type="http://schemas.openxmlformats.org/officeDocument/2006/relationships/image" Target="../media/image3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60"/>
        <p:cNvGrpSpPr/>
        <p:nvPr/>
      </p:nvGrpSpPr>
      <p:grpSpPr>
        <a:xfrm>
          <a:off x="0" y="0"/>
          <a:ext cx="0" cy="0"/>
          <a:chOff x="0" y="0"/>
          <a:chExt cx="0" cy="0"/>
        </a:xfrm>
      </p:grpSpPr>
      <p:sp>
        <p:nvSpPr>
          <p:cNvPr id="161" name="Google Shape;161;p32"/>
          <p:cNvSpPr txBox="1">
            <a:spLocks noGrp="1"/>
          </p:cNvSpPr>
          <p:nvPr>
            <p:ph type="ctrTitle"/>
          </p:nvPr>
        </p:nvSpPr>
        <p:spPr>
          <a:xfrm>
            <a:off x="827275" y="1558833"/>
            <a:ext cx="5134254" cy="2368062"/>
          </a:xfrm>
          <a:prstGeom prst="rect">
            <a:avLst/>
          </a:prstGeom>
        </p:spPr>
        <p:txBody>
          <a:bodyPr spcFirstLastPara="1" wrap="square" lIns="91425" tIns="91425" rIns="91425" bIns="91425" anchor="b" anchorCtr="0">
            <a:noAutofit/>
          </a:bodyPr>
          <a:lstStyle/>
          <a:p>
            <a:r>
              <a:rPr lang="en-US" sz="4000" dirty="0"/>
              <a:t>Les Migrations </a:t>
            </a:r>
            <a:r>
              <a:rPr lang="en-US" sz="4000" dirty="0" err="1"/>
              <a:t>en</a:t>
            </a:r>
            <a:r>
              <a:rPr lang="en-US" sz="4000" dirty="0"/>
              <a:t> M</a:t>
            </a:r>
            <a:r>
              <a:rPr lang="fr-FR" sz="4000" dirty="0" err="1"/>
              <a:t>éditerranée</a:t>
            </a:r>
            <a:r>
              <a:rPr lang="fr-FR" sz="4000" dirty="0"/>
              <a:t> </a:t>
            </a:r>
            <a:r>
              <a:rPr lang="en-US" sz="4000" dirty="0"/>
              <a:t>: </a:t>
            </a:r>
            <a:r>
              <a:rPr lang="en-US" sz="4000" dirty="0" err="1"/>
              <a:t>Enjeux</a:t>
            </a:r>
            <a:r>
              <a:rPr lang="en-US" sz="4000" dirty="0"/>
              <a:t> et Politique </a:t>
            </a:r>
            <a:r>
              <a:rPr lang="en-US" sz="4000" dirty="0" err="1"/>
              <a:t>Europ</a:t>
            </a:r>
            <a:r>
              <a:rPr lang="fr-FR" sz="4000" dirty="0" err="1"/>
              <a:t>éennes</a:t>
            </a:r>
            <a:br>
              <a:rPr lang="en-US" sz="4000" dirty="0"/>
            </a:br>
            <a:endParaRPr sz="4000" dirty="0"/>
          </a:p>
        </p:txBody>
      </p:sp>
      <p:sp>
        <p:nvSpPr>
          <p:cNvPr id="162" name="Google Shape;162;p32"/>
          <p:cNvSpPr txBox="1">
            <a:spLocks noGrp="1"/>
          </p:cNvSpPr>
          <p:nvPr>
            <p:ph type="subTitle" idx="1"/>
          </p:nvPr>
        </p:nvSpPr>
        <p:spPr>
          <a:xfrm>
            <a:off x="868913" y="3468125"/>
            <a:ext cx="3703087" cy="63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Jad EL CHAMMAS</a:t>
            </a:r>
          </a:p>
          <a:p>
            <a:pPr marL="0" lvl="0" indent="0" algn="l" rtl="0">
              <a:spcBef>
                <a:spcPts val="0"/>
              </a:spcBef>
              <a:spcAft>
                <a:spcPts val="0"/>
              </a:spcAft>
              <a:buNone/>
            </a:pPr>
            <a:r>
              <a:rPr lang="en" dirty="0"/>
              <a:t>Constantin BAUDELET de LIVOIS</a:t>
            </a:r>
            <a:endParaRPr dirty="0"/>
          </a:p>
        </p:txBody>
      </p:sp>
      <p:cxnSp>
        <p:nvCxnSpPr>
          <p:cNvPr id="163" name="Google Shape;163;p32"/>
          <p:cNvCxnSpPr/>
          <p:nvPr/>
        </p:nvCxnSpPr>
        <p:spPr>
          <a:xfrm>
            <a:off x="827275" y="3317388"/>
            <a:ext cx="2045700" cy="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84"/>
        <p:cNvGrpSpPr/>
        <p:nvPr/>
      </p:nvGrpSpPr>
      <p:grpSpPr>
        <a:xfrm>
          <a:off x="0" y="0"/>
          <a:ext cx="0" cy="0"/>
          <a:chOff x="0" y="0"/>
          <a:chExt cx="0" cy="0"/>
        </a:xfrm>
      </p:grpSpPr>
      <p:sp>
        <p:nvSpPr>
          <p:cNvPr id="185" name="Google Shape;185;p35"/>
          <p:cNvSpPr txBox="1">
            <a:spLocks noGrp="1"/>
          </p:cNvSpPr>
          <p:nvPr>
            <p:ph type="subTitle" idx="1"/>
          </p:nvPr>
        </p:nvSpPr>
        <p:spPr>
          <a:xfrm>
            <a:off x="825075" y="1474722"/>
            <a:ext cx="2081700" cy="53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Réfugié</a:t>
            </a:r>
            <a:endParaRPr dirty="0"/>
          </a:p>
        </p:txBody>
      </p:sp>
      <p:sp>
        <p:nvSpPr>
          <p:cNvPr id="186" name="Google Shape;186;p35"/>
          <p:cNvSpPr txBox="1">
            <a:spLocks noGrp="1"/>
          </p:cNvSpPr>
          <p:nvPr>
            <p:ph type="subTitle" idx="2"/>
          </p:nvPr>
        </p:nvSpPr>
        <p:spPr>
          <a:xfrm>
            <a:off x="825075" y="2265450"/>
            <a:ext cx="20817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Personne fuyant un danger</a:t>
            </a:r>
            <a:r>
              <a:rPr lang="en-US" dirty="0"/>
              <a:t>,</a:t>
            </a:r>
            <a:r>
              <a:rPr lang="en" dirty="0"/>
              <a:t> ne pouvant bénéficier de protection de son pays.</a:t>
            </a:r>
            <a:endParaRPr dirty="0"/>
          </a:p>
        </p:txBody>
      </p:sp>
      <p:sp>
        <p:nvSpPr>
          <p:cNvPr id="187" name="Google Shape;187;p35"/>
          <p:cNvSpPr txBox="1">
            <a:spLocks noGrp="1"/>
          </p:cNvSpPr>
          <p:nvPr>
            <p:ph type="subTitle" idx="4"/>
          </p:nvPr>
        </p:nvSpPr>
        <p:spPr>
          <a:xfrm>
            <a:off x="3530120" y="2265450"/>
            <a:ext cx="20817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Terme plus large, </a:t>
            </a:r>
            <a:r>
              <a:rPr lang="en-US" dirty="0" err="1"/>
              <a:t>personnes</a:t>
            </a:r>
            <a:r>
              <a:rPr lang="en-US" dirty="0"/>
              <a:t> </a:t>
            </a:r>
            <a:r>
              <a:rPr lang="en-US" dirty="0" err="1"/>
              <a:t>quittant</a:t>
            </a:r>
            <a:r>
              <a:rPr lang="en-US" dirty="0"/>
              <a:t> </a:t>
            </a:r>
            <a:r>
              <a:rPr lang="en-US" dirty="0" err="1"/>
              <a:t>leur</a:t>
            </a:r>
            <a:r>
              <a:rPr lang="en-US" dirty="0"/>
              <a:t> pays pour raisons </a:t>
            </a:r>
            <a:r>
              <a:rPr lang="en-US" dirty="0" err="1"/>
              <a:t>diverses</a:t>
            </a:r>
            <a:r>
              <a:rPr lang="en-US" dirty="0"/>
              <a:t>.</a:t>
            </a:r>
            <a:endParaRPr dirty="0"/>
          </a:p>
        </p:txBody>
      </p:sp>
      <p:sp>
        <p:nvSpPr>
          <p:cNvPr id="188" name="Google Shape;188;p35"/>
          <p:cNvSpPr txBox="1">
            <a:spLocks noGrp="1"/>
          </p:cNvSpPr>
          <p:nvPr>
            <p:ph type="subTitle" idx="3"/>
          </p:nvPr>
        </p:nvSpPr>
        <p:spPr>
          <a:xfrm>
            <a:off x="3530120" y="1474722"/>
            <a:ext cx="2081700" cy="53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fr-FR" dirty="0"/>
              <a:t>Migrant</a:t>
            </a:r>
            <a:endParaRPr dirty="0"/>
          </a:p>
        </p:txBody>
      </p:sp>
      <p:sp>
        <p:nvSpPr>
          <p:cNvPr id="189" name="Google Shape;189;p35"/>
          <p:cNvSpPr txBox="1">
            <a:spLocks noGrp="1"/>
          </p:cNvSpPr>
          <p:nvPr>
            <p:ph type="subTitle" idx="5"/>
          </p:nvPr>
        </p:nvSpPr>
        <p:spPr>
          <a:xfrm>
            <a:off x="6235166" y="1474722"/>
            <a:ext cx="2081700" cy="53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Asile Politique</a:t>
            </a:r>
            <a:endParaRPr dirty="0"/>
          </a:p>
        </p:txBody>
      </p:sp>
      <p:sp>
        <p:nvSpPr>
          <p:cNvPr id="190" name="Google Shape;190;p35"/>
          <p:cNvSpPr txBox="1">
            <a:spLocks noGrp="1"/>
          </p:cNvSpPr>
          <p:nvPr>
            <p:ph type="subTitle" idx="6"/>
          </p:nvPr>
        </p:nvSpPr>
        <p:spPr>
          <a:xfrm>
            <a:off x="6235166" y="2265450"/>
            <a:ext cx="20817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Protection demand</a:t>
            </a:r>
            <a:r>
              <a:rPr lang="fr-FR" dirty="0" err="1"/>
              <a:t>ée</a:t>
            </a:r>
            <a:r>
              <a:rPr lang="fr-FR" dirty="0"/>
              <a:t> en raison de menaces politiques.</a:t>
            </a:r>
            <a:endParaRPr dirty="0"/>
          </a:p>
        </p:txBody>
      </p:sp>
      <p:sp>
        <p:nvSpPr>
          <p:cNvPr id="191" name="Google Shape;191;p35"/>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
            </a:r>
            <a:r>
              <a:rPr lang="fr-FR" dirty="0" err="1"/>
              <a:t>éfinitions</a:t>
            </a:r>
            <a:r>
              <a:rPr lang="fr-FR" dirty="0"/>
              <a:t> Essentielles</a:t>
            </a:r>
            <a:endParaRPr dirty="0"/>
          </a:p>
        </p:txBody>
      </p:sp>
      <p:cxnSp>
        <p:nvCxnSpPr>
          <p:cNvPr id="192" name="Google Shape;192;p35"/>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cxnSp>
        <p:nvCxnSpPr>
          <p:cNvPr id="193" name="Google Shape;193;p35"/>
          <p:cNvCxnSpPr/>
          <p:nvPr/>
        </p:nvCxnSpPr>
        <p:spPr>
          <a:xfrm>
            <a:off x="1154775" y="2189884"/>
            <a:ext cx="1422300" cy="0"/>
          </a:xfrm>
          <a:prstGeom prst="straightConnector1">
            <a:avLst/>
          </a:prstGeom>
          <a:noFill/>
          <a:ln w="19050" cap="rnd" cmpd="sng">
            <a:solidFill>
              <a:schemeClr val="accent1"/>
            </a:solidFill>
            <a:prstDash val="solid"/>
            <a:round/>
            <a:headEnd type="none" w="med" len="med"/>
            <a:tailEnd type="none" w="med" len="med"/>
          </a:ln>
        </p:spPr>
      </p:cxnSp>
      <p:cxnSp>
        <p:nvCxnSpPr>
          <p:cNvPr id="194" name="Google Shape;194;p35"/>
          <p:cNvCxnSpPr/>
          <p:nvPr/>
        </p:nvCxnSpPr>
        <p:spPr>
          <a:xfrm>
            <a:off x="3859820" y="2189884"/>
            <a:ext cx="1422300" cy="0"/>
          </a:xfrm>
          <a:prstGeom prst="straightConnector1">
            <a:avLst/>
          </a:prstGeom>
          <a:noFill/>
          <a:ln w="19050" cap="rnd" cmpd="sng">
            <a:solidFill>
              <a:schemeClr val="accent1"/>
            </a:solidFill>
            <a:prstDash val="solid"/>
            <a:round/>
            <a:headEnd type="none" w="med" len="med"/>
            <a:tailEnd type="none" w="med" len="med"/>
          </a:ln>
        </p:spPr>
      </p:cxnSp>
      <p:cxnSp>
        <p:nvCxnSpPr>
          <p:cNvPr id="195" name="Google Shape;195;p35"/>
          <p:cNvCxnSpPr/>
          <p:nvPr/>
        </p:nvCxnSpPr>
        <p:spPr>
          <a:xfrm>
            <a:off x="6564866" y="2189884"/>
            <a:ext cx="1422300" cy="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05"/>
        <p:cNvGrpSpPr/>
        <p:nvPr/>
      </p:nvGrpSpPr>
      <p:grpSpPr>
        <a:xfrm>
          <a:off x="0" y="0"/>
          <a:ext cx="0" cy="0"/>
          <a:chOff x="0" y="0"/>
          <a:chExt cx="0" cy="0"/>
        </a:xfrm>
      </p:grpSpPr>
      <p:sp>
        <p:nvSpPr>
          <p:cNvPr id="206" name="Google Shape;206;p36"/>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SCHEDULE - SESSION TALKS</a:t>
            </a:r>
            <a:endParaRPr/>
          </a:p>
        </p:txBody>
      </p:sp>
      <p:cxnSp>
        <p:nvCxnSpPr>
          <p:cNvPr id="207" name="Google Shape;207;p36"/>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graphicFrame>
        <p:nvGraphicFramePr>
          <p:cNvPr id="208" name="Google Shape;208;p36"/>
          <p:cNvGraphicFramePr/>
          <p:nvPr/>
        </p:nvGraphicFramePr>
        <p:xfrm>
          <a:off x="827275" y="1401575"/>
          <a:ext cx="7489425" cy="777210"/>
        </p:xfrm>
        <a:graphic>
          <a:graphicData uri="http://schemas.openxmlformats.org/drawingml/2006/table">
            <a:tbl>
              <a:tblPr>
                <a:noFill/>
                <a:tableStyleId>{D583A786-D13D-487E-849F-7DD0F376DDD1}</a:tableStyleId>
              </a:tblPr>
              <a:tblGrid>
                <a:gridCol w="2496475">
                  <a:extLst>
                    <a:ext uri="{9D8B030D-6E8A-4147-A177-3AD203B41FA5}">
                      <a16:colId xmlns:a16="http://schemas.microsoft.com/office/drawing/2014/main" val="20000"/>
                    </a:ext>
                  </a:extLst>
                </a:gridCol>
                <a:gridCol w="2496475">
                  <a:extLst>
                    <a:ext uri="{9D8B030D-6E8A-4147-A177-3AD203B41FA5}">
                      <a16:colId xmlns:a16="http://schemas.microsoft.com/office/drawing/2014/main" val="20001"/>
                    </a:ext>
                  </a:extLst>
                </a:gridCol>
                <a:gridCol w="2496475">
                  <a:extLst>
                    <a:ext uri="{9D8B030D-6E8A-4147-A177-3AD203B41FA5}">
                      <a16:colId xmlns:a16="http://schemas.microsoft.com/office/drawing/2014/main" val="20002"/>
                    </a:ext>
                  </a:extLst>
                </a:gridCol>
              </a:tblGrid>
              <a:tr h="381000">
                <a:tc>
                  <a:txBody>
                    <a:bodyPr/>
                    <a:lstStyle/>
                    <a:p>
                      <a:pPr marL="0" lvl="0" indent="0" algn="ctr" rtl="0">
                        <a:lnSpc>
                          <a:spcPct val="100000"/>
                        </a:lnSpc>
                        <a:spcBef>
                          <a:spcPts val="0"/>
                        </a:spcBef>
                        <a:spcAft>
                          <a:spcPts val="0"/>
                        </a:spcAft>
                        <a:buNone/>
                      </a:pPr>
                      <a:r>
                        <a:rPr lang="en">
                          <a:solidFill>
                            <a:schemeClr val="dk1"/>
                          </a:solidFill>
                          <a:latin typeface="Outfit Black"/>
                          <a:ea typeface="Outfit Black"/>
                          <a:cs typeface="Outfit Black"/>
                          <a:sym typeface="Outfit Black"/>
                        </a:rPr>
                        <a:t>DAY 1</a:t>
                      </a:r>
                      <a:endParaRPr>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tc>
                  <a:txBody>
                    <a:bodyPr/>
                    <a:lstStyle/>
                    <a:p>
                      <a:pPr marL="0" lvl="0" indent="0" algn="ctr" rtl="0">
                        <a:lnSpc>
                          <a:spcPct val="100000"/>
                        </a:lnSpc>
                        <a:spcBef>
                          <a:spcPts val="0"/>
                        </a:spcBef>
                        <a:spcAft>
                          <a:spcPts val="0"/>
                        </a:spcAft>
                        <a:buNone/>
                      </a:pPr>
                      <a:r>
                        <a:rPr lang="en">
                          <a:solidFill>
                            <a:schemeClr val="dk1"/>
                          </a:solidFill>
                          <a:latin typeface="Outfit Black"/>
                          <a:ea typeface="Outfit Black"/>
                          <a:cs typeface="Outfit Black"/>
                          <a:sym typeface="Outfit Black"/>
                        </a:rPr>
                        <a:t>DAY 2</a:t>
                      </a:r>
                      <a:endParaRPr>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tc>
                  <a:txBody>
                    <a:bodyPr/>
                    <a:lstStyle/>
                    <a:p>
                      <a:pPr marL="0" lvl="0" indent="0" algn="ctr" rtl="0">
                        <a:lnSpc>
                          <a:spcPct val="100000"/>
                        </a:lnSpc>
                        <a:spcBef>
                          <a:spcPts val="0"/>
                        </a:spcBef>
                        <a:spcAft>
                          <a:spcPts val="0"/>
                        </a:spcAft>
                        <a:buNone/>
                      </a:pPr>
                      <a:r>
                        <a:rPr lang="en">
                          <a:solidFill>
                            <a:schemeClr val="dk1"/>
                          </a:solidFill>
                          <a:latin typeface="Outfit Black"/>
                          <a:ea typeface="Outfit Black"/>
                          <a:cs typeface="Outfit Black"/>
                          <a:sym typeface="Outfit Black"/>
                        </a:rPr>
                        <a:t>DAY 3</a:t>
                      </a:r>
                      <a:endParaRPr>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extLst>
                  <a:ext uri="{0D108BD9-81ED-4DB2-BD59-A6C34878D82A}">
                    <a16:rowId xmlns:a16="http://schemas.microsoft.com/office/drawing/2014/main" val="10000"/>
                  </a:ext>
                </a:extLst>
              </a:tr>
              <a:tr h="381000">
                <a:tc>
                  <a:txBody>
                    <a:bodyPr/>
                    <a:lstStyle/>
                    <a:p>
                      <a:pPr marL="0" lvl="0" indent="0" algn="ctr" rtl="0">
                        <a:lnSpc>
                          <a:spcPct val="100000"/>
                        </a:lnSpc>
                        <a:spcBef>
                          <a:spcPts val="0"/>
                        </a:spcBef>
                        <a:spcAft>
                          <a:spcPts val="0"/>
                        </a:spcAft>
                        <a:buNone/>
                      </a:pPr>
                      <a:r>
                        <a:rPr lang="en">
                          <a:solidFill>
                            <a:schemeClr val="lt1"/>
                          </a:solidFill>
                          <a:latin typeface="Lato"/>
                          <a:ea typeface="Lato"/>
                          <a:cs typeface="Lato"/>
                          <a:sym typeface="Lato"/>
                        </a:rPr>
                        <a:t>January 10, 20XX</a:t>
                      </a:r>
                      <a:endParaRPr>
                        <a:solidFill>
                          <a:schemeClr val="lt1"/>
                        </a:solidFill>
                        <a:latin typeface="Lato"/>
                        <a:ea typeface="Lato"/>
                        <a:cs typeface="Lato"/>
                        <a:sym typeface="Lato"/>
                      </a:endParaRPr>
                    </a:p>
                  </a:txBody>
                  <a:tcPr marL="91425" marR="91425" marT="54850"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lnSpc>
                          <a:spcPct val="100000"/>
                        </a:lnSpc>
                        <a:spcBef>
                          <a:spcPts val="0"/>
                        </a:spcBef>
                        <a:spcAft>
                          <a:spcPts val="0"/>
                        </a:spcAft>
                        <a:buNone/>
                      </a:pPr>
                      <a:r>
                        <a:rPr lang="en">
                          <a:solidFill>
                            <a:schemeClr val="lt1"/>
                          </a:solidFill>
                          <a:latin typeface="Lato"/>
                          <a:ea typeface="Lato"/>
                          <a:cs typeface="Lato"/>
                          <a:sym typeface="Lato"/>
                        </a:rPr>
                        <a:t>January 11, 20XX</a:t>
                      </a:r>
                      <a:endParaRPr>
                        <a:solidFill>
                          <a:schemeClr val="lt1"/>
                        </a:solidFill>
                        <a:latin typeface="Lato"/>
                        <a:ea typeface="Lato"/>
                        <a:cs typeface="Lato"/>
                        <a:sym typeface="Lato"/>
                      </a:endParaRPr>
                    </a:p>
                  </a:txBody>
                  <a:tcPr marL="91425" marR="91425" marT="54850"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lnSpc>
                          <a:spcPct val="100000"/>
                        </a:lnSpc>
                        <a:spcBef>
                          <a:spcPts val="0"/>
                        </a:spcBef>
                        <a:spcAft>
                          <a:spcPts val="0"/>
                        </a:spcAft>
                        <a:buNone/>
                      </a:pPr>
                      <a:r>
                        <a:rPr lang="en">
                          <a:solidFill>
                            <a:schemeClr val="lt1"/>
                          </a:solidFill>
                          <a:latin typeface="Lato"/>
                          <a:ea typeface="Lato"/>
                          <a:cs typeface="Lato"/>
                          <a:sym typeface="Lato"/>
                        </a:rPr>
                        <a:t>January 12, 20XX</a:t>
                      </a:r>
                      <a:endParaRPr>
                        <a:solidFill>
                          <a:schemeClr val="lt1"/>
                        </a:solidFill>
                        <a:latin typeface="Lato"/>
                        <a:ea typeface="Lato"/>
                        <a:cs typeface="Lato"/>
                        <a:sym typeface="Lato"/>
                      </a:endParaRPr>
                    </a:p>
                  </a:txBody>
                  <a:tcPr marL="91425" marR="91425" marT="54850"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sp>
        <p:nvSpPr>
          <p:cNvPr id="209" name="Google Shape;209;p36"/>
          <p:cNvSpPr txBox="1"/>
          <p:nvPr/>
        </p:nvSpPr>
        <p:spPr>
          <a:xfrm>
            <a:off x="1821150" y="2269141"/>
            <a:ext cx="1502700" cy="3198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1500">
                <a:solidFill>
                  <a:schemeClr val="lt1"/>
                </a:solidFill>
                <a:latin typeface="Outfit Black"/>
                <a:ea typeface="Outfit Black"/>
                <a:cs typeface="Outfit Black"/>
                <a:sym typeface="Outfit Black"/>
              </a:rPr>
              <a:t>ELLEN DOE</a:t>
            </a:r>
            <a:endParaRPr sz="1500">
              <a:solidFill>
                <a:schemeClr val="lt1"/>
              </a:solidFill>
              <a:latin typeface="Outfit Black"/>
              <a:ea typeface="Outfit Black"/>
              <a:cs typeface="Outfit Black"/>
              <a:sym typeface="Outfit Black"/>
            </a:endParaRPr>
          </a:p>
        </p:txBody>
      </p:sp>
      <p:sp>
        <p:nvSpPr>
          <p:cNvPr id="210" name="Google Shape;210;p36"/>
          <p:cNvSpPr txBox="1"/>
          <p:nvPr/>
        </p:nvSpPr>
        <p:spPr>
          <a:xfrm>
            <a:off x="1821150" y="2544446"/>
            <a:ext cx="1502700" cy="2199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lt1"/>
                </a:solidFill>
                <a:latin typeface="Lato"/>
                <a:ea typeface="Lato"/>
                <a:cs typeface="Lato"/>
                <a:sym typeface="Lato"/>
              </a:rPr>
              <a:t>CEO &amp; founder</a:t>
            </a:r>
            <a:endParaRPr>
              <a:solidFill>
                <a:schemeClr val="lt1"/>
              </a:solidFill>
              <a:latin typeface="Lato"/>
              <a:ea typeface="Lato"/>
              <a:cs typeface="Lato"/>
              <a:sym typeface="Lato"/>
            </a:endParaRPr>
          </a:p>
        </p:txBody>
      </p:sp>
      <p:sp>
        <p:nvSpPr>
          <p:cNvPr id="211" name="Google Shape;211;p36"/>
          <p:cNvSpPr txBox="1"/>
          <p:nvPr/>
        </p:nvSpPr>
        <p:spPr>
          <a:xfrm>
            <a:off x="1924850" y="2944851"/>
            <a:ext cx="1398900" cy="365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b="1">
                <a:solidFill>
                  <a:schemeClr val="dk1"/>
                </a:solidFill>
                <a:latin typeface="Lato"/>
                <a:ea typeface="Lato"/>
                <a:cs typeface="Lato"/>
                <a:sym typeface="Lato"/>
              </a:rPr>
              <a:t>9:00 - 11:00</a:t>
            </a:r>
            <a:endParaRPr sz="1000" b="1">
              <a:solidFill>
                <a:schemeClr val="dk1"/>
              </a:solidFill>
              <a:latin typeface="Lato"/>
              <a:ea typeface="Lato"/>
              <a:cs typeface="Lato"/>
              <a:sym typeface="Lato"/>
            </a:endParaRPr>
          </a:p>
          <a:p>
            <a:pPr marL="0" lvl="0" indent="0" algn="l" rtl="0">
              <a:spcBef>
                <a:spcPts val="0"/>
              </a:spcBef>
              <a:spcAft>
                <a:spcPts val="0"/>
              </a:spcAft>
              <a:buNone/>
            </a:pPr>
            <a:r>
              <a:rPr lang="en" sz="1000">
                <a:solidFill>
                  <a:schemeClr val="dk1"/>
                </a:solidFill>
                <a:latin typeface="Lato"/>
                <a:ea typeface="Lato"/>
                <a:cs typeface="Lato"/>
                <a:sym typeface="Lato"/>
              </a:rPr>
              <a:t>Venus Hotel</a:t>
            </a:r>
            <a:endParaRPr sz="1000">
              <a:solidFill>
                <a:schemeClr val="dk1"/>
              </a:solidFill>
              <a:latin typeface="Lato"/>
              <a:ea typeface="Lato"/>
              <a:cs typeface="Lato"/>
              <a:sym typeface="Lato"/>
            </a:endParaRPr>
          </a:p>
        </p:txBody>
      </p:sp>
      <p:pic>
        <p:nvPicPr>
          <p:cNvPr id="212" name="Google Shape;212;p36"/>
          <p:cNvPicPr preferRelativeResize="0"/>
          <p:nvPr/>
        </p:nvPicPr>
        <p:blipFill rotWithShape="1">
          <a:blip r:embed="rId3">
            <a:alphaModFix/>
          </a:blip>
          <a:srcRect l="19854" t="12255" r="7312" b="39248"/>
          <a:stretch/>
        </p:blipFill>
        <p:spPr>
          <a:xfrm>
            <a:off x="825073" y="2314462"/>
            <a:ext cx="996062" cy="995488"/>
          </a:xfrm>
          <a:prstGeom prst="rect">
            <a:avLst/>
          </a:prstGeom>
          <a:noFill/>
          <a:ln>
            <a:noFill/>
          </a:ln>
        </p:spPr>
      </p:pic>
      <p:pic>
        <p:nvPicPr>
          <p:cNvPr id="213" name="Google Shape;213;p36"/>
          <p:cNvPicPr preferRelativeResize="0"/>
          <p:nvPr/>
        </p:nvPicPr>
        <p:blipFill rotWithShape="1">
          <a:blip r:embed="rId4">
            <a:alphaModFix/>
          </a:blip>
          <a:srcRect l="8670" t="18712" r="8670" b="26348"/>
          <a:stretch/>
        </p:blipFill>
        <p:spPr>
          <a:xfrm>
            <a:off x="825079" y="3460837"/>
            <a:ext cx="996062" cy="995488"/>
          </a:xfrm>
          <a:prstGeom prst="rect">
            <a:avLst/>
          </a:prstGeom>
          <a:noFill/>
          <a:ln>
            <a:noFill/>
          </a:ln>
        </p:spPr>
      </p:pic>
      <p:cxnSp>
        <p:nvCxnSpPr>
          <p:cNvPr id="214" name="Google Shape;214;p36"/>
          <p:cNvCxnSpPr/>
          <p:nvPr/>
        </p:nvCxnSpPr>
        <p:spPr>
          <a:xfrm>
            <a:off x="1924850" y="2831043"/>
            <a:ext cx="1398900" cy="0"/>
          </a:xfrm>
          <a:prstGeom prst="straightConnector1">
            <a:avLst/>
          </a:prstGeom>
          <a:noFill/>
          <a:ln w="19050" cap="rnd" cmpd="sng">
            <a:solidFill>
              <a:schemeClr val="accent1"/>
            </a:solidFill>
            <a:prstDash val="solid"/>
            <a:round/>
            <a:headEnd type="none" w="med" len="med"/>
            <a:tailEnd type="none" w="med" len="med"/>
          </a:ln>
        </p:spPr>
      </p:cxnSp>
      <p:sp>
        <p:nvSpPr>
          <p:cNvPr id="215" name="Google Shape;215;p36"/>
          <p:cNvSpPr txBox="1"/>
          <p:nvPr/>
        </p:nvSpPr>
        <p:spPr>
          <a:xfrm>
            <a:off x="1821150" y="3415516"/>
            <a:ext cx="1502700" cy="3198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1500">
                <a:solidFill>
                  <a:schemeClr val="lt1"/>
                </a:solidFill>
                <a:latin typeface="Outfit Black"/>
                <a:ea typeface="Outfit Black"/>
                <a:cs typeface="Outfit Black"/>
                <a:sym typeface="Outfit Black"/>
              </a:rPr>
              <a:t>DANIEL JAM</a:t>
            </a:r>
            <a:endParaRPr sz="1500">
              <a:solidFill>
                <a:schemeClr val="lt1"/>
              </a:solidFill>
              <a:latin typeface="Outfit Black"/>
              <a:ea typeface="Outfit Black"/>
              <a:cs typeface="Outfit Black"/>
              <a:sym typeface="Outfit Black"/>
            </a:endParaRPr>
          </a:p>
        </p:txBody>
      </p:sp>
      <p:sp>
        <p:nvSpPr>
          <p:cNvPr id="216" name="Google Shape;216;p36"/>
          <p:cNvSpPr txBox="1"/>
          <p:nvPr/>
        </p:nvSpPr>
        <p:spPr>
          <a:xfrm>
            <a:off x="1821150" y="3690821"/>
            <a:ext cx="1502700" cy="2199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lt1"/>
                </a:solidFill>
                <a:latin typeface="Lato"/>
                <a:ea typeface="Lato"/>
                <a:cs typeface="Lato"/>
                <a:sym typeface="Lato"/>
              </a:rPr>
              <a:t>Acc. manager</a:t>
            </a:r>
            <a:endParaRPr>
              <a:solidFill>
                <a:schemeClr val="lt1"/>
              </a:solidFill>
              <a:latin typeface="Lato"/>
              <a:ea typeface="Lato"/>
              <a:cs typeface="Lato"/>
              <a:sym typeface="Lato"/>
            </a:endParaRPr>
          </a:p>
        </p:txBody>
      </p:sp>
      <p:sp>
        <p:nvSpPr>
          <p:cNvPr id="217" name="Google Shape;217;p36"/>
          <p:cNvSpPr txBox="1"/>
          <p:nvPr/>
        </p:nvSpPr>
        <p:spPr>
          <a:xfrm>
            <a:off x="1924850" y="4091226"/>
            <a:ext cx="1398900" cy="365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b="1">
                <a:solidFill>
                  <a:schemeClr val="dk1"/>
                </a:solidFill>
                <a:latin typeface="Lato"/>
                <a:ea typeface="Lato"/>
                <a:cs typeface="Lato"/>
                <a:sym typeface="Lato"/>
              </a:rPr>
              <a:t>11:15 - 15:15</a:t>
            </a:r>
            <a:endParaRPr sz="1000" b="1">
              <a:solidFill>
                <a:schemeClr val="dk1"/>
              </a:solidFill>
              <a:latin typeface="Lato"/>
              <a:ea typeface="Lato"/>
              <a:cs typeface="Lato"/>
              <a:sym typeface="Lato"/>
            </a:endParaRPr>
          </a:p>
          <a:p>
            <a:pPr marL="0" lvl="0" indent="0" algn="l" rtl="0">
              <a:spcBef>
                <a:spcPts val="0"/>
              </a:spcBef>
              <a:spcAft>
                <a:spcPts val="0"/>
              </a:spcAft>
              <a:buNone/>
            </a:pPr>
            <a:r>
              <a:rPr lang="en" sz="1000">
                <a:solidFill>
                  <a:schemeClr val="dk1"/>
                </a:solidFill>
                <a:latin typeface="Lato"/>
                <a:ea typeface="Lato"/>
                <a:cs typeface="Lato"/>
                <a:sym typeface="Lato"/>
              </a:rPr>
              <a:t>Venus Hotel</a:t>
            </a:r>
            <a:endParaRPr sz="1000">
              <a:solidFill>
                <a:schemeClr val="dk1"/>
              </a:solidFill>
              <a:latin typeface="Lato"/>
              <a:ea typeface="Lato"/>
              <a:cs typeface="Lato"/>
              <a:sym typeface="Lato"/>
            </a:endParaRPr>
          </a:p>
        </p:txBody>
      </p:sp>
      <p:cxnSp>
        <p:nvCxnSpPr>
          <p:cNvPr id="218" name="Google Shape;218;p36"/>
          <p:cNvCxnSpPr/>
          <p:nvPr/>
        </p:nvCxnSpPr>
        <p:spPr>
          <a:xfrm>
            <a:off x="1924850" y="3977418"/>
            <a:ext cx="1398900" cy="0"/>
          </a:xfrm>
          <a:prstGeom prst="straightConnector1">
            <a:avLst/>
          </a:prstGeom>
          <a:noFill/>
          <a:ln w="19050" cap="rnd" cmpd="sng">
            <a:solidFill>
              <a:schemeClr val="accent1"/>
            </a:solidFill>
            <a:prstDash val="solid"/>
            <a:round/>
            <a:headEnd type="none" w="med" len="med"/>
            <a:tailEnd type="none" w="med" len="med"/>
          </a:ln>
        </p:spPr>
      </p:cxnSp>
      <p:sp>
        <p:nvSpPr>
          <p:cNvPr id="219" name="Google Shape;219;p36"/>
          <p:cNvSpPr txBox="1"/>
          <p:nvPr/>
        </p:nvSpPr>
        <p:spPr>
          <a:xfrm>
            <a:off x="3901750" y="2265584"/>
            <a:ext cx="4415100" cy="365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BUSINESS MANAGEMENT</a:t>
            </a:r>
            <a:endParaRPr sz="1900">
              <a:solidFill>
                <a:schemeClr val="lt1"/>
              </a:solidFill>
              <a:latin typeface="Outfit Black"/>
              <a:ea typeface="Outfit Black"/>
              <a:cs typeface="Outfit Black"/>
              <a:sym typeface="Outfit Black"/>
            </a:endParaRPr>
          </a:p>
        </p:txBody>
      </p:sp>
      <p:sp>
        <p:nvSpPr>
          <p:cNvPr id="220" name="Google Shape;220;p36"/>
          <p:cNvSpPr txBox="1"/>
          <p:nvPr/>
        </p:nvSpPr>
        <p:spPr>
          <a:xfrm>
            <a:off x="3901750" y="2553209"/>
            <a:ext cx="4415100" cy="71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Jupiter is a gas giant and the biggest planet in the Solar System. It's the fourth-brightest object in the night sky. It was named after a Roman god</a:t>
            </a:r>
            <a:endParaRPr>
              <a:solidFill>
                <a:schemeClr val="lt1"/>
              </a:solidFill>
              <a:latin typeface="Lato"/>
              <a:ea typeface="Lato"/>
              <a:cs typeface="Lato"/>
              <a:sym typeface="Lato"/>
            </a:endParaRPr>
          </a:p>
        </p:txBody>
      </p:sp>
      <p:sp>
        <p:nvSpPr>
          <p:cNvPr id="221" name="Google Shape;221;p36"/>
          <p:cNvSpPr txBox="1"/>
          <p:nvPr/>
        </p:nvSpPr>
        <p:spPr>
          <a:xfrm>
            <a:off x="3901750" y="3482646"/>
            <a:ext cx="4415100" cy="365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BUILD YOUR OWN BUSINESS</a:t>
            </a:r>
            <a:endParaRPr sz="1900">
              <a:solidFill>
                <a:schemeClr val="lt1"/>
              </a:solidFill>
              <a:latin typeface="Outfit Black"/>
              <a:ea typeface="Outfit Black"/>
              <a:cs typeface="Outfit Black"/>
              <a:sym typeface="Outfit Black"/>
            </a:endParaRPr>
          </a:p>
        </p:txBody>
      </p:sp>
      <p:sp>
        <p:nvSpPr>
          <p:cNvPr id="222" name="Google Shape;222;p36"/>
          <p:cNvSpPr txBox="1"/>
          <p:nvPr/>
        </p:nvSpPr>
        <p:spPr>
          <a:xfrm>
            <a:off x="3901750" y="3770271"/>
            <a:ext cx="4415100" cy="71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Mercury is the closest planet to the Sun and the smallest in the entire Solar System. Its name has nothing to do with the liquid metal</a:t>
            </a:r>
            <a:endParaRPr>
              <a:solidFill>
                <a:schemeClr val="lt1"/>
              </a:solidFill>
              <a:latin typeface="Lato"/>
              <a:ea typeface="Lato"/>
              <a:cs typeface="Lato"/>
              <a:sym typeface="Lato"/>
            </a:endParaRPr>
          </a:p>
        </p:txBody>
      </p:sp>
      <p:cxnSp>
        <p:nvCxnSpPr>
          <p:cNvPr id="223" name="Google Shape;223;p36"/>
          <p:cNvCxnSpPr/>
          <p:nvPr/>
        </p:nvCxnSpPr>
        <p:spPr>
          <a:xfrm>
            <a:off x="3664187" y="2314449"/>
            <a:ext cx="0" cy="214200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27"/>
        <p:cNvGrpSpPr/>
        <p:nvPr/>
      </p:nvGrpSpPr>
      <p:grpSpPr>
        <a:xfrm>
          <a:off x="0" y="0"/>
          <a:ext cx="0" cy="0"/>
          <a:chOff x="0" y="0"/>
          <a:chExt cx="0" cy="0"/>
        </a:xfrm>
      </p:grpSpPr>
      <p:sp>
        <p:nvSpPr>
          <p:cNvPr id="228" name="Google Shape;228;p37"/>
          <p:cNvSpPr txBox="1">
            <a:spLocks noGrp="1"/>
          </p:cNvSpPr>
          <p:nvPr>
            <p:ph type="title"/>
          </p:nvPr>
        </p:nvSpPr>
        <p:spPr>
          <a:xfrm>
            <a:off x="722375" y="2135225"/>
            <a:ext cx="4845900" cy="1677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ABOUT THE SPEAKERS</a:t>
            </a:r>
            <a:endParaRPr/>
          </a:p>
        </p:txBody>
      </p:sp>
      <p:sp>
        <p:nvSpPr>
          <p:cNvPr id="229" name="Google Shape;229;p37"/>
          <p:cNvSpPr txBox="1">
            <a:spLocks noGrp="1"/>
          </p:cNvSpPr>
          <p:nvPr>
            <p:ph type="title" idx="2"/>
          </p:nvPr>
        </p:nvSpPr>
        <p:spPr>
          <a:xfrm>
            <a:off x="827275" y="699912"/>
            <a:ext cx="1313100" cy="131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30" name="Google Shape;230;p37"/>
          <p:cNvSpPr txBox="1">
            <a:spLocks noGrp="1"/>
          </p:cNvSpPr>
          <p:nvPr>
            <p:ph type="subTitle" idx="1"/>
          </p:nvPr>
        </p:nvSpPr>
        <p:spPr>
          <a:xfrm>
            <a:off x="722375" y="4172050"/>
            <a:ext cx="4845900" cy="42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could enter a subtitle here if you need it</a:t>
            </a:r>
            <a:endParaRPr/>
          </a:p>
        </p:txBody>
      </p:sp>
      <p:cxnSp>
        <p:nvCxnSpPr>
          <p:cNvPr id="231" name="Google Shape;231;p37"/>
          <p:cNvCxnSpPr/>
          <p:nvPr/>
        </p:nvCxnSpPr>
        <p:spPr>
          <a:xfrm>
            <a:off x="827275" y="3929438"/>
            <a:ext cx="2045700" cy="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35"/>
        <p:cNvGrpSpPr/>
        <p:nvPr/>
      </p:nvGrpSpPr>
      <p:grpSpPr>
        <a:xfrm>
          <a:off x="0" y="0"/>
          <a:ext cx="0" cy="0"/>
          <a:chOff x="0" y="0"/>
          <a:chExt cx="0" cy="0"/>
        </a:xfrm>
      </p:grpSpPr>
      <p:sp>
        <p:nvSpPr>
          <p:cNvPr id="236" name="Google Shape;236;p38"/>
          <p:cNvSpPr txBox="1">
            <a:spLocks noGrp="1"/>
          </p:cNvSpPr>
          <p:nvPr>
            <p:ph type="body" idx="1"/>
          </p:nvPr>
        </p:nvSpPr>
        <p:spPr>
          <a:xfrm>
            <a:off x="720000" y="1250800"/>
            <a:ext cx="3963600" cy="3357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900">
                <a:latin typeface="Outfit Black"/>
                <a:ea typeface="Outfit Black"/>
                <a:cs typeface="Outfit Black"/>
                <a:sym typeface="Outfit Black"/>
              </a:rPr>
              <a:t>ELLEN DOE</a:t>
            </a:r>
            <a:endParaRPr sz="1900">
              <a:latin typeface="Outfit Black"/>
              <a:ea typeface="Outfit Black"/>
              <a:cs typeface="Outfit Black"/>
              <a:sym typeface="Outfit Black"/>
            </a:endParaRPr>
          </a:p>
          <a:p>
            <a:pPr marL="0" lvl="0" indent="0" algn="l" rtl="0">
              <a:spcBef>
                <a:spcPts val="0"/>
              </a:spcBef>
              <a:spcAft>
                <a:spcPts val="0"/>
              </a:spcAft>
              <a:buNone/>
            </a:pPr>
            <a:r>
              <a:rPr lang="en" b="1"/>
              <a:t>CEO &amp; founder</a:t>
            </a:r>
            <a:endParaRPr b="1"/>
          </a:p>
          <a:p>
            <a:pPr marL="0" lvl="0" indent="0" algn="l" rtl="0">
              <a:spcBef>
                <a:spcPts val="1000"/>
              </a:spcBef>
              <a:spcAft>
                <a:spcPts val="0"/>
              </a:spcAft>
              <a:buNone/>
            </a:pPr>
            <a:r>
              <a:rPr lang="en"/>
              <a:t>Jupiter is a gas giant and the biggest planet in the Solar System. It's the fourth-brightest object in the night sky. It was named after the Roman god of the skies and lightning</a:t>
            </a:r>
            <a:endParaRPr/>
          </a:p>
          <a:p>
            <a:pPr marL="457200" lvl="0" indent="-317500" algn="l" rtl="0">
              <a:spcBef>
                <a:spcPts val="1000"/>
              </a:spcBef>
              <a:spcAft>
                <a:spcPts val="0"/>
              </a:spcAft>
              <a:buSzPts val="1400"/>
              <a:buChar char="●"/>
            </a:pPr>
            <a:r>
              <a:rPr lang="en"/>
              <a:t>Saturn is a gas giant and has several rings. It's composed mostly of hydrogen and helium. It was named after the Roman god of wealth and agriculture</a:t>
            </a:r>
            <a:endParaRPr/>
          </a:p>
          <a:p>
            <a:pPr marL="457200" lvl="0" indent="-317500" algn="l" rtl="0">
              <a:spcBef>
                <a:spcPts val="1000"/>
              </a:spcBef>
              <a:spcAft>
                <a:spcPts val="0"/>
              </a:spcAft>
              <a:buSzPts val="1400"/>
              <a:buChar char="●"/>
            </a:pPr>
            <a:r>
              <a:rPr lang="en"/>
              <a:t>You can replace the image. Just right-click on it and select “Replace image”</a:t>
            </a:r>
            <a:endParaRPr/>
          </a:p>
          <a:p>
            <a:pPr marL="0" lvl="0" indent="0" algn="l" rtl="0">
              <a:spcBef>
                <a:spcPts val="0"/>
              </a:spcBef>
              <a:spcAft>
                <a:spcPts val="0"/>
              </a:spcAft>
              <a:buNone/>
            </a:pPr>
            <a:endParaRPr/>
          </a:p>
        </p:txBody>
      </p:sp>
      <p:sp>
        <p:nvSpPr>
          <p:cNvPr id="237" name="Google Shape;237;p38"/>
          <p:cNvSpPr txBox="1">
            <a:spLocks noGrp="1"/>
          </p:cNvSpPr>
          <p:nvPr>
            <p:ph type="title"/>
          </p:nvPr>
        </p:nvSpPr>
        <p:spPr>
          <a:xfrm>
            <a:off x="720000" y="463800"/>
            <a:ext cx="39636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SPEAKER 01</a:t>
            </a:r>
            <a:endParaRPr/>
          </a:p>
        </p:txBody>
      </p:sp>
      <p:cxnSp>
        <p:nvCxnSpPr>
          <p:cNvPr id="238" name="Google Shape;238;p38"/>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pic>
        <p:nvPicPr>
          <p:cNvPr id="239" name="Google Shape;239;p38"/>
          <p:cNvPicPr preferRelativeResize="0">
            <a:picLocks noGrp="1"/>
          </p:cNvPicPr>
          <p:nvPr>
            <p:ph type="pic" idx="2"/>
          </p:nvPr>
        </p:nvPicPr>
        <p:blipFill rotWithShape="1">
          <a:blip r:embed="rId3">
            <a:alphaModFix/>
          </a:blip>
          <a:srcRect l="4104" t="13332" b="6833"/>
          <a:stretch/>
        </p:blipFill>
        <p:spPr>
          <a:xfrm>
            <a:off x="5266487" y="637200"/>
            <a:ext cx="3053999" cy="3816000"/>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43"/>
        <p:cNvGrpSpPr/>
        <p:nvPr/>
      </p:nvGrpSpPr>
      <p:grpSpPr>
        <a:xfrm>
          <a:off x="0" y="0"/>
          <a:ext cx="0" cy="0"/>
          <a:chOff x="0" y="0"/>
          <a:chExt cx="0" cy="0"/>
        </a:xfrm>
      </p:grpSpPr>
      <p:sp>
        <p:nvSpPr>
          <p:cNvPr id="244" name="Google Shape;244;p39"/>
          <p:cNvSpPr txBox="1">
            <a:spLocks noGrp="1"/>
          </p:cNvSpPr>
          <p:nvPr>
            <p:ph type="title"/>
          </p:nvPr>
        </p:nvSpPr>
        <p:spPr>
          <a:xfrm>
            <a:off x="722375" y="3296399"/>
            <a:ext cx="4053900" cy="474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—SOMEONE FAMOUS</a:t>
            </a:r>
            <a:endParaRPr/>
          </a:p>
        </p:txBody>
      </p:sp>
      <p:sp>
        <p:nvSpPr>
          <p:cNvPr id="245" name="Google Shape;245;p39"/>
          <p:cNvSpPr txBox="1">
            <a:spLocks noGrp="1"/>
          </p:cNvSpPr>
          <p:nvPr>
            <p:ph type="subTitle" idx="1"/>
          </p:nvPr>
        </p:nvSpPr>
        <p:spPr>
          <a:xfrm>
            <a:off x="722375" y="1335650"/>
            <a:ext cx="4053900" cy="1544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“This is a quote. Words full of wisdom that someone important said and that can inspire the reader.”</a:t>
            </a:r>
            <a:endParaRPr/>
          </a:p>
        </p:txBody>
      </p:sp>
      <p:cxnSp>
        <p:nvCxnSpPr>
          <p:cNvPr id="246" name="Google Shape;246;p39"/>
          <p:cNvCxnSpPr/>
          <p:nvPr/>
        </p:nvCxnSpPr>
        <p:spPr>
          <a:xfrm>
            <a:off x="827275" y="3087361"/>
            <a:ext cx="2045700" cy="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50"/>
        <p:cNvGrpSpPr/>
        <p:nvPr/>
      </p:nvGrpSpPr>
      <p:grpSpPr>
        <a:xfrm>
          <a:off x="0" y="0"/>
          <a:ext cx="0" cy="0"/>
          <a:chOff x="0" y="0"/>
          <a:chExt cx="0" cy="0"/>
        </a:xfrm>
      </p:grpSpPr>
      <p:sp>
        <p:nvSpPr>
          <p:cNvPr id="251" name="Google Shape;251;p40"/>
          <p:cNvSpPr txBox="1">
            <a:spLocks noGrp="1"/>
          </p:cNvSpPr>
          <p:nvPr>
            <p:ph type="body" idx="1"/>
          </p:nvPr>
        </p:nvSpPr>
        <p:spPr>
          <a:xfrm>
            <a:off x="4153225" y="1250800"/>
            <a:ext cx="4268400" cy="33579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t>Jupiter is a gas giant and the biggest planet in the Solar System. It's the fourth-brightest object in the night sky. It was named after the Roman god of the skies and lightning</a:t>
            </a:r>
            <a:endParaRPr/>
          </a:p>
          <a:p>
            <a:pPr marL="457200" lvl="0" indent="-317500" algn="l" rtl="0">
              <a:spcBef>
                <a:spcPts val="1000"/>
              </a:spcBef>
              <a:spcAft>
                <a:spcPts val="0"/>
              </a:spcAft>
              <a:buSzPts val="1400"/>
              <a:buChar char="●"/>
            </a:pPr>
            <a:r>
              <a:rPr lang="en"/>
              <a:t>Saturn is a gas giant and has several rings. It's composed mostly of hydrogen and helium. This planet was named after the Roman god of wealth and agriculture</a:t>
            </a:r>
            <a:endParaRPr/>
          </a:p>
          <a:p>
            <a:pPr marL="457200" lvl="0" indent="-317500" algn="l" rtl="0">
              <a:spcBef>
                <a:spcPts val="1000"/>
              </a:spcBef>
              <a:spcAft>
                <a:spcPts val="1000"/>
              </a:spcAft>
              <a:buSzPts val="1400"/>
              <a:buChar char="●"/>
            </a:pPr>
            <a:r>
              <a:rPr lang="en"/>
              <a:t>Earth is the third planet from the Sun and the only one that harbors life in the Solar System. This is where we all live</a:t>
            </a:r>
            <a:endParaRPr/>
          </a:p>
        </p:txBody>
      </p:sp>
      <p:cxnSp>
        <p:nvCxnSpPr>
          <p:cNvPr id="252" name="Google Shape;252;p40"/>
          <p:cNvCxnSpPr/>
          <p:nvPr/>
        </p:nvCxnSpPr>
        <p:spPr>
          <a:xfrm>
            <a:off x="4258300" y="1095888"/>
            <a:ext cx="2045700" cy="0"/>
          </a:xfrm>
          <a:prstGeom prst="straightConnector1">
            <a:avLst/>
          </a:prstGeom>
          <a:noFill/>
          <a:ln w="19050" cap="rnd" cmpd="sng">
            <a:solidFill>
              <a:schemeClr val="accent1"/>
            </a:solidFill>
            <a:prstDash val="solid"/>
            <a:round/>
            <a:headEnd type="none" w="med" len="med"/>
            <a:tailEnd type="none" w="med" len="med"/>
          </a:ln>
        </p:spPr>
      </p:cxnSp>
      <p:sp>
        <p:nvSpPr>
          <p:cNvPr id="253" name="Google Shape;253;p40"/>
          <p:cNvSpPr txBox="1">
            <a:spLocks noGrp="1"/>
          </p:cNvSpPr>
          <p:nvPr>
            <p:ph type="title"/>
          </p:nvPr>
        </p:nvSpPr>
        <p:spPr>
          <a:xfrm>
            <a:off x="4153225" y="463800"/>
            <a:ext cx="42684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HISTORY</a:t>
            </a:r>
            <a:endParaRPr/>
          </a:p>
        </p:txBody>
      </p:sp>
      <p:pic>
        <p:nvPicPr>
          <p:cNvPr id="254" name="Google Shape;254;p40"/>
          <p:cNvPicPr preferRelativeResize="0">
            <a:picLocks noGrp="1"/>
          </p:cNvPicPr>
          <p:nvPr>
            <p:ph type="pic" idx="2"/>
          </p:nvPr>
        </p:nvPicPr>
        <p:blipFill rotWithShape="1">
          <a:blip r:embed="rId3">
            <a:alphaModFix/>
          </a:blip>
          <a:srcRect l="23320" r="23326"/>
          <a:stretch/>
        </p:blipFill>
        <p:spPr>
          <a:xfrm>
            <a:off x="827275" y="640325"/>
            <a:ext cx="3054000" cy="3816000"/>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58"/>
        <p:cNvGrpSpPr/>
        <p:nvPr/>
      </p:nvGrpSpPr>
      <p:grpSpPr>
        <a:xfrm>
          <a:off x="0" y="0"/>
          <a:ext cx="0" cy="0"/>
          <a:chOff x="0" y="0"/>
          <a:chExt cx="0" cy="0"/>
        </a:xfrm>
      </p:grpSpPr>
      <p:sp>
        <p:nvSpPr>
          <p:cNvPr id="259" name="Google Shape;259;p41"/>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TIMELINE</a:t>
            </a:r>
            <a:endParaRPr/>
          </a:p>
        </p:txBody>
      </p:sp>
      <p:sp>
        <p:nvSpPr>
          <p:cNvPr id="260" name="Google Shape;260;p41"/>
          <p:cNvSpPr txBox="1">
            <a:spLocks noGrp="1"/>
          </p:cNvSpPr>
          <p:nvPr>
            <p:ph type="subTitle" idx="4294967295"/>
          </p:nvPr>
        </p:nvSpPr>
        <p:spPr>
          <a:xfrm flipH="1">
            <a:off x="825026" y="3053276"/>
            <a:ext cx="1679100" cy="1080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second-brightest natural object in the night sky</a:t>
            </a:r>
            <a:endParaRPr/>
          </a:p>
        </p:txBody>
      </p:sp>
      <p:sp>
        <p:nvSpPr>
          <p:cNvPr id="261" name="Google Shape;261;p41"/>
          <p:cNvSpPr txBox="1">
            <a:spLocks noGrp="1"/>
          </p:cNvSpPr>
          <p:nvPr>
            <p:ph type="subTitle" idx="4294967295"/>
          </p:nvPr>
        </p:nvSpPr>
        <p:spPr>
          <a:xfrm flipH="1">
            <a:off x="4700092" y="3053276"/>
            <a:ext cx="1679100" cy="1080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a gas giant and the biggest planet in the Solar System</a:t>
            </a:r>
            <a:endParaRPr/>
          </a:p>
        </p:txBody>
      </p:sp>
      <p:sp>
        <p:nvSpPr>
          <p:cNvPr id="262" name="Google Shape;262;p41"/>
          <p:cNvSpPr txBox="1">
            <a:spLocks noGrp="1"/>
          </p:cNvSpPr>
          <p:nvPr>
            <p:ph type="subTitle" idx="4294967295"/>
          </p:nvPr>
        </p:nvSpPr>
        <p:spPr>
          <a:xfrm flipH="1">
            <a:off x="2762559" y="3053276"/>
            <a:ext cx="1679100" cy="1080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was named after the Roman god of wealth and agriculture</a:t>
            </a:r>
            <a:endParaRPr/>
          </a:p>
        </p:txBody>
      </p:sp>
      <p:sp>
        <p:nvSpPr>
          <p:cNvPr id="263" name="Google Shape;263;p41"/>
          <p:cNvSpPr txBox="1">
            <a:spLocks noGrp="1"/>
          </p:cNvSpPr>
          <p:nvPr>
            <p:ph type="subTitle" idx="4294967295"/>
          </p:nvPr>
        </p:nvSpPr>
        <p:spPr>
          <a:xfrm flipH="1">
            <a:off x="6637625" y="3053276"/>
            <a:ext cx="1679100" cy="1080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a:t>
            </a:r>
            <a:endParaRPr/>
          </a:p>
        </p:txBody>
      </p:sp>
      <p:cxnSp>
        <p:nvCxnSpPr>
          <p:cNvPr id="264" name="Google Shape;264;p41"/>
          <p:cNvCxnSpPr>
            <a:stCxn id="265" idx="3"/>
            <a:endCxn id="266" idx="1"/>
          </p:cNvCxnSpPr>
          <p:nvPr/>
        </p:nvCxnSpPr>
        <p:spPr>
          <a:xfrm>
            <a:off x="2073626" y="2578779"/>
            <a:ext cx="1119300" cy="0"/>
          </a:xfrm>
          <a:prstGeom prst="straightConnector1">
            <a:avLst/>
          </a:prstGeom>
          <a:noFill/>
          <a:ln w="19050" cap="rnd" cmpd="sng">
            <a:solidFill>
              <a:schemeClr val="accent1"/>
            </a:solidFill>
            <a:prstDash val="solid"/>
            <a:round/>
            <a:headEnd type="none" w="med" len="med"/>
            <a:tailEnd type="none" w="med" len="med"/>
          </a:ln>
        </p:spPr>
      </p:cxnSp>
      <p:sp>
        <p:nvSpPr>
          <p:cNvPr id="265" name="Google Shape;265;p41"/>
          <p:cNvSpPr/>
          <p:nvPr/>
        </p:nvSpPr>
        <p:spPr>
          <a:xfrm>
            <a:off x="1255526" y="2169729"/>
            <a:ext cx="818100" cy="818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41"/>
          <p:cNvSpPr/>
          <p:nvPr/>
        </p:nvSpPr>
        <p:spPr>
          <a:xfrm>
            <a:off x="3193059" y="2169729"/>
            <a:ext cx="818100" cy="818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41"/>
          <p:cNvSpPr/>
          <p:nvPr/>
        </p:nvSpPr>
        <p:spPr>
          <a:xfrm>
            <a:off x="5130592" y="2169729"/>
            <a:ext cx="818100" cy="818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41"/>
          <p:cNvSpPr/>
          <p:nvPr/>
        </p:nvSpPr>
        <p:spPr>
          <a:xfrm>
            <a:off x="7068125" y="2169729"/>
            <a:ext cx="818100" cy="818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41"/>
          <p:cNvSpPr txBox="1">
            <a:spLocks noGrp="1"/>
          </p:cNvSpPr>
          <p:nvPr>
            <p:ph type="subTitle" idx="4294967295"/>
          </p:nvPr>
        </p:nvSpPr>
        <p:spPr>
          <a:xfrm flipH="1">
            <a:off x="825026" y="1608375"/>
            <a:ext cx="1679100" cy="47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900">
                <a:latin typeface="Outfit Black"/>
                <a:ea typeface="Outfit Black"/>
                <a:cs typeface="Outfit Black"/>
                <a:sym typeface="Outfit Black"/>
              </a:rPr>
              <a:t>VENUS</a:t>
            </a:r>
            <a:endParaRPr sz="1900">
              <a:latin typeface="Outfit Black"/>
              <a:ea typeface="Outfit Black"/>
              <a:cs typeface="Outfit Black"/>
              <a:sym typeface="Outfit Black"/>
            </a:endParaRPr>
          </a:p>
        </p:txBody>
      </p:sp>
      <p:sp>
        <p:nvSpPr>
          <p:cNvPr id="270" name="Google Shape;270;p41"/>
          <p:cNvSpPr txBox="1">
            <a:spLocks noGrp="1"/>
          </p:cNvSpPr>
          <p:nvPr>
            <p:ph type="subTitle" idx="4294967295"/>
          </p:nvPr>
        </p:nvSpPr>
        <p:spPr>
          <a:xfrm flipH="1">
            <a:off x="4700092" y="1608375"/>
            <a:ext cx="1679100" cy="47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900">
                <a:latin typeface="Outfit Black"/>
                <a:ea typeface="Outfit Black"/>
                <a:cs typeface="Outfit Black"/>
                <a:sym typeface="Outfit Black"/>
              </a:rPr>
              <a:t>JUPITER</a:t>
            </a:r>
            <a:endParaRPr sz="1900">
              <a:latin typeface="Outfit Black"/>
              <a:ea typeface="Outfit Black"/>
              <a:cs typeface="Outfit Black"/>
              <a:sym typeface="Outfit Black"/>
            </a:endParaRPr>
          </a:p>
        </p:txBody>
      </p:sp>
      <p:sp>
        <p:nvSpPr>
          <p:cNvPr id="271" name="Google Shape;271;p41"/>
          <p:cNvSpPr txBox="1">
            <a:spLocks noGrp="1"/>
          </p:cNvSpPr>
          <p:nvPr>
            <p:ph type="subTitle" idx="4294967295"/>
          </p:nvPr>
        </p:nvSpPr>
        <p:spPr>
          <a:xfrm flipH="1">
            <a:off x="2762559" y="1608375"/>
            <a:ext cx="1679100" cy="47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900">
                <a:latin typeface="Outfit Black"/>
                <a:ea typeface="Outfit Black"/>
                <a:cs typeface="Outfit Black"/>
                <a:sym typeface="Outfit Black"/>
              </a:rPr>
              <a:t>SATURN</a:t>
            </a:r>
            <a:endParaRPr sz="1900">
              <a:latin typeface="Outfit Black"/>
              <a:ea typeface="Outfit Black"/>
              <a:cs typeface="Outfit Black"/>
              <a:sym typeface="Outfit Black"/>
            </a:endParaRPr>
          </a:p>
        </p:txBody>
      </p:sp>
      <p:sp>
        <p:nvSpPr>
          <p:cNvPr id="272" name="Google Shape;272;p41"/>
          <p:cNvSpPr txBox="1">
            <a:spLocks noGrp="1"/>
          </p:cNvSpPr>
          <p:nvPr>
            <p:ph type="subTitle" idx="4294967295"/>
          </p:nvPr>
        </p:nvSpPr>
        <p:spPr>
          <a:xfrm flipH="1">
            <a:off x="6637625" y="1608375"/>
            <a:ext cx="1679100" cy="47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900">
                <a:latin typeface="Outfit Black"/>
                <a:ea typeface="Outfit Black"/>
                <a:cs typeface="Outfit Black"/>
                <a:sym typeface="Outfit Black"/>
              </a:rPr>
              <a:t>MERCURY</a:t>
            </a:r>
            <a:endParaRPr sz="1900">
              <a:latin typeface="Outfit Black"/>
              <a:ea typeface="Outfit Black"/>
              <a:cs typeface="Outfit Black"/>
              <a:sym typeface="Outfit Black"/>
            </a:endParaRPr>
          </a:p>
        </p:txBody>
      </p:sp>
      <p:cxnSp>
        <p:nvCxnSpPr>
          <p:cNvPr id="273" name="Google Shape;273;p41"/>
          <p:cNvCxnSpPr>
            <a:stCxn id="266" idx="3"/>
            <a:endCxn id="267" idx="1"/>
          </p:cNvCxnSpPr>
          <p:nvPr/>
        </p:nvCxnSpPr>
        <p:spPr>
          <a:xfrm>
            <a:off x="4011159" y="2578779"/>
            <a:ext cx="1119300" cy="0"/>
          </a:xfrm>
          <a:prstGeom prst="straightConnector1">
            <a:avLst/>
          </a:prstGeom>
          <a:noFill/>
          <a:ln w="19050" cap="rnd" cmpd="sng">
            <a:solidFill>
              <a:schemeClr val="accent1"/>
            </a:solidFill>
            <a:prstDash val="solid"/>
            <a:round/>
            <a:headEnd type="none" w="med" len="med"/>
            <a:tailEnd type="none" w="med" len="med"/>
          </a:ln>
        </p:spPr>
      </p:cxnSp>
      <p:cxnSp>
        <p:nvCxnSpPr>
          <p:cNvPr id="274" name="Google Shape;274;p41"/>
          <p:cNvCxnSpPr>
            <a:stCxn id="267" idx="3"/>
            <a:endCxn id="268" idx="1"/>
          </p:cNvCxnSpPr>
          <p:nvPr/>
        </p:nvCxnSpPr>
        <p:spPr>
          <a:xfrm>
            <a:off x="5948692" y="2578779"/>
            <a:ext cx="1119300" cy="0"/>
          </a:xfrm>
          <a:prstGeom prst="straightConnector1">
            <a:avLst/>
          </a:prstGeom>
          <a:noFill/>
          <a:ln w="19050" cap="rnd" cmpd="sng">
            <a:solidFill>
              <a:schemeClr val="accent1"/>
            </a:solidFill>
            <a:prstDash val="solid"/>
            <a:round/>
            <a:headEnd type="none" w="med" len="med"/>
            <a:tailEnd type="none" w="med" len="med"/>
          </a:ln>
        </p:spPr>
      </p:cxnSp>
      <p:cxnSp>
        <p:nvCxnSpPr>
          <p:cNvPr id="275" name="Google Shape;275;p41"/>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grpSp>
        <p:nvGrpSpPr>
          <p:cNvPr id="276" name="Google Shape;276;p41"/>
          <p:cNvGrpSpPr/>
          <p:nvPr/>
        </p:nvGrpSpPr>
        <p:grpSpPr>
          <a:xfrm>
            <a:off x="1494492" y="2408695"/>
            <a:ext cx="340168" cy="340168"/>
            <a:chOff x="5648375" y="238125"/>
            <a:chExt cx="483125" cy="483125"/>
          </a:xfrm>
        </p:grpSpPr>
        <p:sp>
          <p:nvSpPr>
            <p:cNvPr id="277" name="Google Shape;277;p4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8" name="Google Shape;278;p4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9" name="Google Shape;279;p4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0" name="Google Shape;280;p4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1" name="Google Shape;281;p4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2" name="Google Shape;282;p4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3" name="Google Shape;283;p4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4" name="Google Shape;284;p4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5" name="Google Shape;285;p4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6" name="Google Shape;286;p4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87" name="Google Shape;287;p41"/>
          <p:cNvGrpSpPr/>
          <p:nvPr/>
        </p:nvGrpSpPr>
        <p:grpSpPr>
          <a:xfrm>
            <a:off x="3432025" y="2408686"/>
            <a:ext cx="340168" cy="340186"/>
            <a:chOff x="1487200" y="2021475"/>
            <a:chExt cx="483125" cy="483150"/>
          </a:xfrm>
        </p:grpSpPr>
        <p:sp>
          <p:nvSpPr>
            <p:cNvPr id="288" name="Google Shape;288;p4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9" name="Google Shape;289;p4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0" name="Google Shape;290;p4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1" name="Google Shape;291;p4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92" name="Google Shape;292;p41"/>
          <p:cNvGrpSpPr/>
          <p:nvPr/>
        </p:nvGrpSpPr>
        <p:grpSpPr>
          <a:xfrm>
            <a:off x="5369558" y="2429290"/>
            <a:ext cx="340168" cy="298978"/>
            <a:chOff x="2081650" y="2050750"/>
            <a:chExt cx="483125" cy="424625"/>
          </a:xfrm>
        </p:grpSpPr>
        <p:sp>
          <p:nvSpPr>
            <p:cNvPr id="293" name="Google Shape;293;p4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4" name="Google Shape;294;p4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5" name="Google Shape;295;p4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6" name="Google Shape;296;p4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7" name="Google Shape;297;p4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8" name="Google Shape;298;p4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99" name="Google Shape;299;p41"/>
          <p:cNvGrpSpPr/>
          <p:nvPr/>
        </p:nvGrpSpPr>
        <p:grpSpPr>
          <a:xfrm>
            <a:off x="7306871" y="2408695"/>
            <a:ext cx="340608" cy="340168"/>
            <a:chOff x="5053900" y="2021500"/>
            <a:chExt cx="483750" cy="483125"/>
          </a:xfrm>
        </p:grpSpPr>
        <p:sp>
          <p:nvSpPr>
            <p:cNvPr id="300" name="Google Shape;300;p4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1" name="Google Shape;301;p4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2" name="Google Shape;302;p4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3" name="Google Shape;303;p4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4" name="Google Shape;304;p4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5" name="Google Shape;305;p4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6" name="Google Shape;306;p4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7" name="Google Shape;307;p4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11"/>
        <p:cNvGrpSpPr/>
        <p:nvPr/>
      </p:nvGrpSpPr>
      <p:grpSpPr>
        <a:xfrm>
          <a:off x="0" y="0"/>
          <a:ext cx="0" cy="0"/>
          <a:chOff x="0" y="0"/>
          <a:chExt cx="0" cy="0"/>
        </a:xfrm>
      </p:grpSpPr>
      <p:sp>
        <p:nvSpPr>
          <p:cNvPr id="312" name="Google Shape;312;p42"/>
          <p:cNvSpPr txBox="1">
            <a:spLocks noGrp="1"/>
          </p:cNvSpPr>
          <p:nvPr>
            <p:ph type="subTitle" idx="1"/>
          </p:nvPr>
        </p:nvSpPr>
        <p:spPr>
          <a:xfrm>
            <a:off x="1869152" y="1591250"/>
            <a:ext cx="2535600" cy="53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TIMMY JIMMY</a:t>
            </a:r>
            <a:endParaRPr/>
          </a:p>
        </p:txBody>
      </p:sp>
      <p:sp>
        <p:nvSpPr>
          <p:cNvPr id="313" name="Google Shape;313;p42"/>
          <p:cNvSpPr txBox="1">
            <a:spLocks noGrp="1"/>
          </p:cNvSpPr>
          <p:nvPr>
            <p:ph type="subTitle" idx="2"/>
          </p:nvPr>
        </p:nvSpPr>
        <p:spPr>
          <a:xfrm>
            <a:off x="1869150" y="2068209"/>
            <a:ext cx="25356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a:t>
            </a:r>
            <a:endParaRPr/>
          </a:p>
        </p:txBody>
      </p:sp>
      <p:sp>
        <p:nvSpPr>
          <p:cNvPr id="314" name="Google Shape;314;p42"/>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TEAM OF EXPERTS</a:t>
            </a:r>
            <a:endParaRPr/>
          </a:p>
        </p:txBody>
      </p:sp>
      <p:sp>
        <p:nvSpPr>
          <p:cNvPr id="315" name="Google Shape;315;p42"/>
          <p:cNvSpPr txBox="1">
            <a:spLocks noGrp="1"/>
          </p:cNvSpPr>
          <p:nvPr>
            <p:ph type="subTitle" idx="3"/>
          </p:nvPr>
        </p:nvSpPr>
        <p:spPr>
          <a:xfrm>
            <a:off x="1869152" y="3118081"/>
            <a:ext cx="2535600" cy="53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TRACEY BOWER</a:t>
            </a:r>
            <a:endParaRPr/>
          </a:p>
        </p:txBody>
      </p:sp>
      <p:sp>
        <p:nvSpPr>
          <p:cNvPr id="316" name="Google Shape;316;p42"/>
          <p:cNvSpPr txBox="1">
            <a:spLocks noGrp="1"/>
          </p:cNvSpPr>
          <p:nvPr>
            <p:ph type="subTitle" idx="4"/>
          </p:nvPr>
        </p:nvSpPr>
        <p:spPr>
          <a:xfrm>
            <a:off x="1869150" y="3595022"/>
            <a:ext cx="25356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the second-largest planet in the Solar System</a:t>
            </a:r>
            <a:endParaRPr/>
          </a:p>
        </p:txBody>
      </p:sp>
      <p:sp>
        <p:nvSpPr>
          <p:cNvPr id="317" name="Google Shape;317;p42"/>
          <p:cNvSpPr txBox="1">
            <a:spLocks noGrp="1"/>
          </p:cNvSpPr>
          <p:nvPr>
            <p:ph type="subTitle" idx="5"/>
          </p:nvPr>
        </p:nvSpPr>
        <p:spPr>
          <a:xfrm>
            <a:off x="5809400" y="1591275"/>
            <a:ext cx="2535600" cy="53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JULIAN LYMAN</a:t>
            </a:r>
            <a:endParaRPr/>
          </a:p>
        </p:txBody>
      </p:sp>
      <p:sp>
        <p:nvSpPr>
          <p:cNvPr id="318" name="Google Shape;318;p42"/>
          <p:cNvSpPr txBox="1">
            <a:spLocks noGrp="1"/>
          </p:cNvSpPr>
          <p:nvPr>
            <p:ph type="subTitle" idx="6"/>
          </p:nvPr>
        </p:nvSpPr>
        <p:spPr>
          <a:xfrm>
            <a:off x="5809400" y="2068222"/>
            <a:ext cx="25356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Earth is the beautiful planet where we all live</a:t>
            </a:r>
            <a:endParaRPr/>
          </a:p>
        </p:txBody>
      </p:sp>
      <p:sp>
        <p:nvSpPr>
          <p:cNvPr id="319" name="Google Shape;319;p42"/>
          <p:cNvSpPr txBox="1">
            <a:spLocks noGrp="1"/>
          </p:cNvSpPr>
          <p:nvPr>
            <p:ph type="subTitle" idx="7"/>
          </p:nvPr>
        </p:nvSpPr>
        <p:spPr>
          <a:xfrm>
            <a:off x="5809400" y="3118081"/>
            <a:ext cx="2535600" cy="53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LILY REID</a:t>
            </a:r>
            <a:endParaRPr/>
          </a:p>
        </p:txBody>
      </p:sp>
      <p:sp>
        <p:nvSpPr>
          <p:cNvPr id="320" name="Google Shape;320;p42"/>
          <p:cNvSpPr txBox="1">
            <a:spLocks noGrp="1"/>
          </p:cNvSpPr>
          <p:nvPr>
            <p:ph type="subTitle" idx="8"/>
          </p:nvPr>
        </p:nvSpPr>
        <p:spPr>
          <a:xfrm>
            <a:off x="5809400" y="3595028"/>
            <a:ext cx="25356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fourth-largest planet in the Solar System</a:t>
            </a:r>
            <a:endParaRPr/>
          </a:p>
        </p:txBody>
      </p:sp>
      <p:cxnSp>
        <p:nvCxnSpPr>
          <p:cNvPr id="321" name="Google Shape;321;p42"/>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pic>
        <p:nvPicPr>
          <p:cNvPr id="322" name="Google Shape;322;p42"/>
          <p:cNvPicPr preferRelativeResize="0"/>
          <p:nvPr/>
        </p:nvPicPr>
        <p:blipFill rotWithShape="1">
          <a:blip r:embed="rId3">
            <a:alphaModFix/>
          </a:blip>
          <a:srcRect l="23753" t="982" r="18719" b="12847"/>
          <a:stretch/>
        </p:blipFill>
        <p:spPr>
          <a:xfrm>
            <a:off x="825073" y="1671615"/>
            <a:ext cx="996063" cy="995488"/>
          </a:xfrm>
          <a:prstGeom prst="rect">
            <a:avLst/>
          </a:prstGeom>
          <a:noFill/>
          <a:ln>
            <a:noFill/>
          </a:ln>
        </p:spPr>
      </p:pic>
      <p:pic>
        <p:nvPicPr>
          <p:cNvPr id="323" name="Google Shape;323;p42"/>
          <p:cNvPicPr preferRelativeResize="0"/>
          <p:nvPr/>
        </p:nvPicPr>
        <p:blipFill rotWithShape="1">
          <a:blip r:embed="rId4">
            <a:alphaModFix/>
          </a:blip>
          <a:srcRect l="14368" r="18924"/>
          <a:stretch/>
        </p:blipFill>
        <p:spPr>
          <a:xfrm>
            <a:off x="825073" y="3199944"/>
            <a:ext cx="996063" cy="995488"/>
          </a:xfrm>
          <a:prstGeom prst="rect">
            <a:avLst/>
          </a:prstGeom>
          <a:noFill/>
          <a:ln>
            <a:noFill/>
          </a:ln>
        </p:spPr>
      </p:pic>
      <p:pic>
        <p:nvPicPr>
          <p:cNvPr id="324" name="Google Shape;324;p42"/>
          <p:cNvPicPr preferRelativeResize="0"/>
          <p:nvPr/>
        </p:nvPicPr>
        <p:blipFill rotWithShape="1">
          <a:blip r:embed="rId5">
            <a:alphaModFix/>
          </a:blip>
          <a:srcRect l="26321" t="2496" r="24987" b="24510"/>
          <a:stretch/>
        </p:blipFill>
        <p:spPr>
          <a:xfrm>
            <a:off x="4765323" y="1671615"/>
            <a:ext cx="996063" cy="995488"/>
          </a:xfrm>
          <a:prstGeom prst="rect">
            <a:avLst/>
          </a:prstGeom>
          <a:noFill/>
          <a:ln>
            <a:noFill/>
          </a:ln>
        </p:spPr>
      </p:pic>
      <p:pic>
        <p:nvPicPr>
          <p:cNvPr id="325" name="Google Shape;325;p42"/>
          <p:cNvPicPr preferRelativeResize="0"/>
          <p:nvPr/>
        </p:nvPicPr>
        <p:blipFill rotWithShape="1">
          <a:blip r:embed="rId6">
            <a:alphaModFix/>
          </a:blip>
          <a:srcRect l="26756" t="3402" r="20780" b="44167"/>
          <a:stretch/>
        </p:blipFill>
        <p:spPr>
          <a:xfrm>
            <a:off x="4765323" y="3199944"/>
            <a:ext cx="996062" cy="995488"/>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29"/>
        <p:cNvGrpSpPr/>
        <p:nvPr/>
      </p:nvGrpSpPr>
      <p:grpSpPr>
        <a:xfrm>
          <a:off x="0" y="0"/>
          <a:ext cx="0" cy="0"/>
          <a:chOff x="0" y="0"/>
          <a:chExt cx="0" cy="0"/>
        </a:xfrm>
      </p:grpSpPr>
      <p:sp>
        <p:nvSpPr>
          <p:cNvPr id="330" name="Google Shape;330;p43"/>
          <p:cNvSpPr txBox="1">
            <a:spLocks noGrp="1"/>
          </p:cNvSpPr>
          <p:nvPr>
            <p:ph type="title"/>
          </p:nvPr>
        </p:nvSpPr>
        <p:spPr>
          <a:xfrm flipH="1">
            <a:off x="3777975" y="2359875"/>
            <a:ext cx="4648200" cy="9444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OUR IDEA</a:t>
            </a:r>
            <a:endParaRPr/>
          </a:p>
        </p:txBody>
      </p:sp>
      <p:sp>
        <p:nvSpPr>
          <p:cNvPr id="331" name="Google Shape;331;p43"/>
          <p:cNvSpPr txBox="1">
            <a:spLocks noGrp="1"/>
          </p:cNvSpPr>
          <p:nvPr>
            <p:ph type="title" idx="2"/>
          </p:nvPr>
        </p:nvSpPr>
        <p:spPr>
          <a:xfrm flipH="1">
            <a:off x="7008175" y="953562"/>
            <a:ext cx="1313100" cy="131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cxnSp>
        <p:nvCxnSpPr>
          <p:cNvPr id="332" name="Google Shape;332;p43"/>
          <p:cNvCxnSpPr/>
          <p:nvPr/>
        </p:nvCxnSpPr>
        <p:spPr>
          <a:xfrm rot="10800000">
            <a:off x="6717742" y="3421088"/>
            <a:ext cx="1625100" cy="0"/>
          </a:xfrm>
          <a:prstGeom prst="straightConnector1">
            <a:avLst/>
          </a:prstGeom>
          <a:noFill/>
          <a:ln w="19050" cap="rnd" cmpd="sng">
            <a:solidFill>
              <a:schemeClr val="accent1"/>
            </a:solidFill>
            <a:prstDash val="solid"/>
            <a:round/>
            <a:headEnd type="none" w="med" len="med"/>
            <a:tailEnd type="none" w="med" len="med"/>
          </a:ln>
        </p:spPr>
      </p:cxnSp>
      <p:sp>
        <p:nvSpPr>
          <p:cNvPr id="333" name="Google Shape;333;p43"/>
          <p:cNvSpPr txBox="1">
            <a:spLocks noGrp="1"/>
          </p:cNvSpPr>
          <p:nvPr>
            <p:ph type="subTitle" idx="1"/>
          </p:nvPr>
        </p:nvSpPr>
        <p:spPr>
          <a:xfrm flipH="1">
            <a:off x="5637675" y="3663700"/>
            <a:ext cx="2788500" cy="628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could enter a subtitle here if you need it</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37"/>
        <p:cNvGrpSpPr/>
        <p:nvPr/>
      </p:nvGrpSpPr>
      <p:grpSpPr>
        <a:xfrm>
          <a:off x="0" y="0"/>
          <a:ext cx="0" cy="0"/>
          <a:chOff x="0" y="0"/>
          <a:chExt cx="0" cy="0"/>
        </a:xfrm>
      </p:grpSpPr>
      <p:sp>
        <p:nvSpPr>
          <p:cNvPr id="338" name="Google Shape;338;p44"/>
          <p:cNvSpPr/>
          <p:nvPr/>
        </p:nvSpPr>
        <p:spPr>
          <a:xfrm>
            <a:off x="4765322" y="1401564"/>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4"/>
          <p:cNvSpPr/>
          <p:nvPr/>
        </p:nvSpPr>
        <p:spPr>
          <a:xfrm>
            <a:off x="4765322" y="2525376"/>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44"/>
          <p:cNvSpPr/>
          <p:nvPr/>
        </p:nvSpPr>
        <p:spPr>
          <a:xfrm>
            <a:off x="825072" y="3649188"/>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44"/>
          <p:cNvSpPr/>
          <p:nvPr/>
        </p:nvSpPr>
        <p:spPr>
          <a:xfrm>
            <a:off x="825072" y="1401564"/>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44"/>
          <p:cNvSpPr/>
          <p:nvPr/>
        </p:nvSpPr>
        <p:spPr>
          <a:xfrm>
            <a:off x="825072" y="2525376"/>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44"/>
          <p:cNvSpPr/>
          <p:nvPr/>
        </p:nvSpPr>
        <p:spPr>
          <a:xfrm>
            <a:off x="4765322" y="3649188"/>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44"/>
          <p:cNvSpPr txBox="1">
            <a:spLocks noGrp="1"/>
          </p:cNvSpPr>
          <p:nvPr>
            <p:ph type="subTitle" idx="2"/>
          </p:nvPr>
        </p:nvSpPr>
        <p:spPr>
          <a:xfrm>
            <a:off x="5668750" y="2812993"/>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composed mostly of hydrogen and helium</a:t>
            </a:r>
            <a:endParaRPr/>
          </a:p>
        </p:txBody>
      </p:sp>
      <p:sp>
        <p:nvSpPr>
          <p:cNvPr id="345" name="Google Shape;345;p44"/>
          <p:cNvSpPr txBox="1">
            <a:spLocks noGrp="1"/>
          </p:cNvSpPr>
          <p:nvPr>
            <p:ph type="subTitle" idx="6"/>
          </p:nvPr>
        </p:nvSpPr>
        <p:spPr>
          <a:xfrm>
            <a:off x="5668750" y="3936800"/>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a:t>
            </a:r>
            <a:endParaRPr/>
          </a:p>
        </p:txBody>
      </p:sp>
      <p:sp>
        <p:nvSpPr>
          <p:cNvPr id="346" name="Google Shape;346;p44"/>
          <p:cNvSpPr txBox="1">
            <a:spLocks noGrp="1"/>
          </p:cNvSpPr>
          <p:nvPr>
            <p:ph type="subTitle" idx="4"/>
          </p:nvPr>
        </p:nvSpPr>
        <p:spPr>
          <a:xfrm>
            <a:off x="5668750" y="1689164"/>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in the Solar System</a:t>
            </a:r>
            <a:endParaRPr/>
          </a:p>
        </p:txBody>
      </p:sp>
      <p:sp>
        <p:nvSpPr>
          <p:cNvPr id="347" name="Google Shape;347;p44"/>
          <p:cNvSpPr txBox="1">
            <a:spLocks noGrp="1"/>
          </p:cNvSpPr>
          <p:nvPr>
            <p:ph type="subTitle" idx="5"/>
          </p:nvPr>
        </p:nvSpPr>
        <p:spPr>
          <a:xfrm>
            <a:off x="5668750" y="3563835"/>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348" name="Google Shape;348;p44"/>
          <p:cNvSpPr txBox="1">
            <a:spLocks noGrp="1"/>
          </p:cNvSpPr>
          <p:nvPr>
            <p:ph type="subTitle" idx="1"/>
          </p:nvPr>
        </p:nvSpPr>
        <p:spPr>
          <a:xfrm>
            <a:off x="5668750" y="2440017"/>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349" name="Google Shape;349;p44"/>
          <p:cNvSpPr txBox="1">
            <a:spLocks noGrp="1"/>
          </p:cNvSpPr>
          <p:nvPr>
            <p:ph type="subTitle" idx="8"/>
          </p:nvPr>
        </p:nvSpPr>
        <p:spPr>
          <a:xfrm>
            <a:off x="1739500" y="1689164"/>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smallest one</a:t>
            </a:r>
            <a:endParaRPr/>
          </a:p>
        </p:txBody>
      </p:sp>
      <p:sp>
        <p:nvSpPr>
          <p:cNvPr id="350" name="Google Shape;350;p44"/>
          <p:cNvSpPr txBox="1">
            <a:spLocks noGrp="1"/>
          </p:cNvSpPr>
          <p:nvPr>
            <p:ph type="subTitle" idx="13"/>
          </p:nvPr>
        </p:nvSpPr>
        <p:spPr>
          <a:xfrm>
            <a:off x="1739500" y="2812993"/>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second-brightest natural object in the night sky</a:t>
            </a:r>
            <a:endParaRPr/>
          </a:p>
        </p:txBody>
      </p:sp>
      <p:sp>
        <p:nvSpPr>
          <p:cNvPr id="351" name="Google Shape;351;p44"/>
          <p:cNvSpPr txBox="1">
            <a:spLocks noGrp="1"/>
          </p:cNvSpPr>
          <p:nvPr>
            <p:ph type="subTitle" idx="7"/>
          </p:nvPr>
        </p:nvSpPr>
        <p:spPr>
          <a:xfrm>
            <a:off x="1739500" y="1316200"/>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352" name="Google Shape;352;p44"/>
          <p:cNvSpPr txBox="1">
            <a:spLocks noGrp="1"/>
          </p:cNvSpPr>
          <p:nvPr>
            <p:ph type="subTitle" idx="9"/>
          </p:nvPr>
        </p:nvSpPr>
        <p:spPr>
          <a:xfrm>
            <a:off x="1739500" y="2440017"/>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353" name="Google Shape;353;p44"/>
          <p:cNvSpPr txBox="1">
            <a:spLocks noGrp="1"/>
          </p:cNvSpPr>
          <p:nvPr>
            <p:ph type="subTitle" idx="14"/>
          </p:nvPr>
        </p:nvSpPr>
        <p:spPr>
          <a:xfrm>
            <a:off x="1739500" y="3563835"/>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354" name="Google Shape;354;p44"/>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BIG IDEA #1</a:t>
            </a:r>
            <a:endParaRPr/>
          </a:p>
        </p:txBody>
      </p:sp>
      <p:sp>
        <p:nvSpPr>
          <p:cNvPr id="355" name="Google Shape;355;p44"/>
          <p:cNvSpPr txBox="1">
            <a:spLocks noGrp="1"/>
          </p:cNvSpPr>
          <p:nvPr>
            <p:ph type="subTitle" idx="3"/>
          </p:nvPr>
        </p:nvSpPr>
        <p:spPr>
          <a:xfrm>
            <a:off x="5668750" y="1316200"/>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356" name="Google Shape;356;p44"/>
          <p:cNvSpPr txBox="1">
            <a:spLocks noGrp="1"/>
          </p:cNvSpPr>
          <p:nvPr>
            <p:ph type="subTitle" idx="15"/>
          </p:nvPr>
        </p:nvSpPr>
        <p:spPr>
          <a:xfrm>
            <a:off x="1739500" y="3936800"/>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cxnSp>
        <p:nvCxnSpPr>
          <p:cNvPr id="357" name="Google Shape;357;p44"/>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sp>
        <p:nvSpPr>
          <p:cNvPr id="358" name="Google Shape;358;p44"/>
          <p:cNvSpPr/>
          <p:nvPr/>
        </p:nvSpPr>
        <p:spPr>
          <a:xfrm>
            <a:off x="1056957" y="1635121"/>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59" name="Google Shape;359;p44"/>
          <p:cNvGrpSpPr/>
          <p:nvPr/>
        </p:nvGrpSpPr>
        <p:grpSpPr>
          <a:xfrm>
            <a:off x="1058612" y="3882754"/>
            <a:ext cx="340221" cy="340168"/>
            <a:chOff x="5648375" y="1427025"/>
            <a:chExt cx="483200" cy="483125"/>
          </a:xfrm>
        </p:grpSpPr>
        <p:sp>
          <p:nvSpPr>
            <p:cNvPr id="360" name="Google Shape;360;p44"/>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1" name="Google Shape;361;p44"/>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62" name="Google Shape;362;p44"/>
          <p:cNvGrpSpPr/>
          <p:nvPr/>
        </p:nvGrpSpPr>
        <p:grpSpPr>
          <a:xfrm>
            <a:off x="5049381" y="1635121"/>
            <a:ext cx="239183" cy="340186"/>
            <a:chOff x="3342275" y="2615925"/>
            <a:chExt cx="339700" cy="483150"/>
          </a:xfrm>
        </p:grpSpPr>
        <p:sp>
          <p:nvSpPr>
            <p:cNvPr id="363" name="Google Shape;363;p44"/>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4" name="Google Shape;364;p44"/>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65" name="Google Shape;365;p44"/>
          <p:cNvGrpSpPr/>
          <p:nvPr/>
        </p:nvGrpSpPr>
        <p:grpSpPr>
          <a:xfrm>
            <a:off x="5083864" y="3882376"/>
            <a:ext cx="170216" cy="340925"/>
            <a:chOff x="3985700" y="3210375"/>
            <a:chExt cx="241750" cy="484200"/>
          </a:xfrm>
        </p:grpSpPr>
        <p:sp>
          <p:nvSpPr>
            <p:cNvPr id="366" name="Google Shape;366;p44"/>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7" name="Google Shape;367;p44"/>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68" name="Google Shape;368;p44"/>
          <p:cNvGrpSpPr/>
          <p:nvPr/>
        </p:nvGrpSpPr>
        <p:grpSpPr>
          <a:xfrm>
            <a:off x="5012495" y="2758942"/>
            <a:ext cx="312955" cy="340168"/>
            <a:chOff x="2100300" y="3804850"/>
            <a:chExt cx="444475" cy="483125"/>
          </a:xfrm>
        </p:grpSpPr>
        <p:sp>
          <p:nvSpPr>
            <p:cNvPr id="369" name="Google Shape;369;p44"/>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0" name="Google Shape;370;p44"/>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1" name="Google Shape;371;p44"/>
          <p:cNvGrpSpPr/>
          <p:nvPr/>
        </p:nvGrpSpPr>
        <p:grpSpPr>
          <a:xfrm>
            <a:off x="1056270" y="2758951"/>
            <a:ext cx="344903" cy="340151"/>
            <a:chOff x="2079300" y="4399325"/>
            <a:chExt cx="489850" cy="483100"/>
          </a:xfrm>
        </p:grpSpPr>
        <p:sp>
          <p:nvSpPr>
            <p:cNvPr id="372" name="Google Shape;372;p44"/>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3" name="Google Shape;373;p44"/>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77"/>
        <p:cNvGrpSpPr/>
        <p:nvPr/>
      </p:nvGrpSpPr>
      <p:grpSpPr>
        <a:xfrm>
          <a:off x="0" y="0"/>
          <a:ext cx="0" cy="0"/>
          <a:chOff x="0" y="0"/>
          <a:chExt cx="0" cy="0"/>
        </a:xfrm>
      </p:grpSpPr>
      <p:sp>
        <p:nvSpPr>
          <p:cNvPr id="378" name="Google Shape;378;p45"/>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BIG IDEA #2</a:t>
            </a:r>
            <a:endParaRPr/>
          </a:p>
        </p:txBody>
      </p:sp>
      <p:grpSp>
        <p:nvGrpSpPr>
          <p:cNvPr id="379" name="Google Shape;379;p45"/>
          <p:cNvGrpSpPr/>
          <p:nvPr/>
        </p:nvGrpSpPr>
        <p:grpSpPr>
          <a:xfrm>
            <a:off x="827266" y="1400699"/>
            <a:ext cx="3619442" cy="2152947"/>
            <a:chOff x="238125" y="732525"/>
            <a:chExt cx="7130500" cy="4241425"/>
          </a:xfrm>
        </p:grpSpPr>
        <p:sp>
          <p:nvSpPr>
            <p:cNvPr id="380" name="Google Shape;380;p45"/>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45"/>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45"/>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5"/>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45"/>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45"/>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5"/>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45"/>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45"/>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5"/>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45"/>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45"/>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45"/>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5"/>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5"/>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45"/>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45"/>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5"/>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45"/>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45"/>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45"/>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45"/>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45"/>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45"/>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45"/>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5"/>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45"/>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45"/>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45"/>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45"/>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45"/>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45"/>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45"/>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45"/>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45"/>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45"/>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45"/>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45"/>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45"/>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45"/>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45"/>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45"/>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45"/>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45"/>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45"/>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45"/>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45"/>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45"/>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45"/>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45"/>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45"/>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45"/>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45"/>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45"/>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45"/>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45"/>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45"/>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45"/>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45"/>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5"/>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45"/>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45"/>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45"/>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45"/>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45"/>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45"/>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45"/>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45"/>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45"/>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5"/>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45"/>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45"/>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45"/>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45"/>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45"/>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45"/>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45"/>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45"/>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5"/>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45"/>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45"/>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45"/>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45"/>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45"/>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45"/>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45"/>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5"/>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45"/>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45"/>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5"/>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5"/>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5"/>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5"/>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5"/>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5"/>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5"/>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5"/>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5"/>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5"/>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5"/>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5"/>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5"/>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45"/>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45"/>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5"/>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5"/>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5"/>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45"/>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45"/>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45"/>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45"/>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45"/>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45"/>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45"/>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4" name="Google Shape;494;p45"/>
          <p:cNvSpPr txBox="1"/>
          <p:nvPr/>
        </p:nvSpPr>
        <p:spPr>
          <a:xfrm>
            <a:off x="1505238" y="4090419"/>
            <a:ext cx="2941500" cy="356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Saturn is a gas giant and has rings</a:t>
            </a:r>
            <a:endParaRPr>
              <a:solidFill>
                <a:schemeClr val="lt1"/>
              </a:solidFill>
              <a:latin typeface="Lato"/>
              <a:ea typeface="Lato"/>
              <a:cs typeface="Lato"/>
              <a:sym typeface="Lato"/>
            </a:endParaRPr>
          </a:p>
        </p:txBody>
      </p:sp>
      <p:sp>
        <p:nvSpPr>
          <p:cNvPr id="495" name="Google Shape;495;p45"/>
          <p:cNvSpPr txBox="1"/>
          <p:nvPr/>
        </p:nvSpPr>
        <p:spPr>
          <a:xfrm>
            <a:off x="1505238" y="3881768"/>
            <a:ext cx="2941500" cy="356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SATURN</a:t>
            </a:r>
            <a:endParaRPr sz="1900">
              <a:solidFill>
                <a:schemeClr val="lt1"/>
              </a:solidFill>
              <a:latin typeface="Outfit Black"/>
              <a:ea typeface="Outfit Black"/>
              <a:cs typeface="Outfit Black"/>
              <a:sym typeface="Outfit Black"/>
            </a:endParaRPr>
          </a:p>
        </p:txBody>
      </p:sp>
      <p:grpSp>
        <p:nvGrpSpPr>
          <p:cNvPr id="496" name="Google Shape;496;p45"/>
          <p:cNvGrpSpPr/>
          <p:nvPr/>
        </p:nvGrpSpPr>
        <p:grpSpPr>
          <a:xfrm>
            <a:off x="827238" y="3817619"/>
            <a:ext cx="638700" cy="638700"/>
            <a:chOff x="827275" y="3817413"/>
            <a:chExt cx="638700" cy="638700"/>
          </a:xfrm>
        </p:grpSpPr>
        <p:sp>
          <p:nvSpPr>
            <p:cNvPr id="497" name="Google Shape;497;p45"/>
            <p:cNvSpPr/>
            <p:nvPr/>
          </p:nvSpPr>
          <p:spPr>
            <a:xfrm>
              <a:off x="827275" y="3817413"/>
              <a:ext cx="638700" cy="638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5"/>
            <p:cNvSpPr/>
            <p:nvPr/>
          </p:nvSpPr>
          <p:spPr>
            <a:xfrm>
              <a:off x="827275" y="3817413"/>
              <a:ext cx="638700" cy="638700"/>
            </a:xfrm>
            <a:prstGeom prst="pie">
              <a:avLst>
                <a:gd name="adj1" fmla="val 16243539"/>
                <a:gd name="adj2" fmla="val 66861"/>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5"/>
            <p:cNvSpPr/>
            <p:nvPr/>
          </p:nvSpPr>
          <p:spPr>
            <a:xfrm>
              <a:off x="895225" y="3885363"/>
              <a:ext cx="502800" cy="502800"/>
            </a:xfrm>
            <a:prstGeom prst="ellipse">
              <a:avLst/>
            </a:prstGeom>
            <a:solidFill>
              <a:schemeClr val="dk1"/>
            </a:solidFill>
            <a:ln>
              <a:noFill/>
            </a:ln>
          </p:spPr>
          <p:txBody>
            <a:bodyPr spcFirstLastPara="1" wrap="square" lIns="0" tIns="0" rIns="0" bIns="0" anchor="ctr" anchorCtr="0">
              <a:noAutofit/>
            </a:bodyPr>
            <a:lstStyle/>
            <a:p>
              <a:pPr marL="0" lvl="0" indent="0" algn="ctr" rtl="0">
                <a:spcBef>
                  <a:spcPts val="0"/>
                </a:spcBef>
                <a:spcAft>
                  <a:spcPts val="0"/>
                </a:spcAft>
                <a:buNone/>
              </a:pPr>
              <a:r>
                <a:rPr lang="en">
                  <a:solidFill>
                    <a:schemeClr val="lt1"/>
                  </a:solidFill>
                  <a:latin typeface="Outfit Black"/>
                  <a:ea typeface="Outfit Black"/>
                  <a:cs typeface="Outfit Black"/>
                  <a:sym typeface="Outfit Black"/>
                </a:rPr>
                <a:t>25%</a:t>
              </a:r>
              <a:endParaRPr>
                <a:solidFill>
                  <a:schemeClr val="lt1"/>
                </a:solidFill>
                <a:latin typeface="Outfit Black"/>
                <a:ea typeface="Outfit Black"/>
                <a:cs typeface="Outfit Black"/>
                <a:sym typeface="Outfit Black"/>
              </a:endParaRPr>
            </a:p>
          </p:txBody>
        </p:sp>
      </p:grpSp>
      <p:cxnSp>
        <p:nvCxnSpPr>
          <p:cNvPr id="500" name="Google Shape;500;p45"/>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sp>
        <p:nvSpPr>
          <p:cNvPr id="501" name="Google Shape;501;p45"/>
          <p:cNvSpPr/>
          <p:nvPr/>
        </p:nvSpPr>
        <p:spPr>
          <a:xfrm>
            <a:off x="4849319" y="2657755"/>
            <a:ext cx="1532400" cy="506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MERCURY</a:t>
            </a:r>
            <a:endParaRPr sz="1900">
              <a:solidFill>
                <a:schemeClr val="lt1"/>
              </a:solidFill>
              <a:latin typeface="Outfit Black"/>
              <a:ea typeface="Outfit Black"/>
              <a:cs typeface="Outfit Black"/>
              <a:sym typeface="Outfit Black"/>
            </a:endParaRPr>
          </a:p>
        </p:txBody>
      </p:sp>
      <p:sp>
        <p:nvSpPr>
          <p:cNvPr id="502" name="Google Shape;502;p45"/>
          <p:cNvSpPr txBox="1"/>
          <p:nvPr/>
        </p:nvSpPr>
        <p:spPr>
          <a:xfrm>
            <a:off x="4851269" y="3081654"/>
            <a:ext cx="1528500" cy="59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Lato"/>
                <a:ea typeface="Lato"/>
                <a:cs typeface="Lato"/>
                <a:sym typeface="Lato"/>
              </a:rPr>
              <a:t>It’s the closest planet to the Sun</a:t>
            </a:r>
            <a:endParaRPr>
              <a:solidFill>
                <a:schemeClr val="lt1"/>
              </a:solidFill>
              <a:latin typeface="Lato"/>
              <a:ea typeface="Lato"/>
              <a:cs typeface="Lato"/>
              <a:sym typeface="Lato"/>
            </a:endParaRPr>
          </a:p>
        </p:txBody>
      </p:sp>
      <p:sp>
        <p:nvSpPr>
          <p:cNvPr id="503" name="Google Shape;503;p45"/>
          <p:cNvSpPr/>
          <p:nvPr/>
        </p:nvSpPr>
        <p:spPr>
          <a:xfrm>
            <a:off x="4849319" y="2255536"/>
            <a:ext cx="1532400" cy="506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5/15</a:t>
            </a:r>
            <a:endParaRPr sz="1900">
              <a:solidFill>
                <a:schemeClr val="lt1"/>
              </a:solidFill>
              <a:latin typeface="Outfit Black"/>
              <a:ea typeface="Outfit Black"/>
              <a:cs typeface="Outfit Black"/>
              <a:sym typeface="Outfit Black"/>
            </a:endParaRPr>
          </a:p>
        </p:txBody>
      </p:sp>
      <p:grpSp>
        <p:nvGrpSpPr>
          <p:cNvPr id="504" name="Google Shape;504;p45"/>
          <p:cNvGrpSpPr/>
          <p:nvPr/>
        </p:nvGrpSpPr>
        <p:grpSpPr>
          <a:xfrm>
            <a:off x="5077610" y="1400699"/>
            <a:ext cx="1075819" cy="807634"/>
            <a:chOff x="5077610" y="1400699"/>
            <a:chExt cx="1075819" cy="807634"/>
          </a:xfrm>
        </p:grpSpPr>
        <p:grpSp>
          <p:nvGrpSpPr>
            <p:cNvPr id="505" name="Google Shape;505;p45"/>
            <p:cNvGrpSpPr/>
            <p:nvPr/>
          </p:nvGrpSpPr>
          <p:grpSpPr>
            <a:xfrm>
              <a:off x="5077610" y="1400699"/>
              <a:ext cx="1075819" cy="234304"/>
              <a:chOff x="6733266" y="1399917"/>
              <a:chExt cx="1948294" cy="424322"/>
            </a:xfrm>
          </p:grpSpPr>
          <p:grpSp>
            <p:nvGrpSpPr>
              <p:cNvPr id="506" name="Google Shape;506;p45"/>
              <p:cNvGrpSpPr/>
              <p:nvPr/>
            </p:nvGrpSpPr>
            <p:grpSpPr>
              <a:xfrm>
                <a:off x="6733266" y="1399917"/>
                <a:ext cx="171089" cy="424322"/>
                <a:chOff x="3343310" y="4475555"/>
                <a:chExt cx="127717" cy="316753"/>
              </a:xfrm>
            </p:grpSpPr>
            <p:sp>
              <p:nvSpPr>
                <p:cNvPr id="507" name="Google Shape;507;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 name="Google Shape;509;p45"/>
              <p:cNvGrpSpPr/>
              <p:nvPr/>
            </p:nvGrpSpPr>
            <p:grpSpPr>
              <a:xfrm>
                <a:off x="7177567" y="1399917"/>
                <a:ext cx="171089" cy="424322"/>
                <a:chOff x="3343310" y="4475555"/>
                <a:chExt cx="127717" cy="316753"/>
              </a:xfrm>
            </p:grpSpPr>
            <p:sp>
              <p:nvSpPr>
                <p:cNvPr id="510" name="Google Shape;510;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 name="Google Shape;512;p45"/>
              <p:cNvGrpSpPr/>
              <p:nvPr/>
            </p:nvGrpSpPr>
            <p:grpSpPr>
              <a:xfrm>
                <a:off x="7621868" y="1399917"/>
                <a:ext cx="171089" cy="424322"/>
                <a:chOff x="3343310" y="4475555"/>
                <a:chExt cx="127717" cy="316753"/>
              </a:xfrm>
            </p:grpSpPr>
            <p:sp>
              <p:nvSpPr>
                <p:cNvPr id="513" name="Google Shape;513;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 name="Google Shape;515;p45"/>
              <p:cNvGrpSpPr/>
              <p:nvPr/>
            </p:nvGrpSpPr>
            <p:grpSpPr>
              <a:xfrm>
                <a:off x="8066170" y="1399917"/>
                <a:ext cx="171089" cy="424322"/>
                <a:chOff x="3343310" y="4475555"/>
                <a:chExt cx="127717" cy="316753"/>
              </a:xfrm>
            </p:grpSpPr>
            <p:sp>
              <p:nvSpPr>
                <p:cNvPr id="516" name="Google Shape;516;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 name="Google Shape;518;p45"/>
              <p:cNvGrpSpPr/>
              <p:nvPr/>
            </p:nvGrpSpPr>
            <p:grpSpPr>
              <a:xfrm>
                <a:off x="8510471" y="1399917"/>
                <a:ext cx="171089" cy="424322"/>
                <a:chOff x="3343310" y="4475555"/>
                <a:chExt cx="127717" cy="316753"/>
              </a:xfrm>
            </p:grpSpPr>
            <p:sp>
              <p:nvSpPr>
                <p:cNvPr id="519" name="Google Shape;519;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1" name="Google Shape;521;p45"/>
            <p:cNvGrpSpPr/>
            <p:nvPr/>
          </p:nvGrpSpPr>
          <p:grpSpPr>
            <a:xfrm>
              <a:off x="5077610" y="1687363"/>
              <a:ext cx="1075819" cy="234304"/>
              <a:chOff x="6733266" y="1399917"/>
              <a:chExt cx="1948294" cy="424322"/>
            </a:xfrm>
          </p:grpSpPr>
          <p:grpSp>
            <p:nvGrpSpPr>
              <p:cNvPr id="522" name="Google Shape;522;p45"/>
              <p:cNvGrpSpPr/>
              <p:nvPr/>
            </p:nvGrpSpPr>
            <p:grpSpPr>
              <a:xfrm>
                <a:off x="6733266" y="1399917"/>
                <a:ext cx="171089" cy="424322"/>
                <a:chOff x="3343310" y="4475555"/>
                <a:chExt cx="127717" cy="316753"/>
              </a:xfrm>
            </p:grpSpPr>
            <p:sp>
              <p:nvSpPr>
                <p:cNvPr id="523" name="Google Shape;523;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 name="Google Shape;525;p45"/>
              <p:cNvGrpSpPr/>
              <p:nvPr/>
            </p:nvGrpSpPr>
            <p:grpSpPr>
              <a:xfrm>
                <a:off x="7177567" y="1399917"/>
                <a:ext cx="171089" cy="424322"/>
                <a:chOff x="3343310" y="4475555"/>
                <a:chExt cx="127717" cy="316753"/>
              </a:xfrm>
            </p:grpSpPr>
            <p:sp>
              <p:nvSpPr>
                <p:cNvPr id="526" name="Google Shape;526;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 name="Google Shape;528;p45"/>
              <p:cNvGrpSpPr/>
              <p:nvPr/>
            </p:nvGrpSpPr>
            <p:grpSpPr>
              <a:xfrm>
                <a:off x="7621868" y="1399917"/>
                <a:ext cx="171089" cy="424322"/>
                <a:chOff x="3343310" y="4475555"/>
                <a:chExt cx="127717" cy="316753"/>
              </a:xfrm>
            </p:grpSpPr>
            <p:sp>
              <p:nvSpPr>
                <p:cNvPr id="529" name="Google Shape;529;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 name="Google Shape;531;p45"/>
              <p:cNvGrpSpPr/>
              <p:nvPr/>
            </p:nvGrpSpPr>
            <p:grpSpPr>
              <a:xfrm>
                <a:off x="8066170" y="1399917"/>
                <a:ext cx="171089" cy="424322"/>
                <a:chOff x="3343310" y="4475555"/>
                <a:chExt cx="127717" cy="316753"/>
              </a:xfrm>
            </p:grpSpPr>
            <p:sp>
              <p:nvSpPr>
                <p:cNvPr id="532" name="Google Shape;532;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 name="Google Shape;534;p45"/>
              <p:cNvGrpSpPr/>
              <p:nvPr/>
            </p:nvGrpSpPr>
            <p:grpSpPr>
              <a:xfrm>
                <a:off x="8510471" y="1399917"/>
                <a:ext cx="171089" cy="424322"/>
                <a:chOff x="3343310" y="4475555"/>
                <a:chExt cx="127717" cy="316753"/>
              </a:xfrm>
            </p:grpSpPr>
            <p:sp>
              <p:nvSpPr>
                <p:cNvPr id="535" name="Google Shape;535;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7" name="Google Shape;537;p45"/>
            <p:cNvGrpSpPr/>
            <p:nvPr/>
          </p:nvGrpSpPr>
          <p:grpSpPr>
            <a:xfrm>
              <a:off x="5077610" y="1974028"/>
              <a:ext cx="1075819" cy="234304"/>
              <a:chOff x="6733266" y="1399917"/>
              <a:chExt cx="1948294" cy="424322"/>
            </a:xfrm>
          </p:grpSpPr>
          <p:grpSp>
            <p:nvGrpSpPr>
              <p:cNvPr id="538" name="Google Shape;538;p45"/>
              <p:cNvGrpSpPr/>
              <p:nvPr/>
            </p:nvGrpSpPr>
            <p:grpSpPr>
              <a:xfrm>
                <a:off x="6733266" y="1399917"/>
                <a:ext cx="171089" cy="424322"/>
                <a:chOff x="3343310" y="4475555"/>
                <a:chExt cx="127717" cy="316753"/>
              </a:xfrm>
            </p:grpSpPr>
            <p:sp>
              <p:nvSpPr>
                <p:cNvPr id="539" name="Google Shape;539;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 name="Google Shape;541;p45"/>
              <p:cNvGrpSpPr/>
              <p:nvPr/>
            </p:nvGrpSpPr>
            <p:grpSpPr>
              <a:xfrm>
                <a:off x="7177567" y="1399917"/>
                <a:ext cx="171089" cy="424322"/>
                <a:chOff x="3343310" y="4475555"/>
                <a:chExt cx="127717" cy="316753"/>
              </a:xfrm>
            </p:grpSpPr>
            <p:sp>
              <p:nvSpPr>
                <p:cNvPr id="542" name="Google Shape;542;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 name="Google Shape;544;p45"/>
              <p:cNvGrpSpPr/>
              <p:nvPr/>
            </p:nvGrpSpPr>
            <p:grpSpPr>
              <a:xfrm>
                <a:off x="7621868" y="1399917"/>
                <a:ext cx="171089" cy="424322"/>
                <a:chOff x="3343310" y="4475555"/>
                <a:chExt cx="127717" cy="316753"/>
              </a:xfrm>
            </p:grpSpPr>
            <p:sp>
              <p:nvSpPr>
                <p:cNvPr id="545" name="Google Shape;545;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 name="Google Shape;547;p45"/>
              <p:cNvGrpSpPr/>
              <p:nvPr/>
            </p:nvGrpSpPr>
            <p:grpSpPr>
              <a:xfrm>
                <a:off x="8066170" y="1399917"/>
                <a:ext cx="171089" cy="424322"/>
                <a:chOff x="3343310" y="4475555"/>
                <a:chExt cx="127717" cy="316753"/>
              </a:xfrm>
            </p:grpSpPr>
            <p:sp>
              <p:nvSpPr>
                <p:cNvPr id="548" name="Google Shape;548;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 name="Google Shape;550;p45"/>
              <p:cNvGrpSpPr/>
              <p:nvPr/>
            </p:nvGrpSpPr>
            <p:grpSpPr>
              <a:xfrm>
                <a:off x="8510471" y="1399917"/>
                <a:ext cx="171089" cy="424322"/>
                <a:chOff x="3343310" y="4475555"/>
                <a:chExt cx="127717" cy="316753"/>
              </a:xfrm>
            </p:grpSpPr>
            <p:sp>
              <p:nvSpPr>
                <p:cNvPr id="551" name="Google Shape;551;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53" name="Google Shape;553;p45"/>
          <p:cNvSpPr/>
          <p:nvPr/>
        </p:nvSpPr>
        <p:spPr>
          <a:xfrm>
            <a:off x="6784331" y="2657755"/>
            <a:ext cx="1532400" cy="506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MARS</a:t>
            </a:r>
            <a:endParaRPr sz="1900">
              <a:solidFill>
                <a:schemeClr val="lt1"/>
              </a:solidFill>
              <a:latin typeface="Outfit Black"/>
              <a:ea typeface="Outfit Black"/>
              <a:cs typeface="Outfit Black"/>
              <a:sym typeface="Outfit Black"/>
            </a:endParaRPr>
          </a:p>
        </p:txBody>
      </p:sp>
      <p:sp>
        <p:nvSpPr>
          <p:cNvPr id="554" name="Google Shape;554;p45"/>
          <p:cNvSpPr txBox="1"/>
          <p:nvPr/>
        </p:nvSpPr>
        <p:spPr>
          <a:xfrm>
            <a:off x="6786281" y="3081654"/>
            <a:ext cx="1528500" cy="59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Lato"/>
                <a:ea typeface="Lato"/>
                <a:cs typeface="Lato"/>
                <a:sym typeface="Lato"/>
              </a:rPr>
              <a:t>Mars is full of iron oxide dust</a:t>
            </a:r>
            <a:endParaRPr>
              <a:solidFill>
                <a:schemeClr val="lt1"/>
              </a:solidFill>
              <a:latin typeface="Lato"/>
              <a:ea typeface="Lato"/>
              <a:cs typeface="Lato"/>
              <a:sym typeface="Lato"/>
            </a:endParaRPr>
          </a:p>
        </p:txBody>
      </p:sp>
      <p:sp>
        <p:nvSpPr>
          <p:cNvPr id="555" name="Google Shape;555;p45"/>
          <p:cNvSpPr/>
          <p:nvPr/>
        </p:nvSpPr>
        <p:spPr>
          <a:xfrm>
            <a:off x="6784331" y="2255536"/>
            <a:ext cx="1532400" cy="506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10/15</a:t>
            </a:r>
            <a:endParaRPr sz="1900">
              <a:solidFill>
                <a:schemeClr val="lt1"/>
              </a:solidFill>
              <a:latin typeface="Outfit Black"/>
              <a:ea typeface="Outfit Black"/>
              <a:cs typeface="Outfit Black"/>
              <a:sym typeface="Outfit Black"/>
            </a:endParaRPr>
          </a:p>
        </p:txBody>
      </p:sp>
      <p:grpSp>
        <p:nvGrpSpPr>
          <p:cNvPr id="556" name="Google Shape;556;p45"/>
          <p:cNvGrpSpPr/>
          <p:nvPr/>
        </p:nvGrpSpPr>
        <p:grpSpPr>
          <a:xfrm>
            <a:off x="7012622" y="1400699"/>
            <a:ext cx="1075819" cy="807634"/>
            <a:chOff x="7012622" y="1400699"/>
            <a:chExt cx="1075819" cy="807634"/>
          </a:xfrm>
        </p:grpSpPr>
        <p:grpSp>
          <p:nvGrpSpPr>
            <p:cNvPr id="557" name="Google Shape;557;p45"/>
            <p:cNvGrpSpPr/>
            <p:nvPr/>
          </p:nvGrpSpPr>
          <p:grpSpPr>
            <a:xfrm>
              <a:off x="7012622" y="1400699"/>
              <a:ext cx="1075819" cy="234304"/>
              <a:chOff x="6733266" y="1399917"/>
              <a:chExt cx="1948294" cy="424322"/>
            </a:xfrm>
          </p:grpSpPr>
          <p:grpSp>
            <p:nvGrpSpPr>
              <p:cNvPr id="558" name="Google Shape;558;p45"/>
              <p:cNvGrpSpPr/>
              <p:nvPr/>
            </p:nvGrpSpPr>
            <p:grpSpPr>
              <a:xfrm>
                <a:off x="6733266" y="1399917"/>
                <a:ext cx="171089" cy="424322"/>
                <a:chOff x="3343310" y="4475555"/>
                <a:chExt cx="127717" cy="316753"/>
              </a:xfrm>
            </p:grpSpPr>
            <p:sp>
              <p:nvSpPr>
                <p:cNvPr id="559" name="Google Shape;559;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 name="Google Shape;561;p45"/>
              <p:cNvGrpSpPr/>
              <p:nvPr/>
            </p:nvGrpSpPr>
            <p:grpSpPr>
              <a:xfrm>
                <a:off x="7177567" y="1399917"/>
                <a:ext cx="171089" cy="424322"/>
                <a:chOff x="3343310" y="4475555"/>
                <a:chExt cx="127717" cy="316753"/>
              </a:xfrm>
            </p:grpSpPr>
            <p:sp>
              <p:nvSpPr>
                <p:cNvPr id="562" name="Google Shape;562;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 name="Google Shape;564;p45"/>
              <p:cNvGrpSpPr/>
              <p:nvPr/>
            </p:nvGrpSpPr>
            <p:grpSpPr>
              <a:xfrm>
                <a:off x="7621868" y="1399917"/>
                <a:ext cx="171089" cy="424322"/>
                <a:chOff x="3343310" y="4475555"/>
                <a:chExt cx="127717" cy="316753"/>
              </a:xfrm>
            </p:grpSpPr>
            <p:sp>
              <p:nvSpPr>
                <p:cNvPr id="565" name="Google Shape;565;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 name="Google Shape;567;p45"/>
              <p:cNvGrpSpPr/>
              <p:nvPr/>
            </p:nvGrpSpPr>
            <p:grpSpPr>
              <a:xfrm>
                <a:off x="8066170" y="1399917"/>
                <a:ext cx="171089" cy="424322"/>
                <a:chOff x="3343310" y="4475555"/>
                <a:chExt cx="127717" cy="316753"/>
              </a:xfrm>
            </p:grpSpPr>
            <p:sp>
              <p:nvSpPr>
                <p:cNvPr id="568" name="Google Shape;568;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 name="Google Shape;570;p45"/>
              <p:cNvGrpSpPr/>
              <p:nvPr/>
            </p:nvGrpSpPr>
            <p:grpSpPr>
              <a:xfrm>
                <a:off x="8510471" y="1399917"/>
                <a:ext cx="171089" cy="424322"/>
                <a:chOff x="3343310" y="4475555"/>
                <a:chExt cx="127717" cy="316753"/>
              </a:xfrm>
            </p:grpSpPr>
            <p:sp>
              <p:nvSpPr>
                <p:cNvPr id="571" name="Google Shape;571;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 name="Google Shape;573;p45"/>
            <p:cNvGrpSpPr/>
            <p:nvPr/>
          </p:nvGrpSpPr>
          <p:grpSpPr>
            <a:xfrm>
              <a:off x="7012622" y="1687363"/>
              <a:ext cx="1075819" cy="234304"/>
              <a:chOff x="6733266" y="1399917"/>
              <a:chExt cx="1948294" cy="424322"/>
            </a:xfrm>
          </p:grpSpPr>
          <p:grpSp>
            <p:nvGrpSpPr>
              <p:cNvPr id="574" name="Google Shape;574;p45"/>
              <p:cNvGrpSpPr/>
              <p:nvPr/>
            </p:nvGrpSpPr>
            <p:grpSpPr>
              <a:xfrm>
                <a:off x="6733266" y="1399917"/>
                <a:ext cx="171089" cy="424322"/>
                <a:chOff x="3343310" y="4475555"/>
                <a:chExt cx="127717" cy="316753"/>
              </a:xfrm>
            </p:grpSpPr>
            <p:sp>
              <p:nvSpPr>
                <p:cNvPr id="575" name="Google Shape;575;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 name="Google Shape;577;p45"/>
              <p:cNvGrpSpPr/>
              <p:nvPr/>
            </p:nvGrpSpPr>
            <p:grpSpPr>
              <a:xfrm>
                <a:off x="7177567" y="1399917"/>
                <a:ext cx="171089" cy="424322"/>
                <a:chOff x="3343310" y="4475555"/>
                <a:chExt cx="127717" cy="316753"/>
              </a:xfrm>
            </p:grpSpPr>
            <p:sp>
              <p:nvSpPr>
                <p:cNvPr id="578" name="Google Shape;578;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 name="Google Shape;580;p45"/>
              <p:cNvGrpSpPr/>
              <p:nvPr/>
            </p:nvGrpSpPr>
            <p:grpSpPr>
              <a:xfrm>
                <a:off x="7621868" y="1399917"/>
                <a:ext cx="171089" cy="424322"/>
                <a:chOff x="3343310" y="4475555"/>
                <a:chExt cx="127717" cy="316753"/>
              </a:xfrm>
            </p:grpSpPr>
            <p:sp>
              <p:nvSpPr>
                <p:cNvPr id="581" name="Google Shape;581;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 name="Google Shape;583;p45"/>
              <p:cNvGrpSpPr/>
              <p:nvPr/>
            </p:nvGrpSpPr>
            <p:grpSpPr>
              <a:xfrm>
                <a:off x="8066170" y="1399917"/>
                <a:ext cx="171089" cy="424322"/>
                <a:chOff x="3343310" y="4475555"/>
                <a:chExt cx="127717" cy="316753"/>
              </a:xfrm>
            </p:grpSpPr>
            <p:sp>
              <p:nvSpPr>
                <p:cNvPr id="584" name="Google Shape;584;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 name="Google Shape;586;p45"/>
              <p:cNvGrpSpPr/>
              <p:nvPr/>
            </p:nvGrpSpPr>
            <p:grpSpPr>
              <a:xfrm>
                <a:off x="8510471" y="1399917"/>
                <a:ext cx="171089" cy="424322"/>
                <a:chOff x="3343310" y="4475555"/>
                <a:chExt cx="127717" cy="316753"/>
              </a:xfrm>
            </p:grpSpPr>
            <p:sp>
              <p:nvSpPr>
                <p:cNvPr id="587" name="Google Shape;587;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9" name="Google Shape;589;p45"/>
            <p:cNvGrpSpPr/>
            <p:nvPr/>
          </p:nvGrpSpPr>
          <p:grpSpPr>
            <a:xfrm>
              <a:off x="7012622" y="1974028"/>
              <a:ext cx="1075819" cy="234304"/>
              <a:chOff x="6733266" y="1399917"/>
              <a:chExt cx="1948294" cy="424322"/>
            </a:xfrm>
          </p:grpSpPr>
          <p:grpSp>
            <p:nvGrpSpPr>
              <p:cNvPr id="590" name="Google Shape;590;p45"/>
              <p:cNvGrpSpPr/>
              <p:nvPr/>
            </p:nvGrpSpPr>
            <p:grpSpPr>
              <a:xfrm>
                <a:off x="6733266" y="1399917"/>
                <a:ext cx="171089" cy="424322"/>
                <a:chOff x="3343310" y="4475555"/>
                <a:chExt cx="127717" cy="316753"/>
              </a:xfrm>
            </p:grpSpPr>
            <p:sp>
              <p:nvSpPr>
                <p:cNvPr id="591" name="Google Shape;591;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 name="Google Shape;593;p45"/>
              <p:cNvGrpSpPr/>
              <p:nvPr/>
            </p:nvGrpSpPr>
            <p:grpSpPr>
              <a:xfrm>
                <a:off x="7177567" y="1399917"/>
                <a:ext cx="171089" cy="424322"/>
                <a:chOff x="3343310" y="4475555"/>
                <a:chExt cx="127717" cy="316753"/>
              </a:xfrm>
            </p:grpSpPr>
            <p:sp>
              <p:nvSpPr>
                <p:cNvPr id="594" name="Google Shape;594;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 name="Google Shape;596;p45"/>
              <p:cNvGrpSpPr/>
              <p:nvPr/>
            </p:nvGrpSpPr>
            <p:grpSpPr>
              <a:xfrm>
                <a:off x="7621868" y="1399917"/>
                <a:ext cx="171089" cy="424322"/>
                <a:chOff x="3343310" y="4475555"/>
                <a:chExt cx="127717" cy="316753"/>
              </a:xfrm>
            </p:grpSpPr>
            <p:sp>
              <p:nvSpPr>
                <p:cNvPr id="597" name="Google Shape;597;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 name="Google Shape;599;p45"/>
              <p:cNvGrpSpPr/>
              <p:nvPr/>
            </p:nvGrpSpPr>
            <p:grpSpPr>
              <a:xfrm>
                <a:off x="8066170" y="1399917"/>
                <a:ext cx="171089" cy="424322"/>
                <a:chOff x="3343310" y="4475555"/>
                <a:chExt cx="127717" cy="316753"/>
              </a:xfrm>
            </p:grpSpPr>
            <p:sp>
              <p:nvSpPr>
                <p:cNvPr id="600" name="Google Shape;600;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 name="Google Shape;602;p45"/>
              <p:cNvGrpSpPr/>
              <p:nvPr/>
            </p:nvGrpSpPr>
            <p:grpSpPr>
              <a:xfrm>
                <a:off x="8510471" y="1399917"/>
                <a:ext cx="171089" cy="424322"/>
                <a:chOff x="3343310" y="4475555"/>
                <a:chExt cx="127717" cy="316753"/>
              </a:xfrm>
            </p:grpSpPr>
            <p:sp>
              <p:nvSpPr>
                <p:cNvPr id="603" name="Google Shape;603;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05" name="Google Shape;605;p45"/>
          <p:cNvSpPr txBox="1"/>
          <p:nvPr/>
        </p:nvSpPr>
        <p:spPr>
          <a:xfrm>
            <a:off x="5375231" y="4090419"/>
            <a:ext cx="2941500" cy="356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It’s the farthest planet from the Sun</a:t>
            </a:r>
            <a:endParaRPr>
              <a:solidFill>
                <a:schemeClr val="lt1"/>
              </a:solidFill>
              <a:latin typeface="Lato"/>
              <a:ea typeface="Lato"/>
              <a:cs typeface="Lato"/>
              <a:sym typeface="Lato"/>
            </a:endParaRPr>
          </a:p>
        </p:txBody>
      </p:sp>
      <p:sp>
        <p:nvSpPr>
          <p:cNvPr id="606" name="Google Shape;606;p45"/>
          <p:cNvSpPr txBox="1"/>
          <p:nvPr/>
        </p:nvSpPr>
        <p:spPr>
          <a:xfrm>
            <a:off x="5375231" y="3881768"/>
            <a:ext cx="2941500" cy="356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NEPTUNE</a:t>
            </a:r>
            <a:endParaRPr sz="1900">
              <a:solidFill>
                <a:schemeClr val="lt1"/>
              </a:solidFill>
              <a:latin typeface="Outfit Black"/>
              <a:ea typeface="Outfit Black"/>
              <a:cs typeface="Outfit Black"/>
              <a:sym typeface="Outfit Black"/>
            </a:endParaRPr>
          </a:p>
        </p:txBody>
      </p:sp>
      <p:grpSp>
        <p:nvGrpSpPr>
          <p:cNvPr id="607" name="Google Shape;607;p45"/>
          <p:cNvGrpSpPr/>
          <p:nvPr/>
        </p:nvGrpSpPr>
        <p:grpSpPr>
          <a:xfrm>
            <a:off x="4697231" y="3817619"/>
            <a:ext cx="638700" cy="638700"/>
            <a:chOff x="827275" y="3817413"/>
            <a:chExt cx="638700" cy="638700"/>
          </a:xfrm>
        </p:grpSpPr>
        <p:sp>
          <p:nvSpPr>
            <p:cNvPr id="608" name="Google Shape;608;p45"/>
            <p:cNvSpPr/>
            <p:nvPr/>
          </p:nvSpPr>
          <p:spPr>
            <a:xfrm>
              <a:off x="827275" y="3817413"/>
              <a:ext cx="638700" cy="638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5"/>
            <p:cNvSpPr/>
            <p:nvPr/>
          </p:nvSpPr>
          <p:spPr>
            <a:xfrm>
              <a:off x="827275" y="3817413"/>
              <a:ext cx="638700" cy="638700"/>
            </a:xfrm>
            <a:prstGeom prst="pie">
              <a:avLst>
                <a:gd name="adj1" fmla="val 16243539"/>
                <a:gd name="adj2" fmla="val 10707453"/>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5"/>
            <p:cNvSpPr/>
            <p:nvPr/>
          </p:nvSpPr>
          <p:spPr>
            <a:xfrm>
              <a:off x="895225" y="3885363"/>
              <a:ext cx="502800" cy="502800"/>
            </a:xfrm>
            <a:prstGeom prst="ellipse">
              <a:avLst/>
            </a:prstGeom>
            <a:solidFill>
              <a:schemeClr val="dk1"/>
            </a:solidFill>
            <a:ln>
              <a:noFill/>
            </a:ln>
          </p:spPr>
          <p:txBody>
            <a:bodyPr spcFirstLastPara="1" wrap="square" lIns="0" tIns="0" rIns="0" bIns="0" anchor="ctr" anchorCtr="0">
              <a:noAutofit/>
            </a:bodyPr>
            <a:lstStyle/>
            <a:p>
              <a:pPr marL="0" lvl="0" indent="0" algn="ctr" rtl="0">
                <a:spcBef>
                  <a:spcPts val="0"/>
                </a:spcBef>
                <a:spcAft>
                  <a:spcPts val="0"/>
                </a:spcAft>
                <a:buNone/>
              </a:pPr>
              <a:r>
                <a:rPr lang="en">
                  <a:solidFill>
                    <a:schemeClr val="lt1"/>
                  </a:solidFill>
                  <a:latin typeface="Outfit Black"/>
                  <a:ea typeface="Outfit Black"/>
                  <a:cs typeface="Outfit Black"/>
                  <a:sym typeface="Outfit Black"/>
                </a:rPr>
                <a:t>75%</a:t>
              </a:r>
              <a:endParaRPr>
                <a:solidFill>
                  <a:schemeClr val="lt1"/>
                </a:solidFill>
                <a:latin typeface="Outfit Black"/>
                <a:ea typeface="Outfit Black"/>
                <a:cs typeface="Outfit Black"/>
                <a:sym typeface="Outfit Black"/>
              </a:endParaRPr>
            </a:p>
          </p:txBody>
        </p:sp>
      </p:grpSp>
      <p:grpSp>
        <p:nvGrpSpPr>
          <p:cNvPr id="611" name="Google Shape;611;p45"/>
          <p:cNvGrpSpPr/>
          <p:nvPr/>
        </p:nvGrpSpPr>
        <p:grpSpPr>
          <a:xfrm>
            <a:off x="1465950" y="1578613"/>
            <a:ext cx="451800" cy="451800"/>
            <a:chOff x="270475" y="2022875"/>
            <a:chExt cx="451800" cy="451800"/>
          </a:xfrm>
        </p:grpSpPr>
        <p:sp>
          <p:nvSpPr>
            <p:cNvPr id="612" name="Google Shape;612;p45"/>
            <p:cNvSpPr/>
            <p:nvPr/>
          </p:nvSpPr>
          <p:spPr>
            <a:xfrm>
              <a:off x="270475" y="2022875"/>
              <a:ext cx="451800" cy="451800"/>
            </a:xfrm>
            <a:prstGeom prst="ellipse">
              <a:avLst/>
            </a:prstGeom>
            <a:solidFill>
              <a:srgbClr val="FFFFFF">
                <a:alpha val="31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5"/>
            <p:cNvSpPr/>
            <p:nvPr/>
          </p:nvSpPr>
          <p:spPr>
            <a:xfrm>
              <a:off x="418225" y="2170625"/>
              <a:ext cx="156300" cy="156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 name="Google Shape;614;p45"/>
          <p:cNvGrpSpPr/>
          <p:nvPr/>
        </p:nvGrpSpPr>
        <p:grpSpPr>
          <a:xfrm>
            <a:off x="2414650" y="2505172"/>
            <a:ext cx="451800" cy="451800"/>
            <a:chOff x="270475" y="2022875"/>
            <a:chExt cx="451800" cy="451800"/>
          </a:xfrm>
        </p:grpSpPr>
        <p:sp>
          <p:nvSpPr>
            <p:cNvPr id="615" name="Google Shape;615;p45"/>
            <p:cNvSpPr/>
            <p:nvPr/>
          </p:nvSpPr>
          <p:spPr>
            <a:xfrm>
              <a:off x="270475" y="2022875"/>
              <a:ext cx="451800" cy="451800"/>
            </a:xfrm>
            <a:prstGeom prst="ellipse">
              <a:avLst/>
            </a:prstGeom>
            <a:solidFill>
              <a:srgbClr val="FFFFFF">
                <a:alpha val="31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45"/>
            <p:cNvSpPr/>
            <p:nvPr/>
          </p:nvSpPr>
          <p:spPr>
            <a:xfrm>
              <a:off x="418225" y="2170625"/>
              <a:ext cx="156300" cy="156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20"/>
        <p:cNvGrpSpPr/>
        <p:nvPr/>
      </p:nvGrpSpPr>
      <p:grpSpPr>
        <a:xfrm>
          <a:off x="0" y="0"/>
          <a:ext cx="0" cy="0"/>
          <a:chOff x="0" y="0"/>
          <a:chExt cx="0" cy="0"/>
        </a:xfrm>
      </p:grpSpPr>
      <p:sp>
        <p:nvSpPr>
          <p:cNvPr id="621" name="Google Shape;621;p46"/>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BIG IDEA #3</a:t>
            </a:r>
            <a:endParaRPr/>
          </a:p>
        </p:txBody>
      </p:sp>
      <p:cxnSp>
        <p:nvCxnSpPr>
          <p:cNvPr id="622" name="Google Shape;622;p46"/>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sp>
        <p:nvSpPr>
          <p:cNvPr id="623" name="Google Shape;623;p46"/>
          <p:cNvSpPr/>
          <p:nvPr/>
        </p:nvSpPr>
        <p:spPr>
          <a:xfrm>
            <a:off x="2310000" y="1401575"/>
            <a:ext cx="4524000" cy="5067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dk1"/>
                </a:solidFill>
                <a:latin typeface="Outfit Black"/>
                <a:ea typeface="Outfit Black"/>
                <a:cs typeface="Outfit Black"/>
                <a:sym typeface="Outfit Black"/>
              </a:rPr>
              <a:t>IDEA #3</a:t>
            </a:r>
            <a:endParaRPr sz="1900">
              <a:solidFill>
                <a:schemeClr val="dk1"/>
              </a:solidFill>
              <a:latin typeface="Outfit Black"/>
              <a:ea typeface="Outfit Black"/>
              <a:cs typeface="Outfit Black"/>
              <a:sym typeface="Outfit Black"/>
            </a:endParaRPr>
          </a:p>
        </p:txBody>
      </p:sp>
      <p:sp>
        <p:nvSpPr>
          <p:cNvPr id="624" name="Google Shape;624;p46"/>
          <p:cNvSpPr/>
          <p:nvPr/>
        </p:nvSpPr>
        <p:spPr>
          <a:xfrm>
            <a:off x="1581182" y="2316022"/>
            <a:ext cx="1457700" cy="5067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STEP 1</a:t>
            </a:r>
            <a:endParaRPr sz="1900">
              <a:solidFill>
                <a:schemeClr val="lt1"/>
              </a:solidFill>
              <a:latin typeface="Outfit Black"/>
              <a:ea typeface="Outfit Black"/>
              <a:cs typeface="Outfit Black"/>
              <a:sym typeface="Outfit Black"/>
            </a:endParaRPr>
          </a:p>
        </p:txBody>
      </p:sp>
      <p:sp>
        <p:nvSpPr>
          <p:cNvPr id="625" name="Google Shape;625;p46"/>
          <p:cNvSpPr/>
          <p:nvPr/>
        </p:nvSpPr>
        <p:spPr>
          <a:xfrm>
            <a:off x="3845103" y="2316022"/>
            <a:ext cx="1453800" cy="5067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STEP 2</a:t>
            </a:r>
            <a:endParaRPr sz="1900">
              <a:solidFill>
                <a:schemeClr val="lt1"/>
              </a:solidFill>
              <a:latin typeface="Outfit Black"/>
              <a:ea typeface="Outfit Black"/>
              <a:cs typeface="Outfit Black"/>
              <a:sym typeface="Outfit Black"/>
            </a:endParaRPr>
          </a:p>
        </p:txBody>
      </p:sp>
      <p:sp>
        <p:nvSpPr>
          <p:cNvPr id="626" name="Google Shape;626;p46"/>
          <p:cNvSpPr/>
          <p:nvPr/>
        </p:nvSpPr>
        <p:spPr>
          <a:xfrm>
            <a:off x="6105124" y="2316022"/>
            <a:ext cx="1457700" cy="5067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STEP 3</a:t>
            </a:r>
            <a:endParaRPr sz="1900">
              <a:solidFill>
                <a:schemeClr val="lt1"/>
              </a:solidFill>
              <a:latin typeface="Outfit Black"/>
              <a:ea typeface="Outfit Black"/>
              <a:cs typeface="Outfit Black"/>
              <a:sym typeface="Outfit Black"/>
            </a:endParaRPr>
          </a:p>
        </p:txBody>
      </p:sp>
      <p:cxnSp>
        <p:nvCxnSpPr>
          <p:cNvPr id="627" name="Google Shape;627;p46"/>
          <p:cNvCxnSpPr>
            <a:stCxn id="623" idx="2"/>
            <a:endCxn id="624" idx="0"/>
          </p:cNvCxnSpPr>
          <p:nvPr/>
        </p:nvCxnSpPr>
        <p:spPr>
          <a:xfrm rot="5400000">
            <a:off x="3237150" y="981125"/>
            <a:ext cx="407700" cy="2262000"/>
          </a:xfrm>
          <a:prstGeom prst="bentConnector3">
            <a:avLst>
              <a:gd name="adj1" fmla="val 50006"/>
            </a:avLst>
          </a:prstGeom>
          <a:noFill/>
          <a:ln w="19050" cap="rnd" cmpd="sng">
            <a:solidFill>
              <a:schemeClr val="accent1"/>
            </a:solidFill>
            <a:prstDash val="solid"/>
            <a:round/>
            <a:headEnd type="none" w="med" len="med"/>
            <a:tailEnd type="none" w="med" len="med"/>
          </a:ln>
        </p:spPr>
      </p:cxnSp>
      <p:cxnSp>
        <p:nvCxnSpPr>
          <p:cNvPr id="628" name="Google Shape;628;p46"/>
          <p:cNvCxnSpPr>
            <a:stCxn id="623" idx="2"/>
            <a:endCxn id="625" idx="0"/>
          </p:cNvCxnSpPr>
          <p:nvPr/>
        </p:nvCxnSpPr>
        <p:spPr>
          <a:xfrm rot="-5400000" flipH="1">
            <a:off x="4368450" y="2111825"/>
            <a:ext cx="407700" cy="600"/>
          </a:xfrm>
          <a:prstGeom prst="bentConnector3">
            <a:avLst>
              <a:gd name="adj1" fmla="val 50006"/>
            </a:avLst>
          </a:prstGeom>
          <a:noFill/>
          <a:ln w="19050" cap="rnd" cmpd="sng">
            <a:solidFill>
              <a:schemeClr val="accent1"/>
            </a:solidFill>
            <a:prstDash val="solid"/>
            <a:round/>
            <a:headEnd type="none" w="med" len="med"/>
            <a:tailEnd type="none" w="med" len="med"/>
          </a:ln>
        </p:spPr>
      </p:cxnSp>
      <p:cxnSp>
        <p:nvCxnSpPr>
          <p:cNvPr id="629" name="Google Shape;629;p46"/>
          <p:cNvCxnSpPr>
            <a:stCxn id="623" idx="2"/>
            <a:endCxn id="626" idx="0"/>
          </p:cNvCxnSpPr>
          <p:nvPr/>
        </p:nvCxnSpPr>
        <p:spPr>
          <a:xfrm rot="-5400000" flipH="1">
            <a:off x="5499150" y="981125"/>
            <a:ext cx="407700" cy="2262000"/>
          </a:xfrm>
          <a:prstGeom prst="bentConnector3">
            <a:avLst>
              <a:gd name="adj1" fmla="val 50006"/>
            </a:avLst>
          </a:prstGeom>
          <a:noFill/>
          <a:ln w="19050" cap="rnd" cmpd="sng">
            <a:solidFill>
              <a:schemeClr val="accent1"/>
            </a:solidFill>
            <a:prstDash val="solid"/>
            <a:round/>
            <a:headEnd type="none" w="med" len="med"/>
            <a:tailEnd type="none" w="med" len="med"/>
          </a:ln>
        </p:spPr>
      </p:cxnSp>
      <p:cxnSp>
        <p:nvCxnSpPr>
          <p:cNvPr id="630" name="Google Shape;630;p46"/>
          <p:cNvCxnSpPr>
            <a:stCxn id="624" idx="2"/>
            <a:endCxn id="631" idx="0"/>
          </p:cNvCxnSpPr>
          <p:nvPr/>
        </p:nvCxnSpPr>
        <p:spPr>
          <a:xfrm rot="5400000">
            <a:off x="1683482" y="2695372"/>
            <a:ext cx="499200" cy="753900"/>
          </a:xfrm>
          <a:prstGeom prst="bentConnector3">
            <a:avLst>
              <a:gd name="adj1" fmla="val 49990"/>
            </a:avLst>
          </a:prstGeom>
          <a:noFill/>
          <a:ln w="19050" cap="rnd" cmpd="sng">
            <a:solidFill>
              <a:schemeClr val="accent1"/>
            </a:solidFill>
            <a:prstDash val="solid"/>
            <a:round/>
            <a:headEnd type="none" w="med" len="med"/>
            <a:tailEnd type="none" w="med" len="med"/>
          </a:ln>
        </p:spPr>
      </p:cxnSp>
      <p:cxnSp>
        <p:nvCxnSpPr>
          <p:cNvPr id="632" name="Google Shape;632;p46"/>
          <p:cNvCxnSpPr>
            <a:stCxn id="624" idx="2"/>
            <a:endCxn id="633" idx="0"/>
          </p:cNvCxnSpPr>
          <p:nvPr/>
        </p:nvCxnSpPr>
        <p:spPr>
          <a:xfrm rot="-5400000" flipH="1">
            <a:off x="2437382" y="2695372"/>
            <a:ext cx="499200" cy="753900"/>
          </a:xfrm>
          <a:prstGeom prst="bentConnector3">
            <a:avLst>
              <a:gd name="adj1" fmla="val 49990"/>
            </a:avLst>
          </a:prstGeom>
          <a:noFill/>
          <a:ln w="19050" cap="rnd" cmpd="sng">
            <a:solidFill>
              <a:schemeClr val="accent1"/>
            </a:solidFill>
            <a:prstDash val="solid"/>
            <a:round/>
            <a:headEnd type="none" w="med" len="med"/>
            <a:tailEnd type="none" w="med" len="med"/>
          </a:ln>
        </p:spPr>
      </p:cxnSp>
      <p:cxnSp>
        <p:nvCxnSpPr>
          <p:cNvPr id="634" name="Google Shape;634;p46"/>
          <p:cNvCxnSpPr>
            <a:stCxn id="625" idx="2"/>
            <a:endCxn id="635" idx="0"/>
          </p:cNvCxnSpPr>
          <p:nvPr/>
        </p:nvCxnSpPr>
        <p:spPr>
          <a:xfrm rot="-5400000" flipH="1">
            <a:off x="4322703" y="3072022"/>
            <a:ext cx="499200" cy="600"/>
          </a:xfrm>
          <a:prstGeom prst="bentConnector3">
            <a:avLst>
              <a:gd name="adj1" fmla="val 49990"/>
            </a:avLst>
          </a:prstGeom>
          <a:noFill/>
          <a:ln w="19050" cap="rnd" cmpd="sng">
            <a:solidFill>
              <a:schemeClr val="accent1"/>
            </a:solidFill>
            <a:prstDash val="solid"/>
            <a:round/>
            <a:headEnd type="none" w="med" len="med"/>
            <a:tailEnd type="none" w="med" len="med"/>
          </a:ln>
        </p:spPr>
      </p:cxnSp>
      <p:cxnSp>
        <p:nvCxnSpPr>
          <p:cNvPr id="636" name="Google Shape;636;p46"/>
          <p:cNvCxnSpPr>
            <a:stCxn id="626" idx="2"/>
            <a:endCxn id="637" idx="0"/>
          </p:cNvCxnSpPr>
          <p:nvPr/>
        </p:nvCxnSpPr>
        <p:spPr>
          <a:xfrm rot="5400000">
            <a:off x="6207424" y="2695372"/>
            <a:ext cx="499200" cy="753900"/>
          </a:xfrm>
          <a:prstGeom prst="bentConnector3">
            <a:avLst>
              <a:gd name="adj1" fmla="val 49990"/>
            </a:avLst>
          </a:prstGeom>
          <a:noFill/>
          <a:ln w="19050" cap="rnd" cmpd="sng">
            <a:solidFill>
              <a:schemeClr val="accent1"/>
            </a:solidFill>
            <a:prstDash val="solid"/>
            <a:round/>
            <a:headEnd type="none" w="med" len="med"/>
            <a:tailEnd type="none" w="med" len="med"/>
          </a:ln>
        </p:spPr>
      </p:cxnSp>
      <p:cxnSp>
        <p:nvCxnSpPr>
          <p:cNvPr id="638" name="Google Shape;638;p46"/>
          <p:cNvCxnSpPr>
            <a:stCxn id="626" idx="2"/>
            <a:endCxn id="639" idx="0"/>
          </p:cNvCxnSpPr>
          <p:nvPr/>
        </p:nvCxnSpPr>
        <p:spPr>
          <a:xfrm rot="-5400000" flipH="1">
            <a:off x="6961324" y="2695372"/>
            <a:ext cx="499200" cy="753900"/>
          </a:xfrm>
          <a:prstGeom prst="bentConnector3">
            <a:avLst>
              <a:gd name="adj1" fmla="val 49990"/>
            </a:avLst>
          </a:prstGeom>
          <a:noFill/>
          <a:ln w="19050" cap="rnd" cmpd="sng">
            <a:solidFill>
              <a:schemeClr val="accent1"/>
            </a:solidFill>
            <a:prstDash val="solid"/>
            <a:round/>
            <a:headEnd type="none" w="med" len="med"/>
            <a:tailEnd type="none" w="med" len="med"/>
          </a:ln>
        </p:spPr>
      </p:cxnSp>
      <p:sp>
        <p:nvSpPr>
          <p:cNvPr id="631" name="Google Shape;631;p46"/>
          <p:cNvSpPr/>
          <p:nvPr/>
        </p:nvSpPr>
        <p:spPr>
          <a:xfrm>
            <a:off x="827250" y="3321818"/>
            <a:ext cx="1457700" cy="530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VENUS</a:t>
            </a:r>
            <a:endParaRPr sz="1900">
              <a:solidFill>
                <a:schemeClr val="lt1"/>
              </a:solidFill>
              <a:latin typeface="Outfit Black"/>
              <a:ea typeface="Outfit Black"/>
              <a:cs typeface="Outfit Black"/>
              <a:sym typeface="Outfit Black"/>
            </a:endParaRPr>
          </a:p>
        </p:txBody>
      </p:sp>
      <p:sp>
        <p:nvSpPr>
          <p:cNvPr id="639" name="Google Shape;639;p46"/>
          <p:cNvSpPr/>
          <p:nvPr/>
        </p:nvSpPr>
        <p:spPr>
          <a:xfrm>
            <a:off x="6859104" y="3321818"/>
            <a:ext cx="1457700" cy="530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SATURN</a:t>
            </a:r>
            <a:endParaRPr sz="1900">
              <a:solidFill>
                <a:schemeClr val="lt1"/>
              </a:solidFill>
              <a:latin typeface="Outfit Black"/>
              <a:ea typeface="Outfit Black"/>
              <a:cs typeface="Outfit Black"/>
              <a:sym typeface="Outfit Black"/>
            </a:endParaRPr>
          </a:p>
        </p:txBody>
      </p:sp>
      <p:sp>
        <p:nvSpPr>
          <p:cNvPr id="635" name="Google Shape;635;p46"/>
          <p:cNvSpPr/>
          <p:nvPr/>
        </p:nvSpPr>
        <p:spPr>
          <a:xfrm>
            <a:off x="3843185" y="3321818"/>
            <a:ext cx="1457700" cy="530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JUPITER</a:t>
            </a:r>
            <a:endParaRPr sz="1900">
              <a:solidFill>
                <a:schemeClr val="lt1"/>
              </a:solidFill>
              <a:latin typeface="Outfit Black"/>
              <a:ea typeface="Outfit Black"/>
              <a:cs typeface="Outfit Black"/>
              <a:sym typeface="Outfit Black"/>
            </a:endParaRPr>
          </a:p>
        </p:txBody>
      </p:sp>
      <p:sp>
        <p:nvSpPr>
          <p:cNvPr id="633" name="Google Shape;633;p46"/>
          <p:cNvSpPr/>
          <p:nvPr/>
        </p:nvSpPr>
        <p:spPr>
          <a:xfrm>
            <a:off x="2335225" y="3321818"/>
            <a:ext cx="1457700" cy="530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MARS</a:t>
            </a:r>
            <a:endParaRPr sz="1900">
              <a:solidFill>
                <a:schemeClr val="lt1"/>
              </a:solidFill>
              <a:latin typeface="Outfit Black"/>
              <a:ea typeface="Outfit Black"/>
              <a:cs typeface="Outfit Black"/>
              <a:sym typeface="Outfit Black"/>
            </a:endParaRPr>
          </a:p>
        </p:txBody>
      </p:sp>
      <p:sp>
        <p:nvSpPr>
          <p:cNvPr id="637" name="Google Shape;637;p46"/>
          <p:cNvSpPr/>
          <p:nvPr/>
        </p:nvSpPr>
        <p:spPr>
          <a:xfrm>
            <a:off x="5351144" y="3321818"/>
            <a:ext cx="1457700" cy="530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EARTH</a:t>
            </a:r>
            <a:endParaRPr sz="1900">
              <a:solidFill>
                <a:schemeClr val="lt1"/>
              </a:solidFill>
              <a:latin typeface="Outfit Black"/>
              <a:ea typeface="Outfit Black"/>
              <a:cs typeface="Outfit Black"/>
              <a:sym typeface="Outfit Black"/>
            </a:endParaRPr>
          </a:p>
        </p:txBody>
      </p:sp>
      <p:sp>
        <p:nvSpPr>
          <p:cNvPr id="640" name="Google Shape;640;p46"/>
          <p:cNvSpPr txBox="1"/>
          <p:nvPr/>
        </p:nvSpPr>
        <p:spPr>
          <a:xfrm>
            <a:off x="5354007" y="3782665"/>
            <a:ext cx="1453800" cy="59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Lato"/>
                <a:ea typeface="Lato"/>
                <a:cs typeface="Lato"/>
                <a:sym typeface="Lato"/>
              </a:rPr>
              <a:t>Earth is the planet with life</a:t>
            </a:r>
            <a:endParaRPr>
              <a:solidFill>
                <a:schemeClr val="lt1"/>
              </a:solidFill>
              <a:latin typeface="Lato"/>
              <a:ea typeface="Lato"/>
              <a:cs typeface="Lato"/>
              <a:sym typeface="Lato"/>
            </a:endParaRPr>
          </a:p>
        </p:txBody>
      </p:sp>
      <p:sp>
        <p:nvSpPr>
          <p:cNvPr id="641" name="Google Shape;641;p46"/>
          <p:cNvSpPr txBox="1"/>
          <p:nvPr/>
        </p:nvSpPr>
        <p:spPr>
          <a:xfrm>
            <a:off x="827250" y="3782665"/>
            <a:ext cx="1453800" cy="59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Lato"/>
                <a:ea typeface="Lato"/>
                <a:cs typeface="Lato"/>
                <a:sym typeface="Lato"/>
              </a:rPr>
              <a:t>Venus is a very hot place</a:t>
            </a:r>
            <a:endParaRPr>
              <a:solidFill>
                <a:schemeClr val="lt1"/>
              </a:solidFill>
              <a:latin typeface="Lato"/>
              <a:ea typeface="Lato"/>
              <a:cs typeface="Lato"/>
              <a:sym typeface="Lato"/>
            </a:endParaRPr>
          </a:p>
        </p:txBody>
      </p:sp>
      <p:sp>
        <p:nvSpPr>
          <p:cNvPr id="642" name="Google Shape;642;p46"/>
          <p:cNvSpPr txBox="1"/>
          <p:nvPr/>
        </p:nvSpPr>
        <p:spPr>
          <a:xfrm>
            <a:off x="2336169" y="3782665"/>
            <a:ext cx="1453800" cy="59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Lato"/>
                <a:ea typeface="Lato"/>
                <a:cs typeface="Lato"/>
                <a:sym typeface="Lato"/>
              </a:rPr>
              <a:t>Mars is a very cold place</a:t>
            </a:r>
            <a:endParaRPr>
              <a:solidFill>
                <a:schemeClr val="lt1"/>
              </a:solidFill>
              <a:latin typeface="Lato"/>
              <a:ea typeface="Lato"/>
              <a:cs typeface="Lato"/>
              <a:sym typeface="Lato"/>
            </a:endParaRPr>
          </a:p>
        </p:txBody>
      </p:sp>
      <p:sp>
        <p:nvSpPr>
          <p:cNvPr id="643" name="Google Shape;643;p46"/>
          <p:cNvSpPr txBox="1"/>
          <p:nvPr/>
        </p:nvSpPr>
        <p:spPr>
          <a:xfrm>
            <a:off x="6862925" y="3782665"/>
            <a:ext cx="1453800" cy="59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Lato"/>
                <a:ea typeface="Lato"/>
                <a:cs typeface="Lato"/>
                <a:sym typeface="Lato"/>
              </a:rPr>
              <a:t>Saturn is the ringed planet</a:t>
            </a:r>
            <a:endParaRPr>
              <a:solidFill>
                <a:schemeClr val="lt1"/>
              </a:solidFill>
              <a:latin typeface="Lato"/>
              <a:ea typeface="Lato"/>
              <a:cs typeface="Lato"/>
              <a:sym typeface="Lato"/>
            </a:endParaRPr>
          </a:p>
        </p:txBody>
      </p:sp>
      <p:sp>
        <p:nvSpPr>
          <p:cNvPr id="644" name="Google Shape;644;p46"/>
          <p:cNvSpPr txBox="1"/>
          <p:nvPr/>
        </p:nvSpPr>
        <p:spPr>
          <a:xfrm>
            <a:off x="3845088" y="3782665"/>
            <a:ext cx="1453800" cy="59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Lato"/>
                <a:ea typeface="Lato"/>
                <a:cs typeface="Lato"/>
                <a:sym typeface="Lato"/>
              </a:rPr>
              <a:t>Jupiter is a huge gas giant</a:t>
            </a:r>
            <a:endParaRPr>
              <a:solidFill>
                <a:schemeClr val="lt1"/>
              </a:solidFill>
              <a:latin typeface="Lato"/>
              <a:ea typeface="Lato"/>
              <a:cs typeface="Lato"/>
              <a:sym typeface="Lato"/>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648"/>
        <p:cNvGrpSpPr/>
        <p:nvPr/>
      </p:nvGrpSpPr>
      <p:grpSpPr>
        <a:xfrm>
          <a:off x="0" y="0"/>
          <a:ext cx="0" cy="0"/>
          <a:chOff x="0" y="0"/>
          <a:chExt cx="0" cy="0"/>
        </a:xfrm>
      </p:grpSpPr>
      <p:sp>
        <p:nvSpPr>
          <p:cNvPr id="649" name="Google Shape;649;p47"/>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CHARTS</a:t>
            </a:r>
            <a:endParaRPr/>
          </a:p>
        </p:txBody>
      </p:sp>
      <p:sp>
        <p:nvSpPr>
          <p:cNvPr id="650" name="Google Shape;650;p47"/>
          <p:cNvSpPr txBox="1"/>
          <p:nvPr/>
        </p:nvSpPr>
        <p:spPr>
          <a:xfrm>
            <a:off x="827600" y="4227763"/>
            <a:ext cx="7489200" cy="34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1"/>
                </a:solidFill>
                <a:latin typeface="Lato"/>
                <a:ea typeface="Lato"/>
                <a:cs typeface="Lato"/>
                <a:sym typeface="Lato"/>
              </a:rPr>
              <a:t>Follow the link in the graph to modify its data and then paste the new one here. </a:t>
            </a:r>
            <a:r>
              <a:rPr lang="en" sz="1200" b="1">
                <a:solidFill>
                  <a:schemeClr val="lt1"/>
                </a:solidFill>
                <a:uFill>
                  <a:noFill/>
                </a:uFill>
                <a:latin typeface="Lato"/>
                <a:ea typeface="Lato"/>
                <a:cs typeface="Lato"/>
                <a:sym typeface="Lato"/>
                <a:hlinkClick r:id="rId3">
                  <a:extLst>
                    <a:ext uri="{A12FA001-AC4F-418D-AE19-62706E023703}">
                      <ahyp:hlinkClr xmlns:ahyp="http://schemas.microsoft.com/office/drawing/2018/hyperlinkcolor" val="tx"/>
                    </a:ext>
                  </a:extLst>
                </a:hlinkClick>
              </a:rPr>
              <a:t>For more info, click here</a:t>
            </a:r>
            <a:endParaRPr sz="1200">
              <a:solidFill>
                <a:schemeClr val="lt1"/>
              </a:solidFill>
              <a:latin typeface="Lato"/>
              <a:ea typeface="Lato"/>
              <a:cs typeface="Lato"/>
              <a:sym typeface="Lato"/>
            </a:endParaRPr>
          </a:p>
        </p:txBody>
      </p:sp>
      <p:cxnSp>
        <p:nvCxnSpPr>
          <p:cNvPr id="651" name="Google Shape;651;p47"/>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sp>
        <p:nvSpPr>
          <p:cNvPr id="652" name="Google Shape;652;p47"/>
          <p:cNvSpPr/>
          <p:nvPr/>
        </p:nvSpPr>
        <p:spPr>
          <a:xfrm flipH="1">
            <a:off x="720863" y="1616344"/>
            <a:ext cx="1637400" cy="506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900">
                <a:solidFill>
                  <a:schemeClr val="lt1"/>
                </a:solidFill>
                <a:latin typeface="Outfit Black"/>
                <a:ea typeface="Outfit Black"/>
                <a:cs typeface="Outfit Black"/>
                <a:sym typeface="Outfit Black"/>
              </a:rPr>
              <a:t>MERCURY</a:t>
            </a:r>
            <a:endParaRPr sz="1900">
              <a:solidFill>
                <a:schemeClr val="lt1"/>
              </a:solidFill>
              <a:latin typeface="Outfit Black"/>
              <a:ea typeface="Outfit Black"/>
              <a:cs typeface="Outfit Black"/>
              <a:sym typeface="Outfit Black"/>
            </a:endParaRPr>
          </a:p>
        </p:txBody>
      </p:sp>
      <p:sp>
        <p:nvSpPr>
          <p:cNvPr id="653" name="Google Shape;653;p47"/>
          <p:cNvSpPr txBox="1"/>
          <p:nvPr/>
        </p:nvSpPr>
        <p:spPr>
          <a:xfrm flipH="1">
            <a:off x="722979" y="2040245"/>
            <a:ext cx="1633200" cy="592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lt1"/>
                </a:solidFill>
                <a:latin typeface="Lato"/>
                <a:ea typeface="Lato"/>
                <a:cs typeface="Lato"/>
                <a:sym typeface="Lato"/>
              </a:rPr>
              <a:t>It’s the closest planet to the Sun</a:t>
            </a:r>
            <a:endParaRPr>
              <a:solidFill>
                <a:schemeClr val="lt1"/>
              </a:solidFill>
              <a:latin typeface="Lato"/>
              <a:ea typeface="Lato"/>
              <a:cs typeface="Lato"/>
              <a:sym typeface="Lato"/>
            </a:endParaRPr>
          </a:p>
        </p:txBody>
      </p:sp>
      <p:sp>
        <p:nvSpPr>
          <p:cNvPr id="654" name="Google Shape;654;p47"/>
          <p:cNvSpPr/>
          <p:nvPr/>
        </p:nvSpPr>
        <p:spPr>
          <a:xfrm flipH="1">
            <a:off x="720938" y="1214123"/>
            <a:ext cx="1348800" cy="506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900">
                <a:solidFill>
                  <a:schemeClr val="lt1"/>
                </a:solidFill>
                <a:latin typeface="Outfit Black"/>
                <a:ea typeface="Outfit Black"/>
                <a:cs typeface="Outfit Black"/>
                <a:sym typeface="Outfit Black"/>
              </a:rPr>
              <a:t>100</a:t>
            </a:r>
            <a:endParaRPr sz="1900">
              <a:solidFill>
                <a:schemeClr val="lt1"/>
              </a:solidFill>
              <a:latin typeface="Outfit Black"/>
              <a:ea typeface="Outfit Black"/>
              <a:cs typeface="Outfit Black"/>
              <a:sym typeface="Outfit Black"/>
            </a:endParaRPr>
          </a:p>
        </p:txBody>
      </p:sp>
      <p:sp>
        <p:nvSpPr>
          <p:cNvPr id="655" name="Google Shape;655;p47"/>
          <p:cNvSpPr/>
          <p:nvPr/>
        </p:nvSpPr>
        <p:spPr>
          <a:xfrm flipH="1">
            <a:off x="2069728" y="1396418"/>
            <a:ext cx="183300" cy="183300"/>
          </a:xfrm>
          <a:prstGeom prst="ellipse">
            <a:avLst/>
          </a:prstGeom>
          <a:solidFill>
            <a:schemeClr val="lt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656" name="Google Shape;656;p47"/>
          <p:cNvSpPr/>
          <p:nvPr/>
        </p:nvSpPr>
        <p:spPr>
          <a:xfrm flipH="1">
            <a:off x="720888" y="3037994"/>
            <a:ext cx="1637400" cy="506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900">
                <a:solidFill>
                  <a:schemeClr val="lt1"/>
                </a:solidFill>
                <a:latin typeface="Outfit Black"/>
                <a:ea typeface="Outfit Black"/>
                <a:cs typeface="Outfit Black"/>
                <a:sym typeface="Outfit Black"/>
              </a:rPr>
              <a:t>MARS</a:t>
            </a:r>
            <a:endParaRPr sz="1900">
              <a:solidFill>
                <a:schemeClr val="lt1"/>
              </a:solidFill>
              <a:latin typeface="Outfit Black"/>
              <a:ea typeface="Outfit Black"/>
              <a:cs typeface="Outfit Black"/>
              <a:sym typeface="Outfit Black"/>
            </a:endParaRPr>
          </a:p>
        </p:txBody>
      </p:sp>
      <p:sp>
        <p:nvSpPr>
          <p:cNvPr id="657" name="Google Shape;657;p47"/>
          <p:cNvSpPr txBox="1"/>
          <p:nvPr/>
        </p:nvSpPr>
        <p:spPr>
          <a:xfrm flipH="1">
            <a:off x="723004" y="3461895"/>
            <a:ext cx="1633200" cy="592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lt1"/>
                </a:solidFill>
                <a:latin typeface="Lato"/>
                <a:ea typeface="Lato"/>
                <a:cs typeface="Lato"/>
                <a:sym typeface="Lato"/>
              </a:rPr>
              <a:t>Mars is actually a cold place</a:t>
            </a:r>
            <a:endParaRPr>
              <a:solidFill>
                <a:schemeClr val="lt1"/>
              </a:solidFill>
              <a:latin typeface="Lato"/>
              <a:ea typeface="Lato"/>
              <a:cs typeface="Lato"/>
              <a:sym typeface="Lato"/>
            </a:endParaRPr>
          </a:p>
        </p:txBody>
      </p:sp>
      <p:sp>
        <p:nvSpPr>
          <p:cNvPr id="658" name="Google Shape;658;p47"/>
          <p:cNvSpPr/>
          <p:nvPr/>
        </p:nvSpPr>
        <p:spPr>
          <a:xfrm flipH="1">
            <a:off x="720963" y="2635773"/>
            <a:ext cx="1348800" cy="506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900">
                <a:solidFill>
                  <a:schemeClr val="lt1"/>
                </a:solidFill>
                <a:latin typeface="Outfit Black"/>
                <a:ea typeface="Outfit Black"/>
                <a:cs typeface="Outfit Black"/>
                <a:sym typeface="Outfit Black"/>
              </a:rPr>
              <a:t>400</a:t>
            </a:r>
            <a:endParaRPr sz="1900">
              <a:solidFill>
                <a:schemeClr val="lt1"/>
              </a:solidFill>
              <a:latin typeface="Outfit Black"/>
              <a:ea typeface="Outfit Black"/>
              <a:cs typeface="Outfit Black"/>
              <a:sym typeface="Outfit Black"/>
            </a:endParaRPr>
          </a:p>
        </p:txBody>
      </p:sp>
      <p:sp>
        <p:nvSpPr>
          <p:cNvPr id="659" name="Google Shape;659;p47"/>
          <p:cNvSpPr/>
          <p:nvPr/>
        </p:nvSpPr>
        <p:spPr>
          <a:xfrm flipH="1">
            <a:off x="2069753" y="2818068"/>
            <a:ext cx="183300" cy="183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660" name="Google Shape;660;p47"/>
          <p:cNvSpPr/>
          <p:nvPr/>
        </p:nvSpPr>
        <p:spPr>
          <a:xfrm>
            <a:off x="6785737" y="1616344"/>
            <a:ext cx="1637400" cy="506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JUPITER</a:t>
            </a:r>
            <a:endParaRPr sz="1900">
              <a:solidFill>
                <a:schemeClr val="lt1"/>
              </a:solidFill>
              <a:latin typeface="Outfit Black"/>
              <a:ea typeface="Outfit Black"/>
              <a:cs typeface="Outfit Black"/>
              <a:sym typeface="Outfit Black"/>
            </a:endParaRPr>
          </a:p>
        </p:txBody>
      </p:sp>
      <p:sp>
        <p:nvSpPr>
          <p:cNvPr id="661" name="Google Shape;661;p47"/>
          <p:cNvSpPr txBox="1"/>
          <p:nvPr/>
        </p:nvSpPr>
        <p:spPr>
          <a:xfrm>
            <a:off x="6787821" y="2040245"/>
            <a:ext cx="1633200" cy="592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Jupiter is the biggest planet</a:t>
            </a:r>
            <a:endParaRPr>
              <a:solidFill>
                <a:schemeClr val="lt1"/>
              </a:solidFill>
              <a:latin typeface="Lato"/>
              <a:ea typeface="Lato"/>
              <a:cs typeface="Lato"/>
              <a:sym typeface="Lato"/>
            </a:endParaRPr>
          </a:p>
        </p:txBody>
      </p:sp>
      <p:sp>
        <p:nvSpPr>
          <p:cNvPr id="662" name="Google Shape;662;p47"/>
          <p:cNvSpPr/>
          <p:nvPr/>
        </p:nvSpPr>
        <p:spPr>
          <a:xfrm>
            <a:off x="7074262" y="1214123"/>
            <a:ext cx="1348800" cy="506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700</a:t>
            </a:r>
            <a:endParaRPr sz="1900">
              <a:solidFill>
                <a:schemeClr val="lt1"/>
              </a:solidFill>
              <a:latin typeface="Outfit Black"/>
              <a:ea typeface="Outfit Black"/>
              <a:cs typeface="Outfit Black"/>
              <a:sym typeface="Outfit Black"/>
            </a:endParaRPr>
          </a:p>
        </p:txBody>
      </p:sp>
      <p:sp>
        <p:nvSpPr>
          <p:cNvPr id="663" name="Google Shape;663;p47"/>
          <p:cNvSpPr/>
          <p:nvPr/>
        </p:nvSpPr>
        <p:spPr>
          <a:xfrm>
            <a:off x="6890972" y="1396418"/>
            <a:ext cx="183300" cy="183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7"/>
          <p:cNvSpPr/>
          <p:nvPr/>
        </p:nvSpPr>
        <p:spPr>
          <a:xfrm>
            <a:off x="6785712" y="3037994"/>
            <a:ext cx="1637400" cy="506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NEPTUNE</a:t>
            </a:r>
            <a:endParaRPr sz="1900">
              <a:solidFill>
                <a:schemeClr val="lt1"/>
              </a:solidFill>
              <a:latin typeface="Outfit Black"/>
              <a:ea typeface="Outfit Black"/>
              <a:cs typeface="Outfit Black"/>
              <a:sym typeface="Outfit Black"/>
            </a:endParaRPr>
          </a:p>
        </p:txBody>
      </p:sp>
      <p:sp>
        <p:nvSpPr>
          <p:cNvPr id="665" name="Google Shape;665;p47"/>
          <p:cNvSpPr txBox="1"/>
          <p:nvPr/>
        </p:nvSpPr>
        <p:spPr>
          <a:xfrm>
            <a:off x="6787796" y="3461895"/>
            <a:ext cx="1633200" cy="592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Neptune is the outermost planet</a:t>
            </a:r>
            <a:endParaRPr>
              <a:solidFill>
                <a:schemeClr val="lt1"/>
              </a:solidFill>
              <a:latin typeface="Lato"/>
              <a:ea typeface="Lato"/>
              <a:cs typeface="Lato"/>
              <a:sym typeface="Lato"/>
            </a:endParaRPr>
          </a:p>
        </p:txBody>
      </p:sp>
      <p:sp>
        <p:nvSpPr>
          <p:cNvPr id="666" name="Google Shape;666;p47"/>
          <p:cNvSpPr/>
          <p:nvPr/>
        </p:nvSpPr>
        <p:spPr>
          <a:xfrm>
            <a:off x="7074237" y="2635773"/>
            <a:ext cx="1348800" cy="506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1,000</a:t>
            </a:r>
            <a:endParaRPr sz="1900">
              <a:solidFill>
                <a:schemeClr val="lt1"/>
              </a:solidFill>
              <a:latin typeface="Outfit Black"/>
              <a:ea typeface="Outfit Black"/>
              <a:cs typeface="Outfit Black"/>
              <a:sym typeface="Outfit Black"/>
            </a:endParaRPr>
          </a:p>
        </p:txBody>
      </p:sp>
      <p:sp>
        <p:nvSpPr>
          <p:cNvPr id="667" name="Google Shape;667;p47"/>
          <p:cNvSpPr/>
          <p:nvPr/>
        </p:nvSpPr>
        <p:spPr>
          <a:xfrm>
            <a:off x="6890947" y="2818068"/>
            <a:ext cx="183300" cy="183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8" name="Google Shape;668;p47"/>
          <p:cNvCxnSpPr/>
          <p:nvPr/>
        </p:nvCxnSpPr>
        <p:spPr>
          <a:xfrm>
            <a:off x="2804100" y="3933292"/>
            <a:ext cx="3535800" cy="0"/>
          </a:xfrm>
          <a:prstGeom prst="straightConnector1">
            <a:avLst/>
          </a:prstGeom>
          <a:noFill/>
          <a:ln w="19050" cap="rnd" cmpd="sng">
            <a:solidFill>
              <a:schemeClr val="accent1"/>
            </a:solidFill>
            <a:prstDash val="solid"/>
            <a:round/>
            <a:headEnd type="none" w="med" len="med"/>
            <a:tailEnd type="none" w="med" len="med"/>
          </a:ln>
        </p:spPr>
      </p:cxnSp>
      <p:pic>
        <p:nvPicPr>
          <p:cNvPr id="669" name="Google Shape;669;p47" title="Gráfico">
            <a:hlinkClick r:id="rId4"/>
          </p:cNvPr>
          <p:cNvPicPr preferRelativeResize="0"/>
          <p:nvPr/>
        </p:nvPicPr>
        <p:blipFill>
          <a:blip r:embed="rId5">
            <a:alphaModFix/>
          </a:blip>
          <a:stretch>
            <a:fillRect/>
          </a:stretch>
        </p:blipFill>
        <p:spPr>
          <a:xfrm>
            <a:off x="2778562" y="1358440"/>
            <a:ext cx="3584774" cy="2566894"/>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73"/>
        <p:cNvGrpSpPr/>
        <p:nvPr/>
      </p:nvGrpSpPr>
      <p:grpSpPr>
        <a:xfrm>
          <a:off x="0" y="0"/>
          <a:ext cx="0" cy="0"/>
          <a:chOff x="0" y="0"/>
          <a:chExt cx="0" cy="0"/>
        </a:xfrm>
      </p:grpSpPr>
      <p:sp>
        <p:nvSpPr>
          <p:cNvPr id="674" name="Google Shape;674;p48"/>
          <p:cNvSpPr txBox="1">
            <a:spLocks noGrp="1"/>
          </p:cNvSpPr>
          <p:nvPr>
            <p:ph type="title"/>
          </p:nvPr>
        </p:nvSpPr>
        <p:spPr>
          <a:xfrm>
            <a:off x="827282" y="3322134"/>
            <a:ext cx="2569500" cy="745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33,300</a:t>
            </a:r>
            <a:endParaRPr/>
          </a:p>
        </p:txBody>
      </p:sp>
      <p:sp>
        <p:nvSpPr>
          <p:cNvPr id="675" name="Google Shape;675;p48"/>
          <p:cNvSpPr txBox="1">
            <a:spLocks noGrp="1"/>
          </p:cNvSpPr>
          <p:nvPr>
            <p:ph type="subTitle" idx="1"/>
          </p:nvPr>
        </p:nvSpPr>
        <p:spPr>
          <a:xfrm>
            <a:off x="827282" y="3979850"/>
            <a:ext cx="2569500" cy="56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a:t>
            </a:r>
            <a:endParaRPr/>
          </a:p>
        </p:txBody>
      </p:sp>
      <p:sp>
        <p:nvSpPr>
          <p:cNvPr id="676" name="Google Shape;676;p48"/>
          <p:cNvSpPr txBox="1">
            <a:spLocks noGrp="1"/>
          </p:cNvSpPr>
          <p:nvPr>
            <p:ph type="title" idx="2"/>
          </p:nvPr>
        </p:nvSpPr>
        <p:spPr>
          <a:xfrm>
            <a:off x="3287169" y="1617875"/>
            <a:ext cx="2569500" cy="745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24,000</a:t>
            </a:r>
            <a:endParaRPr/>
          </a:p>
        </p:txBody>
      </p:sp>
      <p:sp>
        <p:nvSpPr>
          <p:cNvPr id="677" name="Google Shape;677;p48"/>
          <p:cNvSpPr txBox="1">
            <a:spLocks noGrp="1"/>
          </p:cNvSpPr>
          <p:nvPr>
            <p:ph type="subTitle" idx="3"/>
          </p:nvPr>
        </p:nvSpPr>
        <p:spPr>
          <a:xfrm>
            <a:off x="3287169" y="2275592"/>
            <a:ext cx="2569500" cy="56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a gas giant and the biggest planet</a:t>
            </a:r>
            <a:endParaRPr/>
          </a:p>
        </p:txBody>
      </p:sp>
      <p:sp>
        <p:nvSpPr>
          <p:cNvPr id="678" name="Google Shape;678;p48"/>
          <p:cNvSpPr txBox="1">
            <a:spLocks noGrp="1"/>
          </p:cNvSpPr>
          <p:nvPr>
            <p:ph type="title" idx="4"/>
          </p:nvPr>
        </p:nvSpPr>
        <p:spPr>
          <a:xfrm>
            <a:off x="5747070" y="3322134"/>
            <a:ext cx="2569500" cy="745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38,600</a:t>
            </a:r>
            <a:endParaRPr/>
          </a:p>
        </p:txBody>
      </p:sp>
      <p:sp>
        <p:nvSpPr>
          <p:cNvPr id="679" name="Google Shape;679;p48"/>
          <p:cNvSpPr txBox="1">
            <a:spLocks noGrp="1"/>
          </p:cNvSpPr>
          <p:nvPr>
            <p:ph type="subTitle" idx="5"/>
          </p:nvPr>
        </p:nvSpPr>
        <p:spPr>
          <a:xfrm>
            <a:off x="5747070" y="3979850"/>
            <a:ext cx="2569500" cy="56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680" name="Google Shape;680;p48"/>
          <p:cNvSpPr/>
          <p:nvPr/>
        </p:nvSpPr>
        <p:spPr>
          <a:xfrm>
            <a:off x="4168269" y="687239"/>
            <a:ext cx="807300" cy="8073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8"/>
          <p:cNvSpPr/>
          <p:nvPr/>
        </p:nvSpPr>
        <p:spPr>
          <a:xfrm>
            <a:off x="1708382" y="2391496"/>
            <a:ext cx="807300" cy="8073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8"/>
          <p:cNvSpPr/>
          <p:nvPr/>
        </p:nvSpPr>
        <p:spPr>
          <a:xfrm>
            <a:off x="6628170" y="2391496"/>
            <a:ext cx="807300" cy="8073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8"/>
          <p:cNvSpPr/>
          <p:nvPr/>
        </p:nvSpPr>
        <p:spPr>
          <a:xfrm>
            <a:off x="1941913" y="2625061"/>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84" name="Google Shape;684;p48"/>
          <p:cNvGrpSpPr/>
          <p:nvPr/>
        </p:nvGrpSpPr>
        <p:grpSpPr>
          <a:xfrm>
            <a:off x="4410126" y="930768"/>
            <a:ext cx="323587" cy="320242"/>
            <a:chOff x="3282325" y="2035675"/>
            <a:chExt cx="459575" cy="454825"/>
          </a:xfrm>
        </p:grpSpPr>
        <p:sp>
          <p:nvSpPr>
            <p:cNvPr id="685" name="Google Shape;685;p48"/>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6" name="Google Shape;686;p48"/>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7" name="Google Shape;687;p48"/>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8" name="Google Shape;688;p48"/>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89" name="Google Shape;689;p48"/>
          <p:cNvSpPr/>
          <p:nvPr/>
        </p:nvSpPr>
        <p:spPr>
          <a:xfrm>
            <a:off x="6881688" y="262505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93"/>
        <p:cNvGrpSpPr/>
        <p:nvPr/>
      </p:nvGrpSpPr>
      <p:grpSpPr>
        <a:xfrm>
          <a:off x="0" y="0"/>
          <a:ext cx="0" cy="0"/>
          <a:chOff x="0" y="0"/>
          <a:chExt cx="0" cy="0"/>
        </a:xfrm>
      </p:grpSpPr>
      <p:sp>
        <p:nvSpPr>
          <p:cNvPr id="694" name="Google Shape;694;p49"/>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PRICING</a:t>
            </a:r>
            <a:endParaRPr/>
          </a:p>
        </p:txBody>
      </p:sp>
      <p:cxnSp>
        <p:nvCxnSpPr>
          <p:cNvPr id="695" name="Google Shape;695;p49"/>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graphicFrame>
        <p:nvGraphicFramePr>
          <p:cNvPr id="696" name="Google Shape;696;p49"/>
          <p:cNvGraphicFramePr/>
          <p:nvPr/>
        </p:nvGraphicFramePr>
        <p:xfrm>
          <a:off x="825075" y="1401575"/>
          <a:ext cx="7491675" cy="3054750"/>
        </p:xfrm>
        <a:graphic>
          <a:graphicData uri="http://schemas.openxmlformats.org/drawingml/2006/table">
            <a:tbl>
              <a:tblPr>
                <a:noFill/>
                <a:tableStyleId>{D583A786-D13D-487E-849F-7DD0F376DDD1}</a:tableStyleId>
              </a:tblPr>
              <a:tblGrid>
                <a:gridCol w="2497225">
                  <a:extLst>
                    <a:ext uri="{9D8B030D-6E8A-4147-A177-3AD203B41FA5}">
                      <a16:colId xmlns:a16="http://schemas.microsoft.com/office/drawing/2014/main" val="20000"/>
                    </a:ext>
                  </a:extLst>
                </a:gridCol>
                <a:gridCol w="2497225">
                  <a:extLst>
                    <a:ext uri="{9D8B030D-6E8A-4147-A177-3AD203B41FA5}">
                      <a16:colId xmlns:a16="http://schemas.microsoft.com/office/drawing/2014/main" val="20001"/>
                    </a:ext>
                  </a:extLst>
                </a:gridCol>
                <a:gridCol w="2497225">
                  <a:extLst>
                    <a:ext uri="{9D8B030D-6E8A-4147-A177-3AD203B41FA5}">
                      <a16:colId xmlns:a16="http://schemas.microsoft.com/office/drawing/2014/main" val="20002"/>
                    </a:ext>
                  </a:extLst>
                </a:gridCol>
              </a:tblGrid>
              <a:tr h="754025">
                <a:tc>
                  <a:txBody>
                    <a:bodyPr/>
                    <a:lstStyle/>
                    <a:p>
                      <a:pPr marL="0" lvl="0" indent="0" algn="ctr" rtl="0">
                        <a:spcBef>
                          <a:spcPts val="0"/>
                        </a:spcBef>
                        <a:spcAft>
                          <a:spcPts val="0"/>
                        </a:spcAft>
                        <a:buNone/>
                      </a:pPr>
                      <a:r>
                        <a:rPr lang="en" sz="1900">
                          <a:solidFill>
                            <a:schemeClr val="dk1"/>
                          </a:solidFill>
                          <a:latin typeface="Outfit Black"/>
                          <a:ea typeface="Outfit Black"/>
                          <a:cs typeface="Outfit Black"/>
                          <a:sym typeface="Outfit Black"/>
                        </a:rPr>
                        <a:t>LEVEL 1</a:t>
                      </a:r>
                      <a:endParaRPr sz="1900">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900">
                          <a:solidFill>
                            <a:schemeClr val="dk1"/>
                          </a:solidFill>
                          <a:latin typeface="Outfit Black"/>
                          <a:ea typeface="Outfit Black"/>
                          <a:cs typeface="Outfit Black"/>
                          <a:sym typeface="Outfit Black"/>
                        </a:rPr>
                        <a:t>LEVEL 2</a:t>
                      </a:r>
                      <a:endParaRPr sz="1900">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900">
                          <a:solidFill>
                            <a:schemeClr val="dk1"/>
                          </a:solidFill>
                          <a:latin typeface="Outfit Black"/>
                          <a:ea typeface="Outfit Black"/>
                          <a:cs typeface="Outfit Black"/>
                          <a:sym typeface="Outfit Black"/>
                        </a:rPr>
                        <a:t>LEVEL 3</a:t>
                      </a:r>
                      <a:endParaRPr sz="1900">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extLst>
                  <a:ext uri="{0D108BD9-81ED-4DB2-BD59-A6C34878D82A}">
                    <a16:rowId xmlns:a16="http://schemas.microsoft.com/office/drawing/2014/main" val="10000"/>
                  </a:ext>
                </a:extLst>
              </a:tr>
              <a:tr h="1546700">
                <a:tc>
                  <a:txBody>
                    <a:bodyPr/>
                    <a:lstStyle/>
                    <a:p>
                      <a:pPr marL="457200" lvl="0" indent="-317500" algn="l" rtl="0">
                        <a:spcBef>
                          <a:spcPts val="0"/>
                        </a:spcBef>
                        <a:spcAft>
                          <a:spcPts val="0"/>
                        </a:spcAft>
                        <a:buClr>
                          <a:schemeClr val="lt1"/>
                        </a:buClr>
                        <a:buSzPts val="1400"/>
                        <a:buFont typeface="Lato"/>
                        <a:buChar char="●"/>
                      </a:pPr>
                      <a:r>
                        <a:rPr lang="en">
                          <a:solidFill>
                            <a:schemeClr val="lt1"/>
                          </a:solidFill>
                          <a:latin typeface="Lato"/>
                          <a:ea typeface="Lato"/>
                          <a:cs typeface="Lato"/>
                          <a:sym typeface="Lato"/>
                        </a:rPr>
                        <a:t>Mercury is the closest planet to the Sun </a:t>
                      </a:r>
                      <a:endParaRPr>
                        <a:solidFill>
                          <a:schemeClr val="lt1"/>
                        </a:solidFill>
                        <a:latin typeface="Lato"/>
                        <a:ea typeface="Lato"/>
                        <a:cs typeface="Lato"/>
                        <a:sym typeface="Lato"/>
                      </a:endParaRPr>
                    </a:p>
                    <a:p>
                      <a:pPr marL="457200" lvl="0" indent="-317500" algn="l" rtl="0">
                        <a:spcBef>
                          <a:spcPts val="1000"/>
                        </a:spcBef>
                        <a:spcAft>
                          <a:spcPts val="1000"/>
                        </a:spcAft>
                        <a:buClr>
                          <a:schemeClr val="lt1"/>
                        </a:buClr>
                        <a:buSzPts val="1400"/>
                        <a:buFont typeface="Lato"/>
                        <a:buChar char="●"/>
                      </a:pPr>
                      <a:r>
                        <a:rPr lang="en">
                          <a:solidFill>
                            <a:schemeClr val="lt1"/>
                          </a:solidFill>
                          <a:latin typeface="Lato"/>
                          <a:ea typeface="Lato"/>
                          <a:cs typeface="Lato"/>
                          <a:sym typeface="Lato"/>
                        </a:rPr>
                        <a:t>Mercury is the smallest planet of them all</a:t>
                      </a:r>
                      <a:endParaRPr>
                        <a:solidFill>
                          <a:schemeClr val="lt1"/>
                        </a:solidFill>
                        <a:latin typeface="Lato"/>
                        <a:ea typeface="Lato"/>
                        <a:cs typeface="Lato"/>
                        <a:sym typeface="Lato"/>
                      </a:endParaRPr>
                    </a:p>
                  </a:txBody>
                  <a:tcPr marL="91425" marR="91425" marT="54850"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457200" lvl="0" indent="-317500" algn="l" rtl="0">
                        <a:spcBef>
                          <a:spcPts val="0"/>
                        </a:spcBef>
                        <a:spcAft>
                          <a:spcPts val="0"/>
                        </a:spcAft>
                        <a:buClr>
                          <a:schemeClr val="lt1"/>
                        </a:buClr>
                        <a:buSzPts val="1400"/>
                        <a:buFont typeface="Lato"/>
                        <a:buChar char="●"/>
                      </a:pPr>
                      <a:r>
                        <a:rPr lang="en">
                          <a:solidFill>
                            <a:schemeClr val="lt1"/>
                          </a:solidFill>
                          <a:latin typeface="Lato"/>
                          <a:ea typeface="Lato"/>
                          <a:cs typeface="Lato"/>
                          <a:sym typeface="Lato"/>
                        </a:rPr>
                        <a:t>Venus is the second planet from the Sun</a:t>
                      </a:r>
                      <a:endParaRPr>
                        <a:solidFill>
                          <a:schemeClr val="lt1"/>
                        </a:solidFill>
                        <a:latin typeface="Lato"/>
                        <a:ea typeface="Lato"/>
                        <a:cs typeface="Lato"/>
                        <a:sym typeface="Lato"/>
                      </a:endParaRPr>
                    </a:p>
                    <a:p>
                      <a:pPr marL="457200" lvl="0" indent="-317500" algn="l" rtl="0">
                        <a:spcBef>
                          <a:spcPts val="1000"/>
                        </a:spcBef>
                        <a:spcAft>
                          <a:spcPts val="1000"/>
                        </a:spcAft>
                        <a:buClr>
                          <a:schemeClr val="lt1"/>
                        </a:buClr>
                        <a:buSzPts val="1400"/>
                        <a:buFont typeface="Lato"/>
                        <a:buChar char="●"/>
                      </a:pPr>
                      <a:r>
                        <a:rPr lang="en">
                          <a:solidFill>
                            <a:schemeClr val="lt1"/>
                          </a:solidFill>
                          <a:latin typeface="Lato"/>
                          <a:ea typeface="Lato"/>
                          <a:cs typeface="Lato"/>
                          <a:sym typeface="Lato"/>
                        </a:rPr>
                        <a:t>Venus is hot, even hotter than Mercury</a:t>
                      </a:r>
                      <a:endParaRPr>
                        <a:solidFill>
                          <a:schemeClr val="lt1"/>
                        </a:solidFill>
                        <a:latin typeface="Lato"/>
                        <a:ea typeface="Lato"/>
                        <a:cs typeface="Lato"/>
                        <a:sym typeface="Lato"/>
                      </a:endParaRPr>
                    </a:p>
                  </a:txBody>
                  <a:tcPr marL="91425" marR="91425" marT="54850"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457200" lvl="0" indent="-317500" algn="l" rtl="0">
                        <a:spcBef>
                          <a:spcPts val="0"/>
                        </a:spcBef>
                        <a:spcAft>
                          <a:spcPts val="0"/>
                        </a:spcAft>
                        <a:buClr>
                          <a:schemeClr val="lt1"/>
                        </a:buClr>
                        <a:buSzPts val="1400"/>
                        <a:buFont typeface="Lato"/>
                        <a:buChar char="●"/>
                      </a:pPr>
                      <a:r>
                        <a:rPr lang="en">
                          <a:solidFill>
                            <a:schemeClr val="lt1"/>
                          </a:solidFill>
                          <a:latin typeface="Lato"/>
                          <a:ea typeface="Lato"/>
                          <a:cs typeface="Lato"/>
                          <a:sym typeface="Lato"/>
                        </a:rPr>
                        <a:t>Despite being red, Mars is a cold place</a:t>
                      </a:r>
                      <a:endParaRPr>
                        <a:solidFill>
                          <a:schemeClr val="lt1"/>
                        </a:solidFill>
                        <a:latin typeface="Lato"/>
                        <a:ea typeface="Lato"/>
                        <a:cs typeface="Lato"/>
                        <a:sym typeface="Lato"/>
                      </a:endParaRPr>
                    </a:p>
                    <a:p>
                      <a:pPr marL="457200" lvl="0" indent="-317500" algn="l" rtl="0">
                        <a:spcBef>
                          <a:spcPts val="1000"/>
                        </a:spcBef>
                        <a:spcAft>
                          <a:spcPts val="1000"/>
                        </a:spcAft>
                        <a:buClr>
                          <a:schemeClr val="lt1"/>
                        </a:buClr>
                        <a:buSzPts val="1400"/>
                        <a:buFont typeface="Lato"/>
                        <a:buChar char="●"/>
                      </a:pPr>
                      <a:r>
                        <a:rPr lang="en">
                          <a:solidFill>
                            <a:schemeClr val="lt1"/>
                          </a:solidFill>
                          <a:latin typeface="Lato"/>
                          <a:ea typeface="Lato"/>
                          <a:cs typeface="Lato"/>
                          <a:sym typeface="Lato"/>
                        </a:rPr>
                        <a:t>Mars is full of iron oxide dust, making it reddish</a:t>
                      </a:r>
                      <a:endParaRPr>
                        <a:solidFill>
                          <a:schemeClr val="lt1"/>
                        </a:solidFill>
                        <a:latin typeface="Lato"/>
                        <a:ea typeface="Lato"/>
                        <a:cs typeface="Lato"/>
                        <a:sym typeface="Lato"/>
                      </a:endParaRPr>
                    </a:p>
                  </a:txBody>
                  <a:tcPr marL="91425" marR="91425" marT="54850"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754025">
                <a:tc>
                  <a:txBody>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$50</a:t>
                      </a:r>
                      <a:endParaRPr sz="1900">
                        <a:solidFill>
                          <a:schemeClr val="lt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$100</a:t>
                      </a:r>
                      <a:endParaRPr sz="1900">
                        <a:solidFill>
                          <a:schemeClr val="lt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900">
                          <a:solidFill>
                            <a:schemeClr val="lt1"/>
                          </a:solidFill>
                          <a:latin typeface="Outfit Black"/>
                          <a:ea typeface="Outfit Black"/>
                          <a:cs typeface="Outfit Black"/>
                          <a:sym typeface="Outfit Black"/>
                        </a:rPr>
                        <a:t>$125</a:t>
                      </a:r>
                      <a:endParaRPr sz="1900">
                        <a:solidFill>
                          <a:schemeClr val="lt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700"/>
        <p:cNvGrpSpPr/>
        <p:nvPr/>
      </p:nvGrpSpPr>
      <p:grpSpPr>
        <a:xfrm>
          <a:off x="0" y="0"/>
          <a:ext cx="0" cy="0"/>
          <a:chOff x="0" y="0"/>
          <a:chExt cx="0" cy="0"/>
        </a:xfrm>
      </p:grpSpPr>
      <p:sp>
        <p:nvSpPr>
          <p:cNvPr id="701" name="Google Shape;701;p50"/>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WHAT’S NEXT?</a:t>
            </a:r>
            <a:endParaRPr/>
          </a:p>
        </p:txBody>
      </p:sp>
      <p:sp>
        <p:nvSpPr>
          <p:cNvPr id="702" name="Google Shape;702;p50"/>
          <p:cNvSpPr txBox="1"/>
          <p:nvPr/>
        </p:nvSpPr>
        <p:spPr>
          <a:xfrm>
            <a:off x="1582795" y="3780491"/>
            <a:ext cx="2007300" cy="675900"/>
          </a:xfrm>
          <a:prstGeom prst="rect">
            <a:avLst/>
          </a:prstGeom>
          <a:noFill/>
          <a:ln>
            <a:noFill/>
          </a:ln>
        </p:spPr>
        <p:txBody>
          <a:bodyPr spcFirstLastPara="1" wrap="square" lIns="91425" tIns="45700" rIns="91425" bIns="91425" anchor="ctr"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Venus is the second planet from the Sun</a:t>
            </a:r>
            <a:endParaRPr>
              <a:solidFill>
                <a:schemeClr val="lt1"/>
              </a:solidFill>
              <a:latin typeface="Lato"/>
              <a:ea typeface="Lato"/>
              <a:cs typeface="Lato"/>
              <a:sym typeface="Lato"/>
            </a:endParaRPr>
          </a:p>
        </p:txBody>
      </p:sp>
      <p:sp>
        <p:nvSpPr>
          <p:cNvPr id="703" name="Google Shape;703;p50"/>
          <p:cNvSpPr txBox="1"/>
          <p:nvPr/>
        </p:nvSpPr>
        <p:spPr>
          <a:xfrm>
            <a:off x="3086686" y="2194547"/>
            <a:ext cx="2007300" cy="675900"/>
          </a:xfrm>
          <a:prstGeom prst="rect">
            <a:avLst/>
          </a:prstGeom>
          <a:noFill/>
          <a:ln>
            <a:noFill/>
          </a:ln>
        </p:spPr>
        <p:txBody>
          <a:bodyPr spcFirstLastPara="1" wrap="square" lIns="91425" tIns="45700" rIns="91425" bIns="91425" anchor="ctr"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Saturn is a gas giant and has several rings</a:t>
            </a:r>
            <a:endParaRPr>
              <a:solidFill>
                <a:schemeClr val="lt1"/>
              </a:solidFill>
              <a:latin typeface="Lato"/>
              <a:ea typeface="Lato"/>
              <a:cs typeface="Lato"/>
              <a:sym typeface="Lato"/>
            </a:endParaRPr>
          </a:p>
        </p:txBody>
      </p:sp>
      <p:sp>
        <p:nvSpPr>
          <p:cNvPr id="704" name="Google Shape;704;p50"/>
          <p:cNvSpPr txBox="1"/>
          <p:nvPr/>
        </p:nvSpPr>
        <p:spPr>
          <a:xfrm>
            <a:off x="2334741" y="2987519"/>
            <a:ext cx="2007300" cy="675900"/>
          </a:xfrm>
          <a:prstGeom prst="rect">
            <a:avLst/>
          </a:prstGeom>
          <a:noFill/>
          <a:ln>
            <a:noFill/>
          </a:ln>
        </p:spPr>
        <p:txBody>
          <a:bodyPr spcFirstLastPara="1" wrap="square" lIns="91425" tIns="45700" rIns="91425" bIns="91425" anchor="ctr"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Despite being red, Mars is a cold place</a:t>
            </a:r>
            <a:endParaRPr>
              <a:solidFill>
                <a:schemeClr val="lt1"/>
              </a:solidFill>
              <a:latin typeface="Lato"/>
              <a:ea typeface="Lato"/>
              <a:cs typeface="Lato"/>
              <a:sym typeface="Lato"/>
            </a:endParaRPr>
          </a:p>
        </p:txBody>
      </p:sp>
      <p:sp>
        <p:nvSpPr>
          <p:cNvPr id="705" name="Google Shape;705;p50"/>
          <p:cNvSpPr txBox="1"/>
          <p:nvPr/>
        </p:nvSpPr>
        <p:spPr>
          <a:xfrm>
            <a:off x="3838631" y="1401575"/>
            <a:ext cx="2007300" cy="675900"/>
          </a:xfrm>
          <a:prstGeom prst="rect">
            <a:avLst/>
          </a:prstGeom>
          <a:noFill/>
          <a:ln>
            <a:noFill/>
          </a:ln>
        </p:spPr>
        <p:txBody>
          <a:bodyPr spcFirstLastPara="1" wrap="square" lIns="91425" tIns="45700" rIns="91425" bIns="91425" anchor="ctr"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Jupiter is the biggest planet of them all</a:t>
            </a:r>
            <a:endParaRPr>
              <a:solidFill>
                <a:schemeClr val="lt1"/>
              </a:solidFill>
              <a:latin typeface="Lato"/>
              <a:ea typeface="Lato"/>
              <a:cs typeface="Lato"/>
              <a:sym typeface="Lato"/>
            </a:endParaRPr>
          </a:p>
        </p:txBody>
      </p:sp>
      <p:sp>
        <p:nvSpPr>
          <p:cNvPr id="706" name="Google Shape;706;p50"/>
          <p:cNvSpPr txBox="1"/>
          <p:nvPr/>
        </p:nvSpPr>
        <p:spPr>
          <a:xfrm>
            <a:off x="827275" y="3780491"/>
            <a:ext cx="675900" cy="6759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dk1"/>
                </a:solidFill>
                <a:latin typeface="Outfit Black"/>
                <a:ea typeface="Outfit Black"/>
                <a:cs typeface="Outfit Black"/>
                <a:sym typeface="Outfit Black"/>
              </a:rPr>
              <a:t>01</a:t>
            </a:r>
            <a:endParaRPr sz="1900">
              <a:solidFill>
                <a:schemeClr val="dk1"/>
              </a:solidFill>
              <a:latin typeface="Outfit Black"/>
              <a:ea typeface="Outfit Black"/>
              <a:cs typeface="Outfit Black"/>
              <a:sym typeface="Outfit Black"/>
            </a:endParaRPr>
          </a:p>
        </p:txBody>
      </p:sp>
      <p:sp>
        <p:nvSpPr>
          <p:cNvPr id="707" name="Google Shape;707;p50"/>
          <p:cNvSpPr txBox="1"/>
          <p:nvPr/>
        </p:nvSpPr>
        <p:spPr>
          <a:xfrm>
            <a:off x="1579803" y="2987510"/>
            <a:ext cx="675900" cy="6759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dk1"/>
                </a:solidFill>
                <a:latin typeface="Outfit Black"/>
                <a:ea typeface="Outfit Black"/>
                <a:cs typeface="Outfit Black"/>
                <a:sym typeface="Outfit Black"/>
              </a:rPr>
              <a:t>02</a:t>
            </a:r>
            <a:endParaRPr sz="1900">
              <a:solidFill>
                <a:schemeClr val="dk1"/>
              </a:solidFill>
              <a:latin typeface="Outfit Black"/>
              <a:ea typeface="Outfit Black"/>
              <a:cs typeface="Outfit Black"/>
              <a:sym typeface="Outfit Black"/>
            </a:endParaRPr>
          </a:p>
        </p:txBody>
      </p:sp>
      <p:sp>
        <p:nvSpPr>
          <p:cNvPr id="708" name="Google Shape;708;p50"/>
          <p:cNvSpPr txBox="1"/>
          <p:nvPr/>
        </p:nvSpPr>
        <p:spPr>
          <a:xfrm>
            <a:off x="2332330" y="2194556"/>
            <a:ext cx="675900" cy="6759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dk1"/>
                </a:solidFill>
                <a:latin typeface="Outfit Black"/>
                <a:ea typeface="Outfit Black"/>
                <a:cs typeface="Outfit Black"/>
                <a:sym typeface="Outfit Black"/>
              </a:rPr>
              <a:t>03</a:t>
            </a:r>
            <a:endParaRPr sz="1900">
              <a:solidFill>
                <a:schemeClr val="dk1"/>
              </a:solidFill>
              <a:latin typeface="Outfit Black"/>
              <a:ea typeface="Outfit Black"/>
              <a:cs typeface="Outfit Black"/>
              <a:sym typeface="Outfit Black"/>
            </a:endParaRPr>
          </a:p>
        </p:txBody>
      </p:sp>
      <p:sp>
        <p:nvSpPr>
          <p:cNvPr id="709" name="Google Shape;709;p50"/>
          <p:cNvSpPr txBox="1"/>
          <p:nvPr/>
        </p:nvSpPr>
        <p:spPr>
          <a:xfrm>
            <a:off x="3084858" y="1401575"/>
            <a:ext cx="675900" cy="6759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dk1"/>
                </a:solidFill>
                <a:latin typeface="Outfit Black"/>
                <a:ea typeface="Outfit Black"/>
                <a:cs typeface="Outfit Black"/>
                <a:sym typeface="Outfit Black"/>
              </a:rPr>
              <a:t>04</a:t>
            </a:r>
            <a:endParaRPr sz="1900">
              <a:solidFill>
                <a:schemeClr val="dk1"/>
              </a:solidFill>
              <a:latin typeface="Outfit Black"/>
              <a:ea typeface="Outfit Black"/>
              <a:cs typeface="Outfit Black"/>
              <a:sym typeface="Outfit Black"/>
            </a:endParaRPr>
          </a:p>
        </p:txBody>
      </p:sp>
      <p:cxnSp>
        <p:nvCxnSpPr>
          <p:cNvPr id="710" name="Google Shape;710;p50"/>
          <p:cNvCxnSpPr>
            <a:stCxn id="706" idx="0"/>
            <a:endCxn id="707" idx="1"/>
          </p:cNvCxnSpPr>
          <p:nvPr/>
        </p:nvCxnSpPr>
        <p:spPr>
          <a:xfrm rot="-5400000">
            <a:off x="1144975" y="3345641"/>
            <a:ext cx="455100" cy="414600"/>
          </a:xfrm>
          <a:prstGeom prst="bentConnector2">
            <a:avLst/>
          </a:prstGeom>
          <a:noFill/>
          <a:ln w="19050" cap="flat" cmpd="sng">
            <a:solidFill>
              <a:schemeClr val="accent1"/>
            </a:solidFill>
            <a:prstDash val="solid"/>
            <a:round/>
            <a:headEnd type="none" w="med" len="med"/>
            <a:tailEnd type="none" w="med" len="med"/>
          </a:ln>
        </p:spPr>
      </p:cxnSp>
      <p:cxnSp>
        <p:nvCxnSpPr>
          <p:cNvPr id="711" name="Google Shape;711;p50"/>
          <p:cNvCxnSpPr>
            <a:stCxn id="707" idx="0"/>
            <a:endCxn id="708" idx="1"/>
          </p:cNvCxnSpPr>
          <p:nvPr/>
        </p:nvCxnSpPr>
        <p:spPr>
          <a:xfrm rot="-5400000">
            <a:off x="1897503" y="2552660"/>
            <a:ext cx="455100" cy="414600"/>
          </a:xfrm>
          <a:prstGeom prst="bentConnector2">
            <a:avLst/>
          </a:prstGeom>
          <a:noFill/>
          <a:ln w="19050" cap="flat" cmpd="sng">
            <a:solidFill>
              <a:schemeClr val="accent1"/>
            </a:solidFill>
            <a:prstDash val="solid"/>
            <a:round/>
            <a:headEnd type="none" w="med" len="med"/>
            <a:tailEnd type="none" w="med" len="med"/>
          </a:ln>
        </p:spPr>
      </p:cxnSp>
      <p:cxnSp>
        <p:nvCxnSpPr>
          <p:cNvPr id="712" name="Google Shape;712;p50"/>
          <p:cNvCxnSpPr>
            <a:stCxn id="708" idx="0"/>
            <a:endCxn id="709" idx="1"/>
          </p:cNvCxnSpPr>
          <p:nvPr/>
        </p:nvCxnSpPr>
        <p:spPr>
          <a:xfrm rot="-5400000">
            <a:off x="2650030" y="1759706"/>
            <a:ext cx="455100" cy="414600"/>
          </a:xfrm>
          <a:prstGeom prst="bentConnector2">
            <a:avLst/>
          </a:prstGeom>
          <a:noFill/>
          <a:ln w="19050" cap="flat" cmpd="sng">
            <a:solidFill>
              <a:schemeClr val="accent1"/>
            </a:solidFill>
            <a:prstDash val="solid"/>
            <a:round/>
            <a:headEnd type="none" w="med" len="med"/>
            <a:tailEnd type="none" w="med" len="med"/>
          </a:ln>
        </p:spPr>
      </p:cxnSp>
      <p:sp>
        <p:nvSpPr>
          <p:cNvPr id="713" name="Google Shape;713;p50"/>
          <p:cNvSpPr txBox="1"/>
          <p:nvPr/>
        </p:nvSpPr>
        <p:spPr>
          <a:xfrm>
            <a:off x="6442925" y="3780501"/>
            <a:ext cx="1873800" cy="675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rgbClr val="FFFFFF"/>
                </a:solidFill>
                <a:latin typeface="Outfit Black"/>
                <a:ea typeface="Outfit Black"/>
                <a:cs typeface="Outfit Black"/>
                <a:sym typeface="Outfit Black"/>
              </a:rPr>
              <a:t>THEN</a:t>
            </a:r>
            <a:endParaRPr sz="1900">
              <a:solidFill>
                <a:srgbClr val="FFFFFF"/>
              </a:solidFill>
              <a:latin typeface="Outfit Black"/>
              <a:ea typeface="Outfit Black"/>
              <a:cs typeface="Outfit Black"/>
              <a:sym typeface="Outfit Black"/>
            </a:endParaRPr>
          </a:p>
        </p:txBody>
      </p:sp>
      <p:sp>
        <p:nvSpPr>
          <p:cNvPr id="714" name="Google Shape;714;p50"/>
          <p:cNvSpPr txBox="1"/>
          <p:nvPr/>
        </p:nvSpPr>
        <p:spPr>
          <a:xfrm>
            <a:off x="6442925" y="1401575"/>
            <a:ext cx="1873800" cy="675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rgbClr val="FFFFFF"/>
                </a:solidFill>
                <a:latin typeface="Outfit Black"/>
                <a:ea typeface="Outfit Black"/>
                <a:cs typeface="Outfit Black"/>
                <a:sym typeface="Outfit Black"/>
              </a:rPr>
              <a:t>NOW</a:t>
            </a:r>
            <a:endParaRPr sz="1900">
              <a:solidFill>
                <a:srgbClr val="FFFFFF"/>
              </a:solidFill>
              <a:latin typeface="Outfit Black"/>
              <a:ea typeface="Outfit Black"/>
              <a:cs typeface="Outfit Black"/>
              <a:sym typeface="Outfit Black"/>
            </a:endParaRPr>
          </a:p>
        </p:txBody>
      </p:sp>
      <p:cxnSp>
        <p:nvCxnSpPr>
          <p:cNvPr id="715" name="Google Shape;715;p50"/>
          <p:cNvCxnSpPr>
            <a:stCxn id="713" idx="0"/>
            <a:endCxn id="716" idx="2"/>
          </p:cNvCxnSpPr>
          <p:nvPr/>
        </p:nvCxnSpPr>
        <p:spPr>
          <a:xfrm rot="10800000">
            <a:off x="7379825" y="3353901"/>
            <a:ext cx="0" cy="426600"/>
          </a:xfrm>
          <a:prstGeom prst="straightConnector1">
            <a:avLst/>
          </a:prstGeom>
          <a:noFill/>
          <a:ln w="19050" cap="flat" cmpd="sng">
            <a:solidFill>
              <a:schemeClr val="accent1"/>
            </a:solidFill>
            <a:prstDash val="solid"/>
            <a:round/>
            <a:headEnd type="none" w="med" len="med"/>
            <a:tailEnd type="none" w="med" len="med"/>
          </a:ln>
        </p:spPr>
      </p:cxnSp>
      <p:sp>
        <p:nvSpPr>
          <p:cNvPr id="716" name="Google Shape;716;p50"/>
          <p:cNvSpPr txBox="1"/>
          <p:nvPr/>
        </p:nvSpPr>
        <p:spPr>
          <a:xfrm>
            <a:off x="6442925" y="2504188"/>
            <a:ext cx="1873800" cy="849600"/>
          </a:xfrm>
          <a:prstGeom prst="rect">
            <a:avLst/>
          </a:prstGeom>
          <a:noFill/>
          <a:ln>
            <a:noFill/>
          </a:ln>
        </p:spPr>
        <p:txBody>
          <a:bodyPr spcFirstLastPara="1" wrap="square" lIns="91425" tIns="45700" rIns="91425" bIns="91425" anchor="ctr" anchorCtr="0">
            <a:noAutofit/>
          </a:bodyPr>
          <a:lstStyle/>
          <a:p>
            <a:pPr marL="0" lvl="0" indent="0" algn="ctr" rtl="0">
              <a:spcBef>
                <a:spcPts val="0"/>
              </a:spcBef>
              <a:spcAft>
                <a:spcPts val="0"/>
              </a:spcAft>
              <a:buNone/>
            </a:pPr>
            <a:r>
              <a:rPr lang="en">
                <a:solidFill>
                  <a:schemeClr val="lt1"/>
                </a:solidFill>
                <a:latin typeface="Lato"/>
                <a:ea typeface="Lato"/>
                <a:cs typeface="Lato"/>
                <a:sym typeface="Lato"/>
              </a:rPr>
              <a:t>Neptune is the fourth-largest planet in the Solar System</a:t>
            </a:r>
            <a:endParaRPr>
              <a:solidFill>
                <a:schemeClr val="lt1"/>
              </a:solidFill>
              <a:latin typeface="Lato"/>
              <a:ea typeface="Lato"/>
              <a:cs typeface="Lato"/>
              <a:sym typeface="Lato"/>
            </a:endParaRPr>
          </a:p>
        </p:txBody>
      </p:sp>
      <p:cxnSp>
        <p:nvCxnSpPr>
          <p:cNvPr id="717" name="Google Shape;717;p50"/>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cxnSp>
        <p:nvCxnSpPr>
          <p:cNvPr id="718" name="Google Shape;718;p50"/>
          <p:cNvCxnSpPr>
            <a:stCxn id="716" idx="0"/>
            <a:endCxn id="714" idx="2"/>
          </p:cNvCxnSpPr>
          <p:nvPr/>
        </p:nvCxnSpPr>
        <p:spPr>
          <a:xfrm rot="10800000">
            <a:off x="7379825" y="2077588"/>
            <a:ext cx="0" cy="426600"/>
          </a:xfrm>
          <a:prstGeom prst="straightConnector1">
            <a:avLst/>
          </a:prstGeom>
          <a:noFill/>
          <a:ln w="19050" cap="flat" cmpd="sng">
            <a:solidFill>
              <a:schemeClr val="accent1"/>
            </a:solidFill>
            <a:prstDash val="solid"/>
            <a:round/>
            <a:headEnd type="none" w="med" len="med"/>
            <a:tailEnd type="none" w="med" len="med"/>
          </a:ln>
        </p:spPr>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722"/>
        <p:cNvGrpSpPr/>
        <p:nvPr/>
      </p:nvGrpSpPr>
      <p:grpSpPr>
        <a:xfrm>
          <a:off x="0" y="0"/>
          <a:ext cx="0" cy="0"/>
          <a:chOff x="0" y="0"/>
          <a:chExt cx="0" cy="0"/>
        </a:xfrm>
      </p:grpSpPr>
      <p:sp>
        <p:nvSpPr>
          <p:cNvPr id="723" name="Google Shape;723;p51"/>
          <p:cNvSpPr txBox="1">
            <a:spLocks noGrp="1"/>
          </p:cNvSpPr>
          <p:nvPr>
            <p:ph type="subTitle" idx="1"/>
          </p:nvPr>
        </p:nvSpPr>
        <p:spPr>
          <a:xfrm>
            <a:off x="1200675" y="2398589"/>
            <a:ext cx="2790600" cy="105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724" name="Google Shape;724;p51"/>
          <p:cNvSpPr txBox="1">
            <a:spLocks noGrp="1"/>
          </p:cNvSpPr>
          <p:nvPr>
            <p:ph type="title"/>
          </p:nvPr>
        </p:nvSpPr>
        <p:spPr>
          <a:xfrm>
            <a:off x="1200675" y="1670017"/>
            <a:ext cx="2790600" cy="595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MOCKUP</a:t>
            </a:r>
            <a:endParaRPr/>
          </a:p>
        </p:txBody>
      </p:sp>
      <p:grpSp>
        <p:nvGrpSpPr>
          <p:cNvPr id="725" name="Google Shape;725;p51"/>
          <p:cNvGrpSpPr/>
          <p:nvPr/>
        </p:nvGrpSpPr>
        <p:grpSpPr>
          <a:xfrm>
            <a:off x="4967925" y="1381750"/>
            <a:ext cx="2975400" cy="2380002"/>
            <a:chOff x="4930200" y="1381752"/>
            <a:chExt cx="2975400" cy="2380002"/>
          </a:xfrm>
        </p:grpSpPr>
        <p:sp>
          <p:nvSpPr>
            <p:cNvPr id="726" name="Google Shape;726;p51"/>
            <p:cNvSpPr/>
            <p:nvPr/>
          </p:nvSpPr>
          <p:spPr>
            <a:xfrm>
              <a:off x="5903850" y="3355103"/>
              <a:ext cx="1028100" cy="364800"/>
            </a:xfrm>
            <a:prstGeom prst="trapezoid">
              <a:avLst>
                <a:gd name="adj" fmla="val 18467"/>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51"/>
            <p:cNvSpPr/>
            <p:nvPr/>
          </p:nvSpPr>
          <p:spPr>
            <a:xfrm>
              <a:off x="4930650" y="1381752"/>
              <a:ext cx="2974500" cy="2021100"/>
            </a:xfrm>
            <a:prstGeom prst="roundRect">
              <a:avLst>
                <a:gd name="adj" fmla="val 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51"/>
            <p:cNvSpPr/>
            <p:nvPr/>
          </p:nvSpPr>
          <p:spPr>
            <a:xfrm rot="10800000">
              <a:off x="4930200" y="3127927"/>
              <a:ext cx="2975400" cy="274800"/>
            </a:xfrm>
            <a:prstGeom prst="round2SameRect">
              <a:avLst>
                <a:gd name="adj1" fmla="val 0"/>
                <a:gd name="adj2" fmla="val 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51"/>
            <p:cNvSpPr/>
            <p:nvPr/>
          </p:nvSpPr>
          <p:spPr>
            <a:xfrm>
              <a:off x="6350550" y="3197975"/>
              <a:ext cx="134700" cy="1347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51"/>
            <p:cNvSpPr/>
            <p:nvPr/>
          </p:nvSpPr>
          <p:spPr>
            <a:xfrm>
              <a:off x="5849700" y="3694853"/>
              <a:ext cx="1136400" cy="66900"/>
            </a:xfrm>
            <a:prstGeom prst="roundRect">
              <a:avLst>
                <a:gd name="adj" fmla="val 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731" name="Google Shape;731;p51"/>
          <p:cNvCxnSpPr/>
          <p:nvPr/>
        </p:nvCxnSpPr>
        <p:spPr>
          <a:xfrm>
            <a:off x="1298663" y="2328741"/>
            <a:ext cx="2045700" cy="0"/>
          </a:xfrm>
          <a:prstGeom prst="straightConnector1">
            <a:avLst/>
          </a:prstGeom>
          <a:noFill/>
          <a:ln w="19050" cap="rnd" cmpd="sng">
            <a:solidFill>
              <a:schemeClr val="accent1"/>
            </a:solidFill>
            <a:prstDash val="solid"/>
            <a:round/>
            <a:headEnd type="none" w="med" len="med"/>
            <a:tailEnd type="none" w="med" len="med"/>
          </a:ln>
        </p:spPr>
      </p:cxnSp>
      <p:pic>
        <p:nvPicPr>
          <p:cNvPr id="732" name="Google Shape;732;p51"/>
          <p:cNvPicPr preferRelativeResize="0"/>
          <p:nvPr/>
        </p:nvPicPr>
        <p:blipFill>
          <a:blip r:embed="rId3">
            <a:alphaModFix/>
          </a:blip>
          <a:stretch>
            <a:fillRect/>
          </a:stretch>
        </p:blipFill>
        <p:spPr>
          <a:xfrm>
            <a:off x="5060325" y="1471925"/>
            <a:ext cx="2790600" cy="1569712"/>
          </a:xfrm>
          <a:prstGeom prst="rect">
            <a:avLst/>
          </a:prstGeom>
          <a:noFill/>
          <a:ln>
            <a:noFill/>
          </a:ln>
        </p:spPr>
      </p:pic>
      <p:cxnSp>
        <p:nvCxnSpPr>
          <p:cNvPr id="733" name="Google Shape;733;p51"/>
          <p:cNvCxnSpPr/>
          <p:nvPr/>
        </p:nvCxnSpPr>
        <p:spPr>
          <a:xfrm>
            <a:off x="5432775" y="3761741"/>
            <a:ext cx="2045700" cy="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37"/>
        <p:cNvGrpSpPr/>
        <p:nvPr/>
      </p:nvGrpSpPr>
      <p:grpSpPr>
        <a:xfrm>
          <a:off x="0" y="0"/>
          <a:ext cx="0" cy="0"/>
          <a:chOff x="0" y="0"/>
          <a:chExt cx="0" cy="0"/>
        </a:xfrm>
      </p:grpSpPr>
      <p:sp>
        <p:nvSpPr>
          <p:cNvPr id="738" name="Google Shape;738;p52"/>
          <p:cNvSpPr txBox="1">
            <a:spLocks noGrp="1"/>
          </p:cNvSpPr>
          <p:nvPr>
            <p:ph type="title"/>
          </p:nvPr>
        </p:nvSpPr>
        <p:spPr>
          <a:xfrm>
            <a:off x="720000" y="463800"/>
            <a:ext cx="77016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HAVE SOME TIPS HERE</a:t>
            </a:r>
            <a:endParaRPr/>
          </a:p>
        </p:txBody>
      </p:sp>
      <p:sp>
        <p:nvSpPr>
          <p:cNvPr id="739" name="Google Shape;739;p52"/>
          <p:cNvSpPr txBox="1">
            <a:spLocks noGrp="1"/>
          </p:cNvSpPr>
          <p:nvPr>
            <p:ph type="body" idx="1"/>
          </p:nvPr>
        </p:nvSpPr>
        <p:spPr>
          <a:xfrm>
            <a:off x="720000" y="1250800"/>
            <a:ext cx="7701600" cy="193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write the tips for your audience here:</a:t>
            </a:r>
            <a:endParaRPr/>
          </a:p>
          <a:p>
            <a:pPr marL="457200" lvl="0" indent="-317500" algn="l" rtl="0">
              <a:spcBef>
                <a:spcPts val="1000"/>
              </a:spcBef>
              <a:spcAft>
                <a:spcPts val="0"/>
              </a:spcAft>
              <a:buSzPts val="1400"/>
              <a:buChar char="●"/>
            </a:pPr>
            <a:r>
              <a:rPr lang="en"/>
              <a:t>Neptune the farthest planet from the Sun</a:t>
            </a:r>
            <a:endParaRPr/>
          </a:p>
          <a:p>
            <a:pPr marL="457200" lvl="0" indent="-317500" algn="l" rtl="0">
              <a:spcBef>
                <a:spcPts val="0"/>
              </a:spcBef>
              <a:spcAft>
                <a:spcPts val="0"/>
              </a:spcAft>
              <a:buSzPts val="1400"/>
              <a:buChar char="●"/>
            </a:pPr>
            <a:r>
              <a:rPr lang="en"/>
              <a:t>Despite being red, Mars is a cold place</a:t>
            </a:r>
            <a:endParaRPr/>
          </a:p>
          <a:p>
            <a:pPr marL="457200" lvl="0" indent="-317500" algn="l" rtl="0">
              <a:spcBef>
                <a:spcPts val="0"/>
              </a:spcBef>
              <a:spcAft>
                <a:spcPts val="0"/>
              </a:spcAft>
              <a:buSzPts val="1400"/>
              <a:buChar char="●"/>
            </a:pPr>
            <a:r>
              <a:rPr lang="en"/>
              <a:t>Saturn is composed of hydrogen and helium</a:t>
            </a:r>
            <a:endParaRPr/>
          </a:p>
          <a:p>
            <a:pPr marL="457200" lvl="0" indent="-317500" algn="l" rtl="0">
              <a:spcBef>
                <a:spcPts val="0"/>
              </a:spcBef>
              <a:spcAft>
                <a:spcPts val="0"/>
              </a:spcAft>
              <a:buSzPts val="1400"/>
              <a:buChar char="●"/>
            </a:pPr>
            <a:r>
              <a:rPr lang="en"/>
              <a:t>Jupiter is the biggest planet of them all</a:t>
            </a:r>
            <a:endParaRPr/>
          </a:p>
          <a:p>
            <a:pPr marL="457200" lvl="0" indent="-317500" algn="l" rtl="0">
              <a:spcBef>
                <a:spcPts val="0"/>
              </a:spcBef>
              <a:spcAft>
                <a:spcPts val="0"/>
              </a:spcAft>
              <a:buSzPts val="1400"/>
              <a:buChar char="●"/>
            </a:pPr>
            <a:r>
              <a:rPr lang="en"/>
              <a:t>Mercury is the closest planet to the Sun</a:t>
            </a:r>
            <a:endParaRPr/>
          </a:p>
        </p:txBody>
      </p:sp>
      <p:cxnSp>
        <p:nvCxnSpPr>
          <p:cNvPr id="740" name="Google Shape;740;p52"/>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sp>
        <p:nvSpPr>
          <p:cNvPr id="741" name="Google Shape;741;p52"/>
          <p:cNvSpPr txBox="1">
            <a:spLocks noGrp="1"/>
          </p:cNvSpPr>
          <p:nvPr>
            <p:ph type="title" idx="2"/>
          </p:nvPr>
        </p:nvSpPr>
        <p:spPr>
          <a:xfrm>
            <a:off x="721200" y="3410212"/>
            <a:ext cx="77016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HAVE ANY QUESTIONS?</a:t>
            </a:r>
            <a:endParaRPr/>
          </a:p>
        </p:txBody>
      </p:sp>
      <p:sp>
        <p:nvSpPr>
          <p:cNvPr id="742" name="Google Shape;742;p52"/>
          <p:cNvSpPr txBox="1">
            <a:spLocks noGrp="1"/>
          </p:cNvSpPr>
          <p:nvPr>
            <p:ph type="body" idx="3"/>
          </p:nvPr>
        </p:nvSpPr>
        <p:spPr>
          <a:xfrm>
            <a:off x="721200" y="4197212"/>
            <a:ext cx="7701600" cy="421800"/>
          </a:xfrm>
          <a:prstGeom prst="rect">
            <a:avLst/>
          </a:prstGeom>
        </p:spPr>
        <p:txBody>
          <a:bodyPr spcFirstLastPara="1" wrap="square" lIns="91425" tIns="91425" rIns="91425" bIns="91425" anchor="t" anchorCtr="0">
            <a:noAutofit/>
          </a:bodyPr>
          <a:lstStyle/>
          <a:p>
            <a:pPr marL="0" lvl="0" indent="0" algn="l" rtl="0">
              <a:spcBef>
                <a:spcPts val="0"/>
              </a:spcBef>
              <a:spcAft>
                <a:spcPts val="1000"/>
              </a:spcAft>
              <a:buNone/>
            </a:pPr>
            <a:r>
              <a:rPr lang="en"/>
              <a:t>Don’t miss the chance to ask something important now</a:t>
            </a:r>
            <a:endParaRPr/>
          </a:p>
        </p:txBody>
      </p:sp>
      <p:cxnSp>
        <p:nvCxnSpPr>
          <p:cNvPr id="743" name="Google Shape;743;p52"/>
          <p:cNvCxnSpPr/>
          <p:nvPr/>
        </p:nvCxnSpPr>
        <p:spPr>
          <a:xfrm>
            <a:off x="825075" y="4042300"/>
            <a:ext cx="2045700" cy="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747"/>
        <p:cNvGrpSpPr/>
        <p:nvPr/>
      </p:nvGrpSpPr>
      <p:grpSpPr>
        <a:xfrm>
          <a:off x="0" y="0"/>
          <a:ext cx="0" cy="0"/>
          <a:chOff x="0" y="0"/>
          <a:chExt cx="0" cy="0"/>
        </a:xfrm>
      </p:grpSpPr>
      <p:sp>
        <p:nvSpPr>
          <p:cNvPr id="748" name="Google Shape;748;p53"/>
          <p:cNvSpPr txBox="1">
            <a:spLocks noGrp="1"/>
          </p:cNvSpPr>
          <p:nvPr>
            <p:ph type="title"/>
          </p:nvPr>
        </p:nvSpPr>
        <p:spPr>
          <a:xfrm flipH="1">
            <a:off x="739650" y="2355150"/>
            <a:ext cx="4648200" cy="944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TO SUM UP</a:t>
            </a:r>
            <a:endParaRPr/>
          </a:p>
        </p:txBody>
      </p:sp>
      <p:sp>
        <p:nvSpPr>
          <p:cNvPr id="749" name="Google Shape;749;p53"/>
          <p:cNvSpPr txBox="1">
            <a:spLocks noGrp="1"/>
          </p:cNvSpPr>
          <p:nvPr>
            <p:ph type="title" idx="2"/>
          </p:nvPr>
        </p:nvSpPr>
        <p:spPr>
          <a:xfrm flipH="1">
            <a:off x="827275" y="953538"/>
            <a:ext cx="1313100" cy="131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50" name="Google Shape;750;p53"/>
          <p:cNvSpPr txBox="1">
            <a:spLocks noGrp="1"/>
          </p:cNvSpPr>
          <p:nvPr>
            <p:ph type="subTitle" idx="1"/>
          </p:nvPr>
        </p:nvSpPr>
        <p:spPr>
          <a:xfrm flipH="1">
            <a:off x="739650" y="3658975"/>
            <a:ext cx="2788500" cy="628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cxnSp>
        <p:nvCxnSpPr>
          <p:cNvPr id="751" name="Google Shape;751;p53"/>
          <p:cNvCxnSpPr/>
          <p:nvPr/>
        </p:nvCxnSpPr>
        <p:spPr>
          <a:xfrm rot="10800000">
            <a:off x="827275" y="3421063"/>
            <a:ext cx="1625100" cy="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755"/>
        <p:cNvGrpSpPr/>
        <p:nvPr/>
      </p:nvGrpSpPr>
      <p:grpSpPr>
        <a:xfrm>
          <a:off x="0" y="0"/>
          <a:ext cx="0" cy="0"/>
          <a:chOff x="0" y="0"/>
          <a:chExt cx="0" cy="0"/>
        </a:xfrm>
      </p:grpSpPr>
      <p:sp>
        <p:nvSpPr>
          <p:cNvPr id="756" name="Google Shape;756;p54"/>
          <p:cNvSpPr/>
          <p:nvPr/>
        </p:nvSpPr>
        <p:spPr>
          <a:xfrm>
            <a:off x="4765322" y="1401564"/>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54"/>
          <p:cNvSpPr/>
          <p:nvPr/>
        </p:nvSpPr>
        <p:spPr>
          <a:xfrm>
            <a:off x="4765322" y="2525376"/>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54"/>
          <p:cNvSpPr/>
          <p:nvPr/>
        </p:nvSpPr>
        <p:spPr>
          <a:xfrm>
            <a:off x="825072" y="3649188"/>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54"/>
          <p:cNvSpPr/>
          <p:nvPr/>
        </p:nvSpPr>
        <p:spPr>
          <a:xfrm>
            <a:off x="825072" y="1401564"/>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54"/>
          <p:cNvSpPr/>
          <p:nvPr/>
        </p:nvSpPr>
        <p:spPr>
          <a:xfrm>
            <a:off x="825072" y="2525376"/>
            <a:ext cx="807300" cy="807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54"/>
          <p:cNvSpPr txBox="1">
            <a:spLocks noGrp="1"/>
          </p:cNvSpPr>
          <p:nvPr>
            <p:ph type="subTitle" idx="2"/>
          </p:nvPr>
        </p:nvSpPr>
        <p:spPr>
          <a:xfrm>
            <a:off x="5668750" y="2812993"/>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composed mostly of hydrogen and helium</a:t>
            </a:r>
            <a:endParaRPr/>
          </a:p>
        </p:txBody>
      </p:sp>
      <p:sp>
        <p:nvSpPr>
          <p:cNvPr id="762" name="Google Shape;762;p54"/>
          <p:cNvSpPr txBox="1">
            <a:spLocks noGrp="1"/>
          </p:cNvSpPr>
          <p:nvPr>
            <p:ph type="subTitle" idx="4"/>
          </p:nvPr>
        </p:nvSpPr>
        <p:spPr>
          <a:xfrm>
            <a:off x="5668750" y="1689164"/>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in the Solar System</a:t>
            </a:r>
            <a:endParaRPr/>
          </a:p>
        </p:txBody>
      </p:sp>
      <p:sp>
        <p:nvSpPr>
          <p:cNvPr id="763" name="Google Shape;763;p54"/>
          <p:cNvSpPr txBox="1">
            <a:spLocks noGrp="1"/>
          </p:cNvSpPr>
          <p:nvPr>
            <p:ph type="subTitle" idx="1"/>
          </p:nvPr>
        </p:nvSpPr>
        <p:spPr>
          <a:xfrm>
            <a:off x="5668750" y="2440017"/>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764" name="Google Shape;764;p54"/>
          <p:cNvSpPr txBox="1">
            <a:spLocks noGrp="1"/>
          </p:cNvSpPr>
          <p:nvPr>
            <p:ph type="subTitle" idx="6"/>
          </p:nvPr>
        </p:nvSpPr>
        <p:spPr>
          <a:xfrm>
            <a:off x="1739500" y="1689164"/>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smallest one</a:t>
            </a:r>
            <a:endParaRPr/>
          </a:p>
        </p:txBody>
      </p:sp>
      <p:sp>
        <p:nvSpPr>
          <p:cNvPr id="765" name="Google Shape;765;p54"/>
          <p:cNvSpPr txBox="1">
            <a:spLocks noGrp="1"/>
          </p:cNvSpPr>
          <p:nvPr>
            <p:ph type="subTitle" idx="8"/>
          </p:nvPr>
        </p:nvSpPr>
        <p:spPr>
          <a:xfrm>
            <a:off x="1739500" y="2812993"/>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second-brightest natural object in the night sky</a:t>
            </a:r>
            <a:endParaRPr/>
          </a:p>
        </p:txBody>
      </p:sp>
      <p:sp>
        <p:nvSpPr>
          <p:cNvPr id="766" name="Google Shape;766;p54"/>
          <p:cNvSpPr txBox="1">
            <a:spLocks noGrp="1"/>
          </p:cNvSpPr>
          <p:nvPr>
            <p:ph type="subTitle" idx="5"/>
          </p:nvPr>
        </p:nvSpPr>
        <p:spPr>
          <a:xfrm>
            <a:off x="1739500" y="1316200"/>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767" name="Google Shape;767;p54"/>
          <p:cNvSpPr txBox="1">
            <a:spLocks noGrp="1"/>
          </p:cNvSpPr>
          <p:nvPr>
            <p:ph type="subTitle" idx="7"/>
          </p:nvPr>
        </p:nvSpPr>
        <p:spPr>
          <a:xfrm>
            <a:off x="1739500" y="2440017"/>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768" name="Google Shape;768;p54"/>
          <p:cNvSpPr txBox="1">
            <a:spLocks noGrp="1"/>
          </p:cNvSpPr>
          <p:nvPr>
            <p:ph type="subTitle" idx="9"/>
          </p:nvPr>
        </p:nvSpPr>
        <p:spPr>
          <a:xfrm>
            <a:off x="1739500" y="3563835"/>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769" name="Google Shape;769;p54"/>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CONFERENCE HIGHLIGHTS</a:t>
            </a:r>
            <a:endParaRPr/>
          </a:p>
        </p:txBody>
      </p:sp>
      <p:sp>
        <p:nvSpPr>
          <p:cNvPr id="770" name="Google Shape;770;p54"/>
          <p:cNvSpPr txBox="1">
            <a:spLocks noGrp="1"/>
          </p:cNvSpPr>
          <p:nvPr>
            <p:ph type="subTitle" idx="3"/>
          </p:nvPr>
        </p:nvSpPr>
        <p:spPr>
          <a:xfrm>
            <a:off x="5668750" y="1316200"/>
            <a:ext cx="26481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771" name="Google Shape;771;p54"/>
          <p:cNvSpPr txBox="1">
            <a:spLocks noGrp="1"/>
          </p:cNvSpPr>
          <p:nvPr>
            <p:ph type="subTitle" idx="13"/>
          </p:nvPr>
        </p:nvSpPr>
        <p:spPr>
          <a:xfrm>
            <a:off x="1739500" y="3936800"/>
            <a:ext cx="26481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cxnSp>
        <p:nvCxnSpPr>
          <p:cNvPr id="772" name="Google Shape;772;p54"/>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grpSp>
        <p:nvGrpSpPr>
          <p:cNvPr id="773" name="Google Shape;773;p54"/>
          <p:cNvGrpSpPr/>
          <p:nvPr/>
        </p:nvGrpSpPr>
        <p:grpSpPr>
          <a:xfrm>
            <a:off x="1053064" y="1630471"/>
            <a:ext cx="351315" cy="349486"/>
            <a:chOff x="685475" y="2318350"/>
            <a:chExt cx="297750" cy="296200"/>
          </a:xfrm>
        </p:grpSpPr>
        <p:sp>
          <p:nvSpPr>
            <p:cNvPr id="774" name="Google Shape;774;p54"/>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4"/>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54"/>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 name="Google Shape;777;p54"/>
          <p:cNvGrpSpPr/>
          <p:nvPr/>
        </p:nvGrpSpPr>
        <p:grpSpPr>
          <a:xfrm>
            <a:off x="1053064" y="3878110"/>
            <a:ext cx="351315" cy="349457"/>
            <a:chOff x="1412450" y="1954475"/>
            <a:chExt cx="297750" cy="296175"/>
          </a:xfrm>
        </p:grpSpPr>
        <p:sp>
          <p:nvSpPr>
            <p:cNvPr id="778" name="Google Shape;778;p54"/>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54"/>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 name="Google Shape;780;p54"/>
          <p:cNvGrpSpPr/>
          <p:nvPr/>
        </p:nvGrpSpPr>
        <p:grpSpPr>
          <a:xfrm>
            <a:off x="4993314" y="2753501"/>
            <a:ext cx="351315" cy="351050"/>
            <a:chOff x="1413250" y="2680675"/>
            <a:chExt cx="297750" cy="297525"/>
          </a:xfrm>
        </p:grpSpPr>
        <p:sp>
          <p:nvSpPr>
            <p:cNvPr id="781" name="Google Shape;781;p54"/>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54"/>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54"/>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4"/>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 name="Google Shape;785;p54"/>
          <p:cNvGrpSpPr/>
          <p:nvPr/>
        </p:nvGrpSpPr>
        <p:grpSpPr>
          <a:xfrm>
            <a:off x="1054923" y="2753841"/>
            <a:ext cx="347599" cy="350371"/>
            <a:chOff x="1777925" y="1953700"/>
            <a:chExt cx="294600" cy="296950"/>
          </a:xfrm>
        </p:grpSpPr>
        <p:sp>
          <p:nvSpPr>
            <p:cNvPr id="786" name="Google Shape;786;p54"/>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54"/>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4"/>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54"/>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54"/>
          <p:cNvGrpSpPr/>
          <p:nvPr/>
        </p:nvGrpSpPr>
        <p:grpSpPr>
          <a:xfrm>
            <a:off x="4993772" y="1630486"/>
            <a:ext cx="350401" cy="349457"/>
            <a:chOff x="2141000" y="1954475"/>
            <a:chExt cx="296975" cy="296175"/>
          </a:xfrm>
        </p:grpSpPr>
        <p:sp>
          <p:nvSpPr>
            <p:cNvPr id="791" name="Google Shape;791;p54"/>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54"/>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54"/>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54"/>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798"/>
        <p:cNvGrpSpPr/>
        <p:nvPr/>
      </p:nvGrpSpPr>
      <p:grpSpPr>
        <a:xfrm>
          <a:off x="0" y="0"/>
          <a:ext cx="0" cy="0"/>
          <a:chOff x="0" y="0"/>
          <a:chExt cx="0" cy="0"/>
        </a:xfrm>
      </p:grpSpPr>
      <p:sp>
        <p:nvSpPr>
          <p:cNvPr id="799" name="Google Shape;799;p55"/>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FUTURE CONFERENCES</a:t>
            </a:r>
            <a:endParaRPr/>
          </a:p>
        </p:txBody>
      </p:sp>
      <p:graphicFrame>
        <p:nvGraphicFramePr>
          <p:cNvPr id="800" name="Google Shape;800;p55"/>
          <p:cNvGraphicFramePr/>
          <p:nvPr/>
        </p:nvGraphicFramePr>
        <p:xfrm>
          <a:off x="3376150" y="1401575"/>
          <a:ext cx="4945850" cy="3054750"/>
        </p:xfrm>
        <a:graphic>
          <a:graphicData uri="http://schemas.openxmlformats.org/drawingml/2006/table">
            <a:tbl>
              <a:tblPr>
                <a:noFill/>
                <a:tableStyleId>{D583A786-D13D-487E-849F-7DD0F376DDD1}</a:tableStyleId>
              </a:tblPr>
              <a:tblGrid>
                <a:gridCol w="706550">
                  <a:extLst>
                    <a:ext uri="{9D8B030D-6E8A-4147-A177-3AD203B41FA5}">
                      <a16:colId xmlns:a16="http://schemas.microsoft.com/office/drawing/2014/main" val="20000"/>
                    </a:ext>
                  </a:extLst>
                </a:gridCol>
                <a:gridCol w="706550">
                  <a:extLst>
                    <a:ext uri="{9D8B030D-6E8A-4147-A177-3AD203B41FA5}">
                      <a16:colId xmlns:a16="http://schemas.microsoft.com/office/drawing/2014/main" val="20001"/>
                    </a:ext>
                  </a:extLst>
                </a:gridCol>
                <a:gridCol w="706550">
                  <a:extLst>
                    <a:ext uri="{9D8B030D-6E8A-4147-A177-3AD203B41FA5}">
                      <a16:colId xmlns:a16="http://schemas.microsoft.com/office/drawing/2014/main" val="20002"/>
                    </a:ext>
                  </a:extLst>
                </a:gridCol>
                <a:gridCol w="706550">
                  <a:extLst>
                    <a:ext uri="{9D8B030D-6E8A-4147-A177-3AD203B41FA5}">
                      <a16:colId xmlns:a16="http://schemas.microsoft.com/office/drawing/2014/main" val="20003"/>
                    </a:ext>
                  </a:extLst>
                </a:gridCol>
                <a:gridCol w="706550">
                  <a:extLst>
                    <a:ext uri="{9D8B030D-6E8A-4147-A177-3AD203B41FA5}">
                      <a16:colId xmlns:a16="http://schemas.microsoft.com/office/drawing/2014/main" val="20004"/>
                    </a:ext>
                  </a:extLst>
                </a:gridCol>
                <a:gridCol w="706550">
                  <a:extLst>
                    <a:ext uri="{9D8B030D-6E8A-4147-A177-3AD203B41FA5}">
                      <a16:colId xmlns:a16="http://schemas.microsoft.com/office/drawing/2014/main" val="20005"/>
                    </a:ext>
                  </a:extLst>
                </a:gridCol>
                <a:gridCol w="706550">
                  <a:extLst>
                    <a:ext uri="{9D8B030D-6E8A-4147-A177-3AD203B41FA5}">
                      <a16:colId xmlns:a16="http://schemas.microsoft.com/office/drawing/2014/main" val="20006"/>
                    </a:ext>
                  </a:extLst>
                </a:gridCol>
              </a:tblGrid>
              <a:tr h="509125">
                <a:tc>
                  <a:txBody>
                    <a:bodyPr/>
                    <a:lstStyle/>
                    <a:p>
                      <a:pPr marL="0" lvl="0" indent="0" algn="ctr" rtl="0">
                        <a:spcBef>
                          <a:spcPts val="0"/>
                        </a:spcBef>
                        <a:spcAft>
                          <a:spcPts val="0"/>
                        </a:spcAft>
                        <a:buNone/>
                      </a:pPr>
                      <a:r>
                        <a:rPr lang="en">
                          <a:solidFill>
                            <a:schemeClr val="dk1"/>
                          </a:solidFill>
                          <a:latin typeface="Outfit Black"/>
                          <a:ea typeface="Outfit Black"/>
                          <a:cs typeface="Outfit Black"/>
                          <a:sym typeface="Outfit Black"/>
                        </a:rPr>
                        <a:t>M</a:t>
                      </a:r>
                      <a:endParaRPr>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dk1"/>
                          </a:solidFill>
                          <a:latin typeface="Outfit Black"/>
                          <a:ea typeface="Outfit Black"/>
                          <a:cs typeface="Outfit Black"/>
                          <a:sym typeface="Outfit Black"/>
                        </a:rPr>
                        <a:t>T</a:t>
                      </a:r>
                      <a:endParaRPr>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dk1"/>
                          </a:solidFill>
                          <a:latin typeface="Outfit Black"/>
                          <a:ea typeface="Outfit Black"/>
                          <a:cs typeface="Outfit Black"/>
                          <a:sym typeface="Outfit Black"/>
                        </a:rPr>
                        <a:t>W</a:t>
                      </a:r>
                      <a:endParaRPr>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dk1"/>
                          </a:solidFill>
                          <a:latin typeface="Outfit Black"/>
                          <a:ea typeface="Outfit Black"/>
                          <a:cs typeface="Outfit Black"/>
                          <a:sym typeface="Outfit Black"/>
                        </a:rPr>
                        <a:t>T</a:t>
                      </a:r>
                      <a:endParaRPr>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dk1"/>
                          </a:solidFill>
                          <a:latin typeface="Outfit Black"/>
                          <a:ea typeface="Outfit Black"/>
                          <a:cs typeface="Outfit Black"/>
                          <a:sym typeface="Outfit Black"/>
                        </a:rPr>
                        <a:t>F</a:t>
                      </a:r>
                      <a:endParaRPr>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dk1"/>
                          </a:solidFill>
                          <a:latin typeface="Outfit Black"/>
                          <a:ea typeface="Outfit Black"/>
                          <a:cs typeface="Outfit Black"/>
                          <a:sym typeface="Outfit Black"/>
                        </a:rPr>
                        <a:t>S</a:t>
                      </a:r>
                      <a:endParaRPr>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dk1"/>
                          </a:solidFill>
                          <a:latin typeface="Outfit Black"/>
                          <a:ea typeface="Outfit Black"/>
                          <a:cs typeface="Outfit Black"/>
                          <a:sym typeface="Outfit Black"/>
                        </a:rPr>
                        <a:t>S</a:t>
                      </a:r>
                      <a:endParaRPr>
                        <a:solidFill>
                          <a:schemeClr val="dk1"/>
                        </a:solidFill>
                        <a:latin typeface="Outfit Black"/>
                        <a:ea typeface="Outfit Black"/>
                        <a:cs typeface="Outfit Black"/>
                        <a:sym typeface="Outfit Black"/>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2"/>
                    </a:solidFill>
                  </a:tcPr>
                </a:tc>
                <a:extLst>
                  <a:ext uri="{0D108BD9-81ED-4DB2-BD59-A6C34878D82A}">
                    <a16:rowId xmlns:a16="http://schemas.microsoft.com/office/drawing/2014/main" val="10000"/>
                  </a:ext>
                </a:extLst>
              </a:tr>
              <a:tr h="509125">
                <a:tc>
                  <a:txBody>
                    <a:bodyPr/>
                    <a:lstStyle/>
                    <a:p>
                      <a:pPr marL="0" lvl="0" indent="0" algn="ctr" rtl="0">
                        <a:spcBef>
                          <a:spcPts val="0"/>
                        </a:spcBef>
                        <a:spcAft>
                          <a:spcPts val="0"/>
                        </a:spcAft>
                        <a:buNone/>
                      </a:pPr>
                      <a:r>
                        <a:rPr lang="en" b="1">
                          <a:solidFill>
                            <a:schemeClr val="lt1"/>
                          </a:solidFill>
                          <a:latin typeface="Lato"/>
                          <a:ea typeface="Lato"/>
                          <a:cs typeface="Lato"/>
                          <a:sym typeface="Lato"/>
                        </a:rPr>
                        <a:t>1</a:t>
                      </a:r>
                      <a:endParaRPr b="1">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b="1">
                          <a:solidFill>
                            <a:schemeClr val="lt1"/>
                          </a:solidFill>
                          <a:latin typeface="Lato"/>
                          <a:ea typeface="Lato"/>
                          <a:cs typeface="Lato"/>
                          <a:sym typeface="Lato"/>
                        </a:rPr>
                        <a:t>2</a:t>
                      </a:r>
                      <a:endParaRPr b="1">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b="1">
                          <a:solidFill>
                            <a:schemeClr val="lt1"/>
                          </a:solidFill>
                          <a:latin typeface="Lato"/>
                          <a:ea typeface="Lato"/>
                          <a:cs typeface="Lato"/>
                          <a:sym typeface="Lato"/>
                        </a:rPr>
                        <a:t>3</a:t>
                      </a:r>
                      <a:endParaRPr b="1">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4</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5</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6</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7</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509125">
                <a:tc>
                  <a:txBody>
                    <a:bodyPr/>
                    <a:lstStyle/>
                    <a:p>
                      <a:pPr marL="0" lvl="0" indent="0" algn="ctr" rtl="0">
                        <a:spcBef>
                          <a:spcPts val="0"/>
                        </a:spcBef>
                        <a:spcAft>
                          <a:spcPts val="0"/>
                        </a:spcAft>
                        <a:buNone/>
                      </a:pPr>
                      <a:r>
                        <a:rPr lang="en">
                          <a:solidFill>
                            <a:schemeClr val="lt1"/>
                          </a:solidFill>
                          <a:latin typeface="Lato"/>
                          <a:ea typeface="Lato"/>
                          <a:cs typeface="Lato"/>
                          <a:sym typeface="Lato"/>
                        </a:rPr>
                        <a:t>8</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9</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10</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11</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lt1"/>
                          </a:solidFill>
                          <a:latin typeface="Lato"/>
                          <a:ea typeface="Lato"/>
                          <a:cs typeface="Lato"/>
                          <a:sym typeface="Lato"/>
                        </a:rPr>
                        <a:t>12</a:t>
                      </a:r>
                      <a:endParaRPr b="1">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b="1">
                          <a:solidFill>
                            <a:schemeClr val="lt1"/>
                          </a:solidFill>
                          <a:latin typeface="Lato"/>
                          <a:ea typeface="Lato"/>
                          <a:cs typeface="Lato"/>
                          <a:sym typeface="Lato"/>
                        </a:rPr>
                        <a:t>13</a:t>
                      </a:r>
                      <a:endParaRPr b="1">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b="1">
                          <a:solidFill>
                            <a:schemeClr val="lt1"/>
                          </a:solidFill>
                          <a:latin typeface="Lato"/>
                          <a:ea typeface="Lato"/>
                          <a:cs typeface="Lato"/>
                          <a:sym typeface="Lato"/>
                        </a:rPr>
                        <a:t>14</a:t>
                      </a:r>
                      <a:endParaRPr b="1">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509125">
                <a:tc>
                  <a:txBody>
                    <a:bodyPr/>
                    <a:lstStyle/>
                    <a:p>
                      <a:pPr marL="0" lvl="0" indent="0" algn="ctr" rtl="0">
                        <a:spcBef>
                          <a:spcPts val="0"/>
                        </a:spcBef>
                        <a:spcAft>
                          <a:spcPts val="0"/>
                        </a:spcAft>
                        <a:buNone/>
                      </a:pPr>
                      <a:r>
                        <a:rPr lang="en">
                          <a:solidFill>
                            <a:schemeClr val="lt1"/>
                          </a:solidFill>
                          <a:latin typeface="Lato"/>
                          <a:ea typeface="Lato"/>
                          <a:cs typeface="Lato"/>
                          <a:sym typeface="Lato"/>
                        </a:rPr>
                        <a:t>15</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16</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17</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18</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19</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20</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21</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r h="509125">
                <a:tc>
                  <a:txBody>
                    <a:bodyPr/>
                    <a:lstStyle/>
                    <a:p>
                      <a:pPr marL="0" lvl="0" indent="0" algn="ctr" rtl="0">
                        <a:spcBef>
                          <a:spcPts val="0"/>
                        </a:spcBef>
                        <a:spcAft>
                          <a:spcPts val="0"/>
                        </a:spcAft>
                        <a:buNone/>
                      </a:pPr>
                      <a:r>
                        <a:rPr lang="en">
                          <a:solidFill>
                            <a:schemeClr val="lt1"/>
                          </a:solidFill>
                          <a:latin typeface="Lato"/>
                          <a:ea typeface="Lato"/>
                          <a:cs typeface="Lato"/>
                          <a:sym typeface="Lato"/>
                        </a:rPr>
                        <a:t>22</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23</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24</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25</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26</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27</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Lato"/>
                          <a:ea typeface="Lato"/>
                          <a:cs typeface="Lato"/>
                          <a:sym typeface="Lato"/>
                        </a:rPr>
                        <a:t>28</a:t>
                      </a: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4"/>
                  </a:ext>
                </a:extLst>
              </a:tr>
              <a:tr h="509125">
                <a:tc>
                  <a:txBody>
                    <a:bodyPr/>
                    <a:lstStyle/>
                    <a:p>
                      <a:pPr marL="0" lvl="0" indent="0" algn="ctr" rtl="0">
                        <a:spcBef>
                          <a:spcPts val="0"/>
                        </a:spcBef>
                        <a:spcAft>
                          <a:spcPts val="0"/>
                        </a:spcAft>
                        <a:buNone/>
                      </a:pPr>
                      <a:r>
                        <a:rPr lang="en" b="1">
                          <a:solidFill>
                            <a:schemeClr val="lt1"/>
                          </a:solidFill>
                          <a:latin typeface="Lato"/>
                          <a:ea typeface="Lato"/>
                          <a:cs typeface="Lato"/>
                          <a:sym typeface="Lato"/>
                        </a:rPr>
                        <a:t>29</a:t>
                      </a:r>
                      <a:endParaRPr b="1">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b="1">
                          <a:solidFill>
                            <a:schemeClr val="lt1"/>
                          </a:solidFill>
                          <a:latin typeface="Lato"/>
                          <a:ea typeface="Lato"/>
                          <a:cs typeface="Lato"/>
                          <a:sym typeface="Lato"/>
                        </a:rPr>
                        <a:t>30</a:t>
                      </a:r>
                      <a:endParaRPr b="1">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b="1">
                          <a:solidFill>
                            <a:schemeClr val="lt1"/>
                          </a:solidFill>
                          <a:latin typeface="Lato"/>
                          <a:ea typeface="Lato"/>
                          <a:cs typeface="Lato"/>
                          <a:sym typeface="Lato"/>
                        </a:rPr>
                        <a:t>31</a:t>
                      </a:r>
                      <a:endParaRPr b="1">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lt1"/>
                        </a:solidFill>
                        <a:latin typeface="Lato"/>
                        <a:ea typeface="Lato"/>
                        <a:cs typeface="Lato"/>
                        <a:sym typeface="Lato"/>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801" name="Google Shape;801;p55"/>
          <p:cNvSpPr txBox="1"/>
          <p:nvPr/>
        </p:nvSpPr>
        <p:spPr>
          <a:xfrm>
            <a:off x="1004704" y="2336410"/>
            <a:ext cx="1917000" cy="530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MARS</a:t>
            </a:r>
            <a:endParaRPr sz="1900">
              <a:solidFill>
                <a:schemeClr val="lt1"/>
              </a:solidFill>
              <a:latin typeface="Outfit Black"/>
              <a:ea typeface="Outfit Black"/>
              <a:cs typeface="Outfit Black"/>
              <a:sym typeface="Outfit Black"/>
            </a:endParaRPr>
          </a:p>
        </p:txBody>
      </p:sp>
      <p:sp>
        <p:nvSpPr>
          <p:cNvPr id="802" name="Google Shape;802;p55"/>
          <p:cNvSpPr txBox="1"/>
          <p:nvPr/>
        </p:nvSpPr>
        <p:spPr>
          <a:xfrm>
            <a:off x="725503" y="2836399"/>
            <a:ext cx="2196300" cy="592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Despite being red, Mars is a cold place</a:t>
            </a:r>
            <a:endParaRPr>
              <a:solidFill>
                <a:schemeClr val="lt1"/>
              </a:solidFill>
              <a:latin typeface="Lato"/>
              <a:ea typeface="Lato"/>
              <a:cs typeface="Lato"/>
              <a:sym typeface="Lato"/>
            </a:endParaRPr>
          </a:p>
        </p:txBody>
      </p:sp>
      <p:sp>
        <p:nvSpPr>
          <p:cNvPr id="803" name="Google Shape;803;p55"/>
          <p:cNvSpPr txBox="1"/>
          <p:nvPr/>
        </p:nvSpPr>
        <p:spPr>
          <a:xfrm>
            <a:off x="1004704" y="3484035"/>
            <a:ext cx="1917000" cy="530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NEPTUNE</a:t>
            </a:r>
            <a:endParaRPr sz="1900">
              <a:solidFill>
                <a:schemeClr val="lt1"/>
              </a:solidFill>
              <a:latin typeface="Outfit Black"/>
              <a:ea typeface="Outfit Black"/>
              <a:cs typeface="Outfit Black"/>
              <a:sym typeface="Outfit Black"/>
            </a:endParaRPr>
          </a:p>
        </p:txBody>
      </p:sp>
      <p:sp>
        <p:nvSpPr>
          <p:cNvPr id="804" name="Google Shape;804;p55"/>
          <p:cNvSpPr txBox="1"/>
          <p:nvPr/>
        </p:nvSpPr>
        <p:spPr>
          <a:xfrm>
            <a:off x="725503" y="3984024"/>
            <a:ext cx="2196300" cy="592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It’s the farthest planet from the Sun</a:t>
            </a:r>
            <a:endParaRPr>
              <a:solidFill>
                <a:schemeClr val="lt1"/>
              </a:solidFill>
              <a:latin typeface="Lato"/>
              <a:ea typeface="Lato"/>
              <a:cs typeface="Lato"/>
              <a:sym typeface="Lato"/>
            </a:endParaRPr>
          </a:p>
        </p:txBody>
      </p:sp>
      <p:sp>
        <p:nvSpPr>
          <p:cNvPr id="805" name="Google Shape;805;p55"/>
          <p:cNvSpPr txBox="1"/>
          <p:nvPr/>
        </p:nvSpPr>
        <p:spPr>
          <a:xfrm>
            <a:off x="1004704" y="1188784"/>
            <a:ext cx="1917000" cy="530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a:solidFill>
                  <a:schemeClr val="lt1"/>
                </a:solidFill>
                <a:latin typeface="Outfit Black"/>
                <a:ea typeface="Outfit Black"/>
                <a:cs typeface="Outfit Black"/>
                <a:sym typeface="Outfit Black"/>
              </a:rPr>
              <a:t>JUPITER</a:t>
            </a:r>
            <a:endParaRPr sz="1900">
              <a:solidFill>
                <a:schemeClr val="lt1"/>
              </a:solidFill>
              <a:latin typeface="Outfit Black"/>
              <a:ea typeface="Outfit Black"/>
              <a:cs typeface="Outfit Black"/>
              <a:sym typeface="Outfit Black"/>
            </a:endParaRPr>
          </a:p>
        </p:txBody>
      </p:sp>
      <p:sp>
        <p:nvSpPr>
          <p:cNvPr id="806" name="Google Shape;806;p55"/>
          <p:cNvSpPr txBox="1"/>
          <p:nvPr/>
        </p:nvSpPr>
        <p:spPr>
          <a:xfrm>
            <a:off x="725503" y="1688775"/>
            <a:ext cx="2196300" cy="592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Jupiter is a gas giant and the biggest planet</a:t>
            </a:r>
            <a:endParaRPr>
              <a:solidFill>
                <a:schemeClr val="lt1"/>
              </a:solidFill>
              <a:latin typeface="Lato"/>
              <a:ea typeface="Lato"/>
              <a:cs typeface="Lato"/>
              <a:sym typeface="Lato"/>
            </a:endParaRPr>
          </a:p>
        </p:txBody>
      </p:sp>
      <p:sp>
        <p:nvSpPr>
          <p:cNvPr id="807" name="Google Shape;807;p55"/>
          <p:cNvSpPr/>
          <p:nvPr/>
        </p:nvSpPr>
        <p:spPr>
          <a:xfrm>
            <a:off x="831692" y="1395792"/>
            <a:ext cx="183300" cy="183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5"/>
          <p:cNvSpPr/>
          <p:nvPr/>
        </p:nvSpPr>
        <p:spPr>
          <a:xfrm>
            <a:off x="831692" y="3691051"/>
            <a:ext cx="183300" cy="183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55"/>
          <p:cNvSpPr/>
          <p:nvPr/>
        </p:nvSpPr>
        <p:spPr>
          <a:xfrm>
            <a:off x="831692" y="2543422"/>
            <a:ext cx="183300" cy="183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0" name="Google Shape;810;p55"/>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14"/>
        <p:cNvGrpSpPr/>
        <p:nvPr/>
      </p:nvGrpSpPr>
      <p:grpSpPr>
        <a:xfrm>
          <a:off x="0" y="0"/>
          <a:ext cx="0" cy="0"/>
          <a:chOff x="0" y="0"/>
          <a:chExt cx="0" cy="0"/>
        </a:xfrm>
      </p:grpSpPr>
      <p:sp>
        <p:nvSpPr>
          <p:cNvPr id="815" name="Google Shape;815;p56"/>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 TO ALL OUR SPONSORS</a:t>
            </a:r>
            <a:endParaRPr/>
          </a:p>
        </p:txBody>
      </p:sp>
      <p:grpSp>
        <p:nvGrpSpPr>
          <p:cNvPr id="816" name="Google Shape;816;p56"/>
          <p:cNvGrpSpPr/>
          <p:nvPr/>
        </p:nvGrpSpPr>
        <p:grpSpPr>
          <a:xfrm>
            <a:off x="827270" y="2571756"/>
            <a:ext cx="5186661" cy="1556256"/>
            <a:chOff x="827270" y="2571756"/>
            <a:chExt cx="5186661" cy="1556256"/>
          </a:xfrm>
        </p:grpSpPr>
        <p:grpSp>
          <p:nvGrpSpPr>
            <p:cNvPr id="817" name="Google Shape;817;p56"/>
            <p:cNvGrpSpPr/>
            <p:nvPr/>
          </p:nvGrpSpPr>
          <p:grpSpPr>
            <a:xfrm>
              <a:off x="827270" y="2571789"/>
              <a:ext cx="2175315" cy="420970"/>
              <a:chOff x="1185725" y="2341275"/>
              <a:chExt cx="5224100" cy="1010975"/>
            </a:xfrm>
          </p:grpSpPr>
          <p:sp>
            <p:nvSpPr>
              <p:cNvPr id="818" name="Google Shape;818;p56"/>
              <p:cNvSpPr/>
              <p:nvPr/>
            </p:nvSpPr>
            <p:spPr>
              <a:xfrm>
                <a:off x="3113550" y="2435875"/>
                <a:ext cx="149275" cy="824500"/>
              </a:xfrm>
              <a:custGeom>
                <a:avLst/>
                <a:gdLst/>
                <a:ahLst/>
                <a:cxnLst/>
                <a:rect l="l" t="t" r="r" b="b"/>
                <a:pathLst>
                  <a:path w="5971" h="32980" extrusionOk="0">
                    <a:moveTo>
                      <a:pt x="1" y="1"/>
                    </a:moveTo>
                    <a:lnTo>
                      <a:pt x="1" y="32979"/>
                    </a:lnTo>
                    <a:lnTo>
                      <a:pt x="5970" y="32979"/>
                    </a:lnTo>
                    <a:lnTo>
                      <a:pt x="59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56"/>
              <p:cNvSpPr/>
              <p:nvPr/>
            </p:nvSpPr>
            <p:spPr>
              <a:xfrm>
                <a:off x="3337000" y="2689425"/>
                <a:ext cx="582300" cy="585875"/>
              </a:xfrm>
              <a:custGeom>
                <a:avLst/>
                <a:gdLst/>
                <a:ahLst/>
                <a:cxnLst/>
                <a:rect l="l" t="t" r="r" b="b"/>
                <a:pathLst>
                  <a:path w="23292" h="23435" extrusionOk="0">
                    <a:moveTo>
                      <a:pt x="11874" y="5549"/>
                    </a:moveTo>
                    <a:cubicBezTo>
                      <a:pt x="15267" y="5549"/>
                      <a:pt x="17583" y="8158"/>
                      <a:pt x="17583" y="11714"/>
                    </a:cubicBezTo>
                    <a:cubicBezTo>
                      <a:pt x="17583" y="15269"/>
                      <a:pt x="15397" y="17879"/>
                      <a:pt x="11874" y="17879"/>
                    </a:cubicBezTo>
                    <a:cubicBezTo>
                      <a:pt x="8416" y="17879"/>
                      <a:pt x="6166" y="15106"/>
                      <a:pt x="6166" y="11714"/>
                    </a:cubicBezTo>
                    <a:lnTo>
                      <a:pt x="6231" y="11714"/>
                    </a:lnTo>
                    <a:cubicBezTo>
                      <a:pt x="6231" y="8321"/>
                      <a:pt x="8482" y="5549"/>
                      <a:pt x="11874" y="5549"/>
                    </a:cubicBezTo>
                    <a:close/>
                    <a:moveTo>
                      <a:pt x="10975" y="1"/>
                    </a:moveTo>
                    <a:cubicBezTo>
                      <a:pt x="10905" y="1"/>
                      <a:pt x="10835" y="2"/>
                      <a:pt x="10765" y="3"/>
                    </a:cubicBezTo>
                    <a:cubicBezTo>
                      <a:pt x="4665" y="3"/>
                      <a:pt x="0" y="5027"/>
                      <a:pt x="0" y="11714"/>
                    </a:cubicBezTo>
                    <a:cubicBezTo>
                      <a:pt x="0" y="18401"/>
                      <a:pt x="4633" y="23424"/>
                      <a:pt x="10765" y="23424"/>
                    </a:cubicBezTo>
                    <a:cubicBezTo>
                      <a:pt x="10897" y="23431"/>
                      <a:pt x="11028" y="23434"/>
                      <a:pt x="11159" y="23434"/>
                    </a:cubicBezTo>
                    <a:cubicBezTo>
                      <a:pt x="13620" y="23434"/>
                      <a:pt x="15903" y="22280"/>
                      <a:pt x="17452" y="20391"/>
                    </a:cubicBezTo>
                    <a:lnTo>
                      <a:pt x="17452" y="22837"/>
                    </a:lnTo>
                    <a:lnTo>
                      <a:pt x="23291" y="22837"/>
                    </a:lnTo>
                    <a:lnTo>
                      <a:pt x="23291" y="623"/>
                    </a:lnTo>
                    <a:lnTo>
                      <a:pt x="17452" y="623"/>
                    </a:lnTo>
                    <a:lnTo>
                      <a:pt x="17452" y="3070"/>
                    </a:lnTo>
                    <a:cubicBezTo>
                      <a:pt x="15865" y="1134"/>
                      <a:pt x="13476" y="1"/>
                      <a:pt x="109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6"/>
              <p:cNvSpPr/>
              <p:nvPr/>
            </p:nvSpPr>
            <p:spPr>
              <a:xfrm>
                <a:off x="4475425" y="2426900"/>
                <a:ext cx="190050" cy="833475"/>
              </a:xfrm>
              <a:custGeom>
                <a:avLst/>
                <a:gdLst/>
                <a:ahLst/>
                <a:cxnLst/>
                <a:rect l="l" t="t" r="r" b="b"/>
                <a:pathLst>
                  <a:path w="7602" h="33339" extrusionOk="0">
                    <a:moveTo>
                      <a:pt x="3785" y="1"/>
                    </a:moveTo>
                    <a:cubicBezTo>
                      <a:pt x="1697" y="1"/>
                      <a:pt x="1" y="1697"/>
                      <a:pt x="1" y="3817"/>
                    </a:cubicBezTo>
                    <a:cubicBezTo>
                      <a:pt x="1" y="5905"/>
                      <a:pt x="1664" y="7634"/>
                      <a:pt x="3785" y="7634"/>
                    </a:cubicBezTo>
                    <a:cubicBezTo>
                      <a:pt x="5905" y="7634"/>
                      <a:pt x="7601" y="5938"/>
                      <a:pt x="7601" y="3817"/>
                    </a:cubicBezTo>
                    <a:cubicBezTo>
                      <a:pt x="7601" y="1762"/>
                      <a:pt x="5905" y="33"/>
                      <a:pt x="3785" y="1"/>
                    </a:cubicBezTo>
                    <a:close/>
                    <a:moveTo>
                      <a:pt x="751" y="11124"/>
                    </a:moveTo>
                    <a:lnTo>
                      <a:pt x="751" y="33338"/>
                    </a:lnTo>
                    <a:lnTo>
                      <a:pt x="6786" y="33338"/>
                    </a:lnTo>
                    <a:lnTo>
                      <a:pt x="6786" y="11124"/>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6"/>
              <p:cNvSpPr/>
              <p:nvPr/>
            </p:nvSpPr>
            <p:spPr>
              <a:xfrm>
                <a:off x="2614475" y="2418700"/>
                <a:ext cx="425700" cy="842475"/>
              </a:xfrm>
              <a:custGeom>
                <a:avLst/>
                <a:gdLst/>
                <a:ahLst/>
                <a:cxnLst/>
                <a:rect l="l" t="t" r="r" b="b"/>
                <a:pathLst>
                  <a:path w="17028" h="33699" extrusionOk="0">
                    <a:moveTo>
                      <a:pt x="12323" y="0"/>
                    </a:moveTo>
                    <a:cubicBezTo>
                      <a:pt x="12238" y="0"/>
                      <a:pt x="12154" y="1"/>
                      <a:pt x="12070" y="3"/>
                    </a:cubicBezTo>
                    <a:cubicBezTo>
                      <a:pt x="6916" y="3"/>
                      <a:pt x="4143" y="3362"/>
                      <a:pt x="4143" y="8647"/>
                    </a:cubicBezTo>
                    <a:lnTo>
                      <a:pt x="4143" y="11452"/>
                    </a:lnTo>
                    <a:lnTo>
                      <a:pt x="0" y="11452"/>
                    </a:lnTo>
                    <a:lnTo>
                      <a:pt x="0" y="16737"/>
                    </a:lnTo>
                    <a:lnTo>
                      <a:pt x="4143" y="16737"/>
                    </a:lnTo>
                    <a:lnTo>
                      <a:pt x="4143" y="33699"/>
                    </a:lnTo>
                    <a:lnTo>
                      <a:pt x="10112" y="33699"/>
                    </a:lnTo>
                    <a:lnTo>
                      <a:pt x="10112" y="16737"/>
                    </a:lnTo>
                    <a:lnTo>
                      <a:pt x="17028" y="16737"/>
                    </a:lnTo>
                    <a:lnTo>
                      <a:pt x="17028" y="11452"/>
                    </a:lnTo>
                    <a:lnTo>
                      <a:pt x="10112" y="11452"/>
                    </a:lnTo>
                    <a:lnTo>
                      <a:pt x="10112" y="8745"/>
                    </a:lnTo>
                    <a:cubicBezTo>
                      <a:pt x="10112" y="6690"/>
                      <a:pt x="11026" y="5841"/>
                      <a:pt x="12722" y="5613"/>
                    </a:cubicBezTo>
                    <a:cubicBezTo>
                      <a:pt x="12939" y="5599"/>
                      <a:pt x="13155" y="5591"/>
                      <a:pt x="13371" y="5591"/>
                    </a:cubicBezTo>
                    <a:cubicBezTo>
                      <a:pt x="14612" y="5591"/>
                      <a:pt x="15823" y="5835"/>
                      <a:pt x="16963" y="6363"/>
                    </a:cubicBezTo>
                    <a:lnTo>
                      <a:pt x="17028" y="948"/>
                    </a:lnTo>
                    <a:cubicBezTo>
                      <a:pt x="15540" y="298"/>
                      <a:pt x="13934" y="0"/>
                      <a:pt x="123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6"/>
              <p:cNvSpPr/>
              <p:nvPr/>
            </p:nvSpPr>
            <p:spPr>
              <a:xfrm>
                <a:off x="3994300" y="2541075"/>
                <a:ext cx="425700" cy="734000"/>
              </a:xfrm>
              <a:custGeom>
                <a:avLst/>
                <a:gdLst/>
                <a:ahLst/>
                <a:cxnLst/>
                <a:rect l="l" t="t" r="r" b="b"/>
                <a:pathLst>
                  <a:path w="17028" h="29360" extrusionOk="0">
                    <a:moveTo>
                      <a:pt x="3001" y="0"/>
                    </a:moveTo>
                    <a:lnTo>
                      <a:pt x="3001" y="6590"/>
                    </a:lnTo>
                    <a:lnTo>
                      <a:pt x="0" y="6590"/>
                    </a:lnTo>
                    <a:lnTo>
                      <a:pt x="0" y="11907"/>
                    </a:lnTo>
                    <a:lnTo>
                      <a:pt x="3001" y="11907"/>
                    </a:lnTo>
                    <a:lnTo>
                      <a:pt x="3001" y="20453"/>
                    </a:lnTo>
                    <a:cubicBezTo>
                      <a:pt x="3001" y="26259"/>
                      <a:pt x="5806" y="29358"/>
                      <a:pt x="11319" y="29358"/>
                    </a:cubicBezTo>
                    <a:cubicBezTo>
                      <a:pt x="11386" y="29359"/>
                      <a:pt x="11452" y="29360"/>
                      <a:pt x="11518" y="29360"/>
                    </a:cubicBezTo>
                    <a:cubicBezTo>
                      <a:pt x="13440" y="29360"/>
                      <a:pt x="15325" y="28905"/>
                      <a:pt x="17028" y="28054"/>
                    </a:cubicBezTo>
                    <a:lnTo>
                      <a:pt x="14744" y="23226"/>
                    </a:lnTo>
                    <a:cubicBezTo>
                      <a:pt x="13994" y="23552"/>
                      <a:pt x="13146" y="23780"/>
                      <a:pt x="12330" y="23813"/>
                    </a:cubicBezTo>
                    <a:cubicBezTo>
                      <a:pt x="10504" y="23813"/>
                      <a:pt x="9003" y="22802"/>
                      <a:pt x="9003" y="20062"/>
                    </a:cubicBezTo>
                    <a:lnTo>
                      <a:pt x="9003" y="11907"/>
                    </a:lnTo>
                    <a:lnTo>
                      <a:pt x="17028" y="11907"/>
                    </a:lnTo>
                    <a:lnTo>
                      <a:pt x="17028" y="6590"/>
                    </a:lnTo>
                    <a:lnTo>
                      <a:pt x="9003" y="6590"/>
                    </a:lnTo>
                    <a:lnTo>
                      <a:pt x="900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6"/>
              <p:cNvSpPr/>
              <p:nvPr/>
            </p:nvSpPr>
            <p:spPr>
              <a:xfrm>
                <a:off x="5206925" y="2689500"/>
                <a:ext cx="601875" cy="585550"/>
              </a:xfrm>
              <a:custGeom>
                <a:avLst/>
                <a:gdLst/>
                <a:ahLst/>
                <a:cxnLst/>
                <a:rect l="l" t="t" r="r" b="b"/>
                <a:pathLst>
                  <a:path w="24075" h="23422" extrusionOk="0">
                    <a:moveTo>
                      <a:pt x="12005" y="5546"/>
                    </a:moveTo>
                    <a:cubicBezTo>
                      <a:pt x="15365" y="5546"/>
                      <a:pt x="17909" y="8090"/>
                      <a:pt x="17909" y="11711"/>
                    </a:cubicBezTo>
                    <a:cubicBezTo>
                      <a:pt x="17909" y="15332"/>
                      <a:pt x="15332" y="17876"/>
                      <a:pt x="12005" y="17876"/>
                    </a:cubicBezTo>
                    <a:cubicBezTo>
                      <a:pt x="8645" y="17876"/>
                      <a:pt x="6133" y="15299"/>
                      <a:pt x="6133" y="11711"/>
                    </a:cubicBezTo>
                    <a:lnTo>
                      <a:pt x="6166" y="11711"/>
                    </a:lnTo>
                    <a:cubicBezTo>
                      <a:pt x="6166" y="8090"/>
                      <a:pt x="8612" y="5546"/>
                      <a:pt x="12005" y="5546"/>
                    </a:cubicBezTo>
                    <a:close/>
                    <a:moveTo>
                      <a:pt x="12038" y="0"/>
                    </a:moveTo>
                    <a:cubicBezTo>
                      <a:pt x="5090" y="0"/>
                      <a:pt x="1" y="4991"/>
                      <a:pt x="1" y="11711"/>
                    </a:cubicBezTo>
                    <a:cubicBezTo>
                      <a:pt x="1" y="18431"/>
                      <a:pt x="5155" y="23421"/>
                      <a:pt x="12038" y="23421"/>
                    </a:cubicBezTo>
                    <a:cubicBezTo>
                      <a:pt x="18920" y="23421"/>
                      <a:pt x="24074" y="18398"/>
                      <a:pt x="24074" y="11711"/>
                    </a:cubicBezTo>
                    <a:cubicBezTo>
                      <a:pt x="24074" y="5024"/>
                      <a:pt x="19018" y="0"/>
                      <a:pt x="120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56"/>
              <p:cNvSpPr/>
              <p:nvPr/>
            </p:nvSpPr>
            <p:spPr>
              <a:xfrm>
                <a:off x="5884600" y="2689500"/>
                <a:ext cx="525225" cy="570875"/>
              </a:xfrm>
              <a:custGeom>
                <a:avLst/>
                <a:gdLst/>
                <a:ahLst/>
                <a:cxnLst/>
                <a:rect l="l" t="t" r="r" b="b"/>
                <a:pathLst>
                  <a:path w="21009" h="22835" extrusionOk="0">
                    <a:moveTo>
                      <a:pt x="12364" y="0"/>
                    </a:moveTo>
                    <a:cubicBezTo>
                      <a:pt x="9885" y="0"/>
                      <a:pt x="7438" y="881"/>
                      <a:pt x="5840" y="3230"/>
                    </a:cubicBezTo>
                    <a:lnTo>
                      <a:pt x="5840" y="620"/>
                    </a:lnTo>
                    <a:lnTo>
                      <a:pt x="1" y="620"/>
                    </a:lnTo>
                    <a:lnTo>
                      <a:pt x="1" y="22834"/>
                    </a:lnTo>
                    <a:lnTo>
                      <a:pt x="5905" y="22834"/>
                    </a:lnTo>
                    <a:lnTo>
                      <a:pt x="5905" y="10667"/>
                    </a:lnTo>
                    <a:cubicBezTo>
                      <a:pt x="5905" y="7340"/>
                      <a:pt x="7862" y="5644"/>
                      <a:pt x="10668" y="5644"/>
                    </a:cubicBezTo>
                    <a:cubicBezTo>
                      <a:pt x="13375" y="5644"/>
                      <a:pt x="14973" y="7405"/>
                      <a:pt x="14973" y="10602"/>
                    </a:cubicBezTo>
                    <a:lnTo>
                      <a:pt x="14973" y="22834"/>
                    </a:lnTo>
                    <a:lnTo>
                      <a:pt x="21008" y="22834"/>
                    </a:lnTo>
                    <a:lnTo>
                      <a:pt x="21008" y="8710"/>
                    </a:lnTo>
                    <a:cubicBezTo>
                      <a:pt x="21008" y="3556"/>
                      <a:pt x="17420" y="0"/>
                      <a:pt x="123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56"/>
              <p:cNvSpPr/>
              <p:nvPr/>
            </p:nvSpPr>
            <p:spPr>
              <a:xfrm>
                <a:off x="4724150" y="2691950"/>
                <a:ext cx="487700" cy="586350"/>
              </a:xfrm>
              <a:custGeom>
                <a:avLst/>
                <a:gdLst/>
                <a:ahLst/>
                <a:cxnLst/>
                <a:rect l="l" t="t" r="r" b="b"/>
                <a:pathLst>
                  <a:path w="19508" h="23454" extrusionOk="0">
                    <a:moveTo>
                      <a:pt x="11842" y="0"/>
                    </a:moveTo>
                    <a:cubicBezTo>
                      <a:pt x="10504" y="0"/>
                      <a:pt x="9167" y="196"/>
                      <a:pt x="7895" y="555"/>
                    </a:cubicBezTo>
                    <a:cubicBezTo>
                      <a:pt x="6297" y="1044"/>
                      <a:pt x="4894" y="1860"/>
                      <a:pt x="3654" y="3001"/>
                    </a:cubicBezTo>
                    <a:cubicBezTo>
                      <a:pt x="1306" y="5252"/>
                      <a:pt x="1" y="8416"/>
                      <a:pt x="66" y="11678"/>
                    </a:cubicBezTo>
                    <a:cubicBezTo>
                      <a:pt x="1" y="14940"/>
                      <a:pt x="1306" y="18072"/>
                      <a:pt x="3622" y="20322"/>
                    </a:cubicBezTo>
                    <a:cubicBezTo>
                      <a:pt x="4829" y="21431"/>
                      <a:pt x="6264" y="22280"/>
                      <a:pt x="7862" y="22769"/>
                    </a:cubicBezTo>
                    <a:cubicBezTo>
                      <a:pt x="9167" y="23193"/>
                      <a:pt x="10537" y="23454"/>
                      <a:pt x="11940" y="23454"/>
                    </a:cubicBezTo>
                    <a:cubicBezTo>
                      <a:pt x="13049" y="23454"/>
                      <a:pt x="14125" y="23323"/>
                      <a:pt x="15234" y="23030"/>
                    </a:cubicBezTo>
                    <a:cubicBezTo>
                      <a:pt x="16833" y="22573"/>
                      <a:pt x="18301" y="21823"/>
                      <a:pt x="19508" y="20714"/>
                    </a:cubicBezTo>
                    <a:lnTo>
                      <a:pt x="16474" y="15495"/>
                    </a:lnTo>
                    <a:cubicBezTo>
                      <a:pt x="15365" y="16767"/>
                      <a:pt x="13799" y="17582"/>
                      <a:pt x="12135" y="17745"/>
                    </a:cubicBezTo>
                    <a:lnTo>
                      <a:pt x="11646" y="17745"/>
                    </a:lnTo>
                    <a:lnTo>
                      <a:pt x="10700" y="17615"/>
                    </a:lnTo>
                    <a:cubicBezTo>
                      <a:pt x="9004" y="17321"/>
                      <a:pt x="7536" y="16212"/>
                      <a:pt x="6786" y="14614"/>
                    </a:cubicBezTo>
                    <a:cubicBezTo>
                      <a:pt x="6329" y="13668"/>
                      <a:pt x="6133" y="12624"/>
                      <a:pt x="6133" y="11580"/>
                    </a:cubicBezTo>
                    <a:cubicBezTo>
                      <a:pt x="6133" y="10471"/>
                      <a:pt x="6329" y="9395"/>
                      <a:pt x="6818" y="8416"/>
                    </a:cubicBezTo>
                    <a:cubicBezTo>
                      <a:pt x="7601" y="6883"/>
                      <a:pt x="9069" y="5774"/>
                      <a:pt x="10798" y="5546"/>
                    </a:cubicBezTo>
                    <a:lnTo>
                      <a:pt x="12038" y="5546"/>
                    </a:lnTo>
                    <a:cubicBezTo>
                      <a:pt x="13766" y="5676"/>
                      <a:pt x="15365" y="6426"/>
                      <a:pt x="16441" y="7764"/>
                    </a:cubicBezTo>
                    <a:lnTo>
                      <a:pt x="19344" y="2675"/>
                    </a:lnTo>
                    <a:cubicBezTo>
                      <a:pt x="18138" y="1566"/>
                      <a:pt x="16670" y="816"/>
                      <a:pt x="15071" y="392"/>
                    </a:cubicBezTo>
                    <a:cubicBezTo>
                      <a:pt x="13995" y="98"/>
                      <a:pt x="12951" y="0"/>
                      <a:pt x="11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56"/>
              <p:cNvSpPr/>
              <p:nvPr/>
            </p:nvSpPr>
            <p:spPr>
              <a:xfrm>
                <a:off x="1185725" y="2341275"/>
                <a:ext cx="820400" cy="1010975"/>
              </a:xfrm>
              <a:custGeom>
                <a:avLst/>
                <a:gdLst/>
                <a:ahLst/>
                <a:cxnLst/>
                <a:rect l="l" t="t" r="r" b="b"/>
                <a:pathLst>
                  <a:path w="32816" h="40439" extrusionOk="0">
                    <a:moveTo>
                      <a:pt x="5187" y="1"/>
                    </a:moveTo>
                    <a:cubicBezTo>
                      <a:pt x="3425" y="1"/>
                      <a:pt x="1762" y="947"/>
                      <a:pt x="881" y="2480"/>
                    </a:cubicBezTo>
                    <a:cubicBezTo>
                      <a:pt x="0" y="4045"/>
                      <a:pt x="0" y="5905"/>
                      <a:pt x="881" y="7471"/>
                    </a:cubicBezTo>
                    <a:lnTo>
                      <a:pt x="18496" y="38003"/>
                    </a:lnTo>
                    <a:cubicBezTo>
                      <a:pt x="19431" y="39569"/>
                      <a:pt x="21105" y="40438"/>
                      <a:pt x="22814" y="40438"/>
                    </a:cubicBezTo>
                    <a:cubicBezTo>
                      <a:pt x="23668" y="40438"/>
                      <a:pt x="24530" y="40221"/>
                      <a:pt x="25313" y="39764"/>
                    </a:cubicBezTo>
                    <a:cubicBezTo>
                      <a:pt x="26064" y="39308"/>
                      <a:pt x="26651" y="38720"/>
                      <a:pt x="27075" y="38003"/>
                    </a:cubicBezTo>
                    <a:lnTo>
                      <a:pt x="27629" y="36992"/>
                    </a:lnTo>
                    <a:lnTo>
                      <a:pt x="19540" y="22900"/>
                    </a:lnTo>
                    <a:lnTo>
                      <a:pt x="24694" y="14060"/>
                    </a:lnTo>
                    <a:lnTo>
                      <a:pt x="14418" y="14060"/>
                    </a:lnTo>
                    <a:lnTo>
                      <a:pt x="11222" y="8482"/>
                    </a:lnTo>
                    <a:lnTo>
                      <a:pt x="27923" y="8482"/>
                    </a:lnTo>
                    <a:lnTo>
                      <a:pt x="3281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56"/>
              <p:cNvSpPr/>
              <p:nvPr/>
            </p:nvSpPr>
            <p:spPr>
              <a:xfrm>
                <a:off x="1835675" y="2341275"/>
                <a:ext cx="491775" cy="784525"/>
              </a:xfrm>
              <a:custGeom>
                <a:avLst/>
                <a:gdLst/>
                <a:ahLst/>
                <a:cxnLst/>
                <a:rect l="l" t="t" r="r" b="b"/>
                <a:pathLst>
                  <a:path w="19671" h="31381" extrusionOk="0">
                    <a:moveTo>
                      <a:pt x="13277" y="1"/>
                    </a:moveTo>
                    <a:lnTo>
                      <a:pt x="0" y="22900"/>
                    </a:lnTo>
                    <a:lnTo>
                      <a:pt x="4861" y="31381"/>
                    </a:lnTo>
                    <a:lnTo>
                      <a:pt x="18724" y="7405"/>
                    </a:lnTo>
                    <a:cubicBezTo>
                      <a:pt x="19670" y="5905"/>
                      <a:pt x="19670" y="4045"/>
                      <a:pt x="18757" y="2480"/>
                    </a:cubicBezTo>
                    <a:cubicBezTo>
                      <a:pt x="17876" y="947"/>
                      <a:pt x="16245" y="1"/>
                      <a:pt x="144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 name="Google Shape;828;p56"/>
            <p:cNvGrpSpPr/>
            <p:nvPr/>
          </p:nvGrpSpPr>
          <p:grpSpPr>
            <a:xfrm>
              <a:off x="827270" y="3555320"/>
              <a:ext cx="4072785" cy="572691"/>
              <a:chOff x="1188975" y="2480575"/>
              <a:chExt cx="5220850" cy="734125"/>
            </a:xfrm>
          </p:grpSpPr>
          <p:sp>
            <p:nvSpPr>
              <p:cNvPr id="829" name="Google Shape;829;p56"/>
              <p:cNvSpPr/>
              <p:nvPr/>
            </p:nvSpPr>
            <p:spPr>
              <a:xfrm>
                <a:off x="1188975" y="2662575"/>
                <a:ext cx="142750" cy="174550"/>
              </a:xfrm>
              <a:custGeom>
                <a:avLst/>
                <a:gdLst/>
                <a:ahLst/>
                <a:cxnLst/>
                <a:rect l="l" t="t" r="r" b="b"/>
                <a:pathLst>
                  <a:path w="5710" h="6982" extrusionOk="0">
                    <a:moveTo>
                      <a:pt x="4763" y="1"/>
                    </a:moveTo>
                    <a:cubicBezTo>
                      <a:pt x="4013" y="784"/>
                      <a:pt x="3393" y="1632"/>
                      <a:pt x="2871" y="2545"/>
                    </a:cubicBezTo>
                    <a:lnTo>
                      <a:pt x="2088" y="2121"/>
                    </a:lnTo>
                    <a:cubicBezTo>
                      <a:pt x="1995" y="1623"/>
                      <a:pt x="1545" y="1303"/>
                      <a:pt x="1051" y="1303"/>
                    </a:cubicBezTo>
                    <a:cubicBezTo>
                      <a:pt x="1027" y="1303"/>
                      <a:pt x="1003" y="1304"/>
                      <a:pt x="979" y="1306"/>
                    </a:cubicBezTo>
                    <a:cubicBezTo>
                      <a:pt x="392" y="1371"/>
                      <a:pt x="1" y="1925"/>
                      <a:pt x="66" y="2480"/>
                    </a:cubicBezTo>
                    <a:cubicBezTo>
                      <a:pt x="126" y="3024"/>
                      <a:pt x="579" y="3400"/>
                      <a:pt x="1087" y="3400"/>
                    </a:cubicBezTo>
                    <a:cubicBezTo>
                      <a:pt x="1127" y="3400"/>
                      <a:pt x="1167" y="3398"/>
                      <a:pt x="1208" y="3393"/>
                    </a:cubicBezTo>
                    <a:cubicBezTo>
                      <a:pt x="1338" y="3361"/>
                      <a:pt x="1436" y="3361"/>
                      <a:pt x="1534" y="3295"/>
                    </a:cubicBezTo>
                    <a:lnTo>
                      <a:pt x="2317" y="3720"/>
                    </a:lnTo>
                    <a:cubicBezTo>
                      <a:pt x="1893" y="4665"/>
                      <a:pt x="1567" y="5677"/>
                      <a:pt x="1403" y="6721"/>
                    </a:cubicBezTo>
                    <a:lnTo>
                      <a:pt x="2676" y="6982"/>
                    </a:lnTo>
                    <a:cubicBezTo>
                      <a:pt x="3067" y="4698"/>
                      <a:pt x="4111" y="2610"/>
                      <a:pt x="5709" y="947"/>
                    </a:cubicBezTo>
                    <a:lnTo>
                      <a:pt x="47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6"/>
              <p:cNvSpPr/>
              <p:nvPr/>
            </p:nvSpPr>
            <p:spPr>
              <a:xfrm>
                <a:off x="1400200" y="2480575"/>
                <a:ext cx="211225" cy="144525"/>
              </a:xfrm>
              <a:custGeom>
                <a:avLst/>
                <a:gdLst/>
                <a:ahLst/>
                <a:cxnLst/>
                <a:rect l="l" t="t" r="r" b="b"/>
                <a:pathLst>
                  <a:path w="8449" h="5781" extrusionOk="0">
                    <a:moveTo>
                      <a:pt x="3881" y="0"/>
                    </a:moveTo>
                    <a:cubicBezTo>
                      <a:pt x="3838" y="0"/>
                      <a:pt x="3795" y="2"/>
                      <a:pt x="3752" y="7"/>
                    </a:cubicBezTo>
                    <a:cubicBezTo>
                      <a:pt x="3067" y="104"/>
                      <a:pt x="2610" y="692"/>
                      <a:pt x="2708" y="1409"/>
                    </a:cubicBezTo>
                    <a:cubicBezTo>
                      <a:pt x="2740" y="1833"/>
                      <a:pt x="3034" y="2192"/>
                      <a:pt x="3393" y="2355"/>
                    </a:cubicBezTo>
                    <a:lnTo>
                      <a:pt x="3523" y="3464"/>
                    </a:lnTo>
                    <a:cubicBezTo>
                      <a:pt x="2284" y="3660"/>
                      <a:pt x="1109" y="4019"/>
                      <a:pt x="0" y="4573"/>
                    </a:cubicBezTo>
                    <a:lnTo>
                      <a:pt x="555" y="5780"/>
                    </a:lnTo>
                    <a:cubicBezTo>
                      <a:pt x="2153" y="4997"/>
                      <a:pt x="3882" y="4606"/>
                      <a:pt x="5644" y="4606"/>
                    </a:cubicBezTo>
                    <a:cubicBezTo>
                      <a:pt x="6524" y="4606"/>
                      <a:pt x="7340" y="4704"/>
                      <a:pt x="8188" y="4867"/>
                    </a:cubicBezTo>
                    <a:lnTo>
                      <a:pt x="8449" y="3595"/>
                    </a:lnTo>
                    <a:cubicBezTo>
                      <a:pt x="7535" y="3399"/>
                      <a:pt x="6622" y="3301"/>
                      <a:pt x="5644" y="3301"/>
                    </a:cubicBezTo>
                    <a:lnTo>
                      <a:pt x="4795" y="3301"/>
                    </a:lnTo>
                    <a:lnTo>
                      <a:pt x="4665" y="2225"/>
                    </a:lnTo>
                    <a:cubicBezTo>
                      <a:pt x="4991" y="1964"/>
                      <a:pt x="5187" y="1540"/>
                      <a:pt x="5122" y="1116"/>
                    </a:cubicBezTo>
                    <a:cubicBezTo>
                      <a:pt x="5030" y="444"/>
                      <a:pt x="4509" y="0"/>
                      <a:pt x="38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6"/>
              <p:cNvSpPr/>
              <p:nvPr/>
            </p:nvSpPr>
            <p:spPr>
              <a:xfrm>
                <a:off x="1698675" y="2613650"/>
                <a:ext cx="148425" cy="154975"/>
              </a:xfrm>
              <a:custGeom>
                <a:avLst/>
                <a:gdLst/>
                <a:ahLst/>
                <a:cxnLst/>
                <a:rect l="l" t="t" r="r" b="b"/>
                <a:pathLst>
                  <a:path w="5937" h="6199" extrusionOk="0">
                    <a:moveTo>
                      <a:pt x="685" y="1"/>
                    </a:moveTo>
                    <a:lnTo>
                      <a:pt x="0" y="1110"/>
                    </a:lnTo>
                    <a:cubicBezTo>
                      <a:pt x="1925" y="2349"/>
                      <a:pt x="3425" y="4111"/>
                      <a:pt x="4371" y="6198"/>
                    </a:cubicBezTo>
                    <a:lnTo>
                      <a:pt x="5546" y="5677"/>
                    </a:lnTo>
                    <a:cubicBezTo>
                      <a:pt x="5121" y="4698"/>
                      <a:pt x="4567" y="3817"/>
                      <a:pt x="3947" y="2969"/>
                    </a:cubicBezTo>
                    <a:lnTo>
                      <a:pt x="4600" y="2349"/>
                    </a:lnTo>
                    <a:cubicBezTo>
                      <a:pt x="4695" y="2388"/>
                      <a:pt x="4768" y="2403"/>
                      <a:pt x="4832" y="2403"/>
                    </a:cubicBezTo>
                    <a:cubicBezTo>
                      <a:pt x="4877" y="2403"/>
                      <a:pt x="4918" y="2395"/>
                      <a:pt x="4958" y="2382"/>
                    </a:cubicBezTo>
                    <a:cubicBezTo>
                      <a:pt x="5513" y="2317"/>
                      <a:pt x="5937" y="1795"/>
                      <a:pt x="5839" y="1208"/>
                    </a:cubicBezTo>
                    <a:cubicBezTo>
                      <a:pt x="5778" y="691"/>
                      <a:pt x="5350" y="288"/>
                      <a:pt x="4816" y="288"/>
                    </a:cubicBezTo>
                    <a:cubicBezTo>
                      <a:pt x="4777" y="288"/>
                      <a:pt x="4738" y="290"/>
                      <a:pt x="4697" y="294"/>
                    </a:cubicBezTo>
                    <a:cubicBezTo>
                      <a:pt x="4176" y="359"/>
                      <a:pt x="3784" y="849"/>
                      <a:pt x="3784" y="1371"/>
                    </a:cubicBezTo>
                    <a:lnTo>
                      <a:pt x="3066" y="1990"/>
                    </a:lnTo>
                    <a:cubicBezTo>
                      <a:pt x="2349" y="1240"/>
                      <a:pt x="1566" y="588"/>
                      <a:pt x="6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6"/>
              <p:cNvSpPr/>
              <p:nvPr/>
            </p:nvSpPr>
            <p:spPr>
              <a:xfrm>
                <a:off x="1308850" y="2926000"/>
                <a:ext cx="482800" cy="196550"/>
              </a:xfrm>
              <a:custGeom>
                <a:avLst/>
                <a:gdLst/>
                <a:ahLst/>
                <a:cxnLst/>
                <a:rect l="l" t="t" r="r" b="b"/>
                <a:pathLst>
                  <a:path w="19312" h="7862" extrusionOk="0">
                    <a:moveTo>
                      <a:pt x="19312" y="0"/>
                    </a:moveTo>
                    <a:lnTo>
                      <a:pt x="19312" y="0"/>
                    </a:lnTo>
                    <a:cubicBezTo>
                      <a:pt x="18138" y="783"/>
                      <a:pt x="16767" y="1435"/>
                      <a:pt x="15137" y="1990"/>
                    </a:cubicBezTo>
                    <a:cubicBezTo>
                      <a:pt x="13147" y="2642"/>
                      <a:pt x="10798" y="3066"/>
                      <a:pt x="8384" y="3197"/>
                    </a:cubicBezTo>
                    <a:cubicBezTo>
                      <a:pt x="7732" y="3229"/>
                      <a:pt x="7079" y="3262"/>
                      <a:pt x="6394" y="3262"/>
                    </a:cubicBezTo>
                    <a:cubicBezTo>
                      <a:pt x="4926" y="3262"/>
                      <a:pt x="3459" y="3164"/>
                      <a:pt x="2186" y="2936"/>
                    </a:cubicBezTo>
                    <a:cubicBezTo>
                      <a:pt x="1534" y="2838"/>
                      <a:pt x="751" y="2675"/>
                      <a:pt x="1" y="2414"/>
                    </a:cubicBezTo>
                    <a:lnTo>
                      <a:pt x="1" y="2414"/>
                    </a:lnTo>
                    <a:cubicBezTo>
                      <a:pt x="1795" y="5643"/>
                      <a:pt x="5253" y="7861"/>
                      <a:pt x="9167" y="7861"/>
                    </a:cubicBezTo>
                    <a:cubicBezTo>
                      <a:pt x="14027" y="7861"/>
                      <a:pt x="18138" y="4534"/>
                      <a:pt x="193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6"/>
              <p:cNvSpPr/>
              <p:nvPr/>
            </p:nvSpPr>
            <p:spPr>
              <a:xfrm>
                <a:off x="1282775" y="2628325"/>
                <a:ext cx="517850" cy="346650"/>
              </a:xfrm>
              <a:custGeom>
                <a:avLst/>
                <a:gdLst/>
                <a:ahLst/>
                <a:cxnLst/>
                <a:rect l="l" t="t" r="r" b="b"/>
                <a:pathLst>
                  <a:path w="20714" h="13866" extrusionOk="0">
                    <a:moveTo>
                      <a:pt x="14744" y="5024"/>
                    </a:moveTo>
                    <a:cubicBezTo>
                      <a:pt x="16049" y="5024"/>
                      <a:pt x="17060" y="6101"/>
                      <a:pt x="17060" y="7406"/>
                    </a:cubicBezTo>
                    <a:cubicBezTo>
                      <a:pt x="17060" y="8710"/>
                      <a:pt x="16049" y="9754"/>
                      <a:pt x="14744" y="9754"/>
                    </a:cubicBezTo>
                    <a:cubicBezTo>
                      <a:pt x="13472" y="9754"/>
                      <a:pt x="12461" y="8678"/>
                      <a:pt x="12461" y="7406"/>
                    </a:cubicBezTo>
                    <a:cubicBezTo>
                      <a:pt x="12461" y="6101"/>
                      <a:pt x="13505" y="5024"/>
                      <a:pt x="14744" y="5024"/>
                    </a:cubicBezTo>
                    <a:close/>
                    <a:moveTo>
                      <a:pt x="6687" y="4926"/>
                    </a:moveTo>
                    <a:cubicBezTo>
                      <a:pt x="8449" y="4926"/>
                      <a:pt x="9819" y="6362"/>
                      <a:pt x="9819" y="8123"/>
                    </a:cubicBezTo>
                    <a:cubicBezTo>
                      <a:pt x="9819" y="9885"/>
                      <a:pt x="8416" y="11320"/>
                      <a:pt x="6687" y="11320"/>
                    </a:cubicBezTo>
                    <a:cubicBezTo>
                      <a:pt x="4958" y="11320"/>
                      <a:pt x="3556" y="9885"/>
                      <a:pt x="3556" y="8123"/>
                    </a:cubicBezTo>
                    <a:cubicBezTo>
                      <a:pt x="3556" y="6362"/>
                      <a:pt x="4958" y="4926"/>
                      <a:pt x="6687" y="4926"/>
                    </a:cubicBezTo>
                    <a:close/>
                    <a:moveTo>
                      <a:pt x="10341" y="1"/>
                    </a:moveTo>
                    <a:cubicBezTo>
                      <a:pt x="4665" y="1"/>
                      <a:pt x="0" y="4633"/>
                      <a:pt x="0" y="10341"/>
                    </a:cubicBezTo>
                    <a:cubicBezTo>
                      <a:pt x="0" y="11059"/>
                      <a:pt x="98" y="11809"/>
                      <a:pt x="228" y="12527"/>
                    </a:cubicBezTo>
                    <a:cubicBezTo>
                      <a:pt x="1192" y="13243"/>
                      <a:pt x="3830" y="13866"/>
                      <a:pt x="7338" y="13866"/>
                    </a:cubicBezTo>
                    <a:cubicBezTo>
                      <a:pt x="7984" y="13866"/>
                      <a:pt x="8661" y="13845"/>
                      <a:pt x="9362" y="13799"/>
                    </a:cubicBezTo>
                    <a:cubicBezTo>
                      <a:pt x="14255" y="13505"/>
                      <a:pt x="18365" y="12135"/>
                      <a:pt x="20714" y="10048"/>
                    </a:cubicBezTo>
                    <a:cubicBezTo>
                      <a:pt x="20714" y="9722"/>
                      <a:pt x="20681" y="9363"/>
                      <a:pt x="20616" y="9037"/>
                    </a:cubicBezTo>
                    <a:cubicBezTo>
                      <a:pt x="19996" y="3883"/>
                      <a:pt x="15560" y="1"/>
                      <a:pt x="103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6"/>
              <p:cNvSpPr/>
              <p:nvPr/>
            </p:nvSpPr>
            <p:spPr>
              <a:xfrm>
                <a:off x="3930675" y="2772675"/>
                <a:ext cx="265875" cy="317250"/>
              </a:xfrm>
              <a:custGeom>
                <a:avLst/>
                <a:gdLst/>
                <a:ahLst/>
                <a:cxnLst/>
                <a:rect l="l" t="t" r="r" b="b"/>
                <a:pathLst>
                  <a:path w="10635" h="12690" extrusionOk="0">
                    <a:moveTo>
                      <a:pt x="6199" y="1"/>
                    </a:moveTo>
                    <a:cubicBezTo>
                      <a:pt x="2512" y="1"/>
                      <a:pt x="1" y="2741"/>
                      <a:pt x="1" y="6329"/>
                    </a:cubicBezTo>
                    <a:cubicBezTo>
                      <a:pt x="1" y="9950"/>
                      <a:pt x="2512" y="12690"/>
                      <a:pt x="6199" y="12690"/>
                    </a:cubicBezTo>
                    <a:cubicBezTo>
                      <a:pt x="7960" y="12690"/>
                      <a:pt x="9526" y="12005"/>
                      <a:pt x="10635" y="10765"/>
                    </a:cubicBezTo>
                    <a:lnTo>
                      <a:pt x="9461" y="9460"/>
                    </a:lnTo>
                    <a:cubicBezTo>
                      <a:pt x="8612" y="10276"/>
                      <a:pt x="7471" y="10896"/>
                      <a:pt x="6166" y="10896"/>
                    </a:cubicBezTo>
                    <a:cubicBezTo>
                      <a:pt x="3752" y="10896"/>
                      <a:pt x="1925" y="9004"/>
                      <a:pt x="1925" y="6361"/>
                    </a:cubicBezTo>
                    <a:cubicBezTo>
                      <a:pt x="1925" y="3719"/>
                      <a:pt x="3752" y="1827"/>
                      <a:pt x="6166" y="1827"/>
                    </a:cubicBezTo>
                    <a:cubicBezTo>
                      <a:pt x="7438" y="1827"/>
                      <a:pt x="8515" y="2349"/>
                      <a:pt x="9428" y="3230"/>
                    </a:cubicBezTo>
                    <a:lnTo>
                      <a:pt x="10635" y="1925"/>
                    </a:lnTo>
                    <a:cubicBezTo>
                      <a:pt x="9558" y="718"/>
                      <a:pt x="7960" y="33"/>
                      <a:pt x="61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6"/>
              <p:cNvSpPr/>
              <p:nvPr/>
            </p:nvSpPr>
            <p:spPr>
              <a:xfrm>
                <a:off x="4213650" y="2773500"/>
                <a:ext cx="315625" cy="316425"/>
              </a:xfrm>
              <a:custGeom>
                <a:avLst/>
                <a:gdLst/>
                <a:ahLst/>
                <a:cxnLst/>
                <a:rect l="l" t="t" r="r" b="b"/>
                <a:pathLst>
                  <a:path w="12625" h="12657" extrusionOk="0">
                    <a:moveTo>
                      <a:pt x="6329" y="1794"/>
                    </a:moveTo>
                    <a:cubicBezTo>
                      <a:pt x="8808" y="1794"/>
                      <a:pt x="10700" y="3686"/>
                      <a:pt x="10700" y="6328"/>
                    </a:cubicBezTo>
                    <a:cubicBezTo>
                      <a:pt x="10700" y="8938"/>
                      <a:pt x="8808" y="10863"/>
                      <a:pt x="6329" y="10863"/>
                    </a:cubicBezTo>
                    <a:cubicBezTo>
                      <a:pt x="3817" y="10863"/>
                      <a:pt x="1958" y="8971"/>
                      <a:pt x="1958" y="6328"/>
                    </a:cubicBezTo>
                    <a:cubicBezTo>
                      <a:pt x="1958" y="3686"/>
                      <a:pt x="3817" y="1794"/>
                      <a:pt x="6329" y="1794"/>
                    </a:cubicBezTo>
                    <a:close/>
                    <a:moveTo>
                      <a:pt x="6296" y="0"/>
                    </a:moveTo>
                    <a:cubicBezTo>
                      <a:pt x="2708" y="0"/>
                      <a:pt x="1" y="2708"/>
                      <a:pt x="1" y="6328"/>
                    </a:cubicBezTo>
                    <a:cubicBezTo>
                      <a:pt x="1" y="9949"/>
                      <a:pt x="2708" y="12657"/>
                      <a:pt x="6296" y="12657"/>
                    </a:cubicBezTo>
                    <a:cubicBezTo>
                      <a:pt x="9917" y="12657"/>
                      <a:pt x="12625" y="9949"/>
                      <a:pt x="12625" y="6328"/>
                    </a:cubicBezTo>
                    <a:cubicBezTo>
                      <a:pt x="12625" y="2708"/>
                      <a:pt x="9917" y="0"/>
                      <a:pt x="62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6"/>
              <p:cNvSpPr/>
              <p:nvPr/>
            </p:nvSpPr>
            <p:spPr>
              <a:xfrm>
                <a:off x="4566775" y="2772675"/>
                <a:ext cx="498275" cy="311550"/>
              </a:xfrm>
              <a:custGeom>
                <a:avLst/>
                <a:gdLst/>
                <a:ahLst/>
                <a:cxnLst/>
                <a:rect l="l" t="t" r="r" b="b"/>
                <a:pathLst>
                  <a:path w="19931" h="12462" extrusionOk="0">
                    <a:moveTo>
                      <a:pt x="5904" y="1"/>
                    </a:moveTo>
                    <a:cubicBezTo>
                      <a:pt x="4437" y="1"/>
                      <a:pt x="2871" y="555"/>
                      <a:pt x="1892" y="1990"/>
                    </a:cubicBezTo>
                    <a:lnTo>
                      <a:pt x="1892" y="261"/>
                    </a:lnTo>
                    <a:lnTo>
                      <a:pt x="0" y="261"/>
                    </a:lnTo>
                    <a:lnTo>
                      <a:pt x="0" y="12461"/>
                    </a:lnTo>
                    <a:lnTo>
                      <a:pt x="1892" y="12461"/>
                    </a:lnTo>
                    <a:lnTo>
                      <a:pt x="1892" y="5611"/>
                    </a:lnTo>
                    <a:cubicBezTo>
                      <a:pt x="1892" y="3263"/>
                      <a:pt x="3556" y="1860"/>
                      <a:pt x="5578" y="1860"/>
                    </a:cubicBezTo>
                    <a:cubicBezTo>
                      <a:pt x="7764" y="1860"/>
                      <a:pt x="9036" y="3230"/>
                      <a:pt x="9036" y="5546"/>
                    </a:cubicBezTo>
                    <a:lnTo>
                      <a:pt x="9036" y="12461"/>
                    </a:lnTo>
                    <a:lnTo>
                      <a:pt x="10928" y="12461"/>
                    </a:lnTo>
                    <a:lnTo>
                      <a:pt x="10928" y="5611"/>
                    </a:lnTo>
                    <a:cubicBezTo>
                      <a:pt x="10928" y="3263"/>
                      <a:pt x="12559" y="1860"/>
                      <a:pt x="14581" y="1860"/>
                    </a:cubicBezTo>
                    <a:cubicBezTo>
                      <a:pt x="16767" y="1860"/>
                      <a:pt x="18039" y="3230"/>
                      <a:pt x="18039" y="5546"/>
                    </a:cubicBezTo>
                    <a:lnTo>
                      <a:pt x="18039" y="12461"/>
                    </a:lnTo>
                    <a:lnTo>
                      <a:pt x="19931" y="12461"/>
                    </a:lnTo>
                    <a:lnTo>
                      <a:pt x="19931" y="4894"/>
                    </a:lnTo>
                    <a:cubicBezTo>
                      <a:pt x="19931" y="1958"/>
                      <a:pt x="17876" y="33"/>
                      <a:pt x="14908" y="1"/>
                    </a:cubicBezTo>
                    <a:cubicBezTo>
                      <a:pt x="13244" y="1"/>
                      <a:pt x="11352" y="686"/>
                      <a:pt x="10406" y="2578"/>
                    </a:cubicBezTo>
                    <a:cubicBezTo>
                      <a:pt x="9623" y="979"/>
                      <a:pt x="7992" y="1"/>
                      <a:pt x="59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6"/>
              <p:cNvSpPr/>
              <p:nvPr/>
            </p:nvSpPr>
            <p:spPr>
              <a:xfrm>
                <a:off x="5115600" y="2773500"/>
                <a:ext cx="305825" cy="438750"/>
              </a:xfrm>
              <a:custGeom>
                <a:avLst/>
                <a:gdLst/>
                <a:ahLst/>
                <a:cxnLst/>
                <a:rect l="l" t="t" r="r" b="b"/>
                <a:pathLst>
                  <a:path w="12233" h="17550" extrusionOk="0">
                    <a:moveTo>
                      <a:pt x="6035" y="1794"/>
                    </a:moveTo>
                    <a:cubicBezTo>
                      <a:pt x="8579" y="1794"/>
                      <a:pt x="10341" y="3817"/>
                      <a:pt x="10341" y="6328"/>
                    </a:cubicBezTo>
                    <a:cubicBezTo>
                      <a:pt x="10341" y="8808"/>
                      <a:pt x="8612" y="10863"/>
                      <a:pt x="6035" y="10863"/>
                    </a:cubicBezTo>
                    <a:cubicBezTo>
                      <a:pt x="3556" y="10863"/>
                      <a:pt x="1795" y="8905"/>
                      <a:pt x="1795" y="6328"/>
                    </a:cubicBezTo>
                    <a:cubicBezTo>
                      <a:pt x="1795" y="3751"/>
                      <a:pt x="3556" y="1794"/>
                      <a:pt x="6035" y="1794"/>
                    </a:cubicBezTo>
                    <a:close/>
                    <a:moveTo>
                      <a:pt x="6263" y="0"/>
                    </a:moveTo>
                    <a:cubicBezTo>
                      <a:pt x="4274" y="0"/>
                      <a:pt x="2838" y="816"/>
                      <a:pt x="1892" y="2055"/>
                    </a:cubicBezTo>
                    <a:lnTo>
                      <a:pt x="1892" y="228"/>
                    </a:lnTo>
                    <a:lnTo>
                      <a:pt x="0" y="228"/>
                    </a:lnTo>
                    <a:lnTo>
                      <a:pt x="0" y="17550"/>
                    </a:lnTo>
                    <a:lnTo>
                      <a:pt x="1892" y="17550"/>
                    </a:lnTo>
                    <a:lnTo>
                      <a:pt x="1892" y="10602"/>
                    </a:lnTo>
                    <a:cubicBezTo>
                      <a:pt x="2838" y="11841"/>
                      <a:pt x="4274" y="12657"/>
                      <a:pt x="6263" y="12657"/>
                    </a:cubicBezTo>
                    <a:cubicBezTo>
                      <a:pt x="9623" y="12657"/>
                      <a:pt x="12233" y="9982"/>
                      <a:pt x="12233" y="6328"/>
                    </a:cubicBezTo>
                    <a:cubicBezTo>
                      <a:pt x="12233" y="2675"/>
                      <a:pt x="9623" y="0"/>
                      <a:pt x="62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6"/>
              <p:cNvSpPr/>
              <p:nvPr/>
            </p:nvSpPr>
            <p:spPr>
              <a:xfrm>
                <a:off x="5452400" y="2773500"/>
                <a:ext cx="305825" cy="316425"/>
              </a:xfrm>
              <a:custGeom>
                <a:avLst/>
                <a:gdLst/>
                <a:ahLst/>
                <a:cxnLst/>
                <a:rect l="l" t="t" r="r" b="b"/>
                <a:pathLst>
                  <a:path w="12233" h="12657" extrusionOk="0">
                    <a:moveTo>
                      <a:pt x="6198" y="1794"/>
                    </a:moveTo>
                    <a:cubicBezTo>
                      <a:pt x="8710" y="1794"/>
                      <a:pt x="10471" y="3751"/>
                      <a:pt x="10471" y="6328"/>
                    </a:cubicBezTo>
                    <a:cubicBezTo>
                      <a:pt x="10471" y="8905"/>
                      <a:pt x="8677" y="10863"/>
                      <a:pt x="6198" y="10863"/>
                    </a:cubicBezTo>
                    <a:cubicBezTo>
                      <a:pt x="3654" y="10863"/>
                      <a:pt x="1925" y="8840"/>
                      <a:pt x="1925" y="6328"/>
                    </a:cubicBezTo>
                    <a:cubicBezTo>
                      <a:pt x="1925" y="3817"/>
                      <a:pt x="3654" y="1794"/>
                      <a:pt x="6198" y="1794"/>
                    </a:cubicBezTo>
                    <a:close/>
                    <a:moveTo>
                      <a:pt x="5970" y="0"/>
                    </a:moveTo>
                    <a:cubicBezTo>
                      <a:pt x="2610" y="0"/>
                      <a:pt x="0" y="2675"/>
                      <a:pt x="0" y="6328"/>
                    </a:cubicBezTo>
                    <a:cubicBezTo>
                      <a:pt x="0" y="9982"/>
                      <a:pt x="2610" y="12657"/>
                      <a:pt x="5970" y="12657"/>
                    </a:cubicBezTo>
                    <a:cubicBezTo>
                      <a:pt x="7960" y="12657"/>
                      <a:pt x="9395" y="11874"/>
                      <a:pt x="10374" y="10602"/>
                    </a:cubicBezTo>
                    <a:lnTo>
                      <a:pt x="10374" y="12428"/>
                    </a:lnTo>
                    <a:lnTo>
                      <a:pt x="12233" y="12428"/>
                    </a:lnTo>
                    <a:lnTo>
                      <a:pt x="12233" y="228"/>
                    </a:lnTo>
                    <a:lnTo>
                      <a:pt x="10374" y="228"/>
                    </a:lnTo>
                    <a:lnTo>
                      <a:pt x="10374" y="2055"/>
                    </a:lnTo>
                    <a:cubicBezTo>
                      <a:pt x="9395" y="816"/>
                      <a:pt x="7960" y="0"/>
                      <a:pt x="59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6"/>
              <p:cNvSpPr/>
              <p:nvPr/>
            </p:nvSpPr>
            <p:spPr>
              <a:xfrm>
                <a:off x="5812850" y="2772675"/>
                <a:ext cx="272400" cy="311550"/>
              </a:xfrm>
              <a:custGeom>
                <a:avLst/>
                <a:gdLst/>
                <a:ahLst/>
                <a:cxnLst/>
                <a:rect l="l" t="t" r="r" b="b"/>
                <a:pathLst>
                  <a:path w="10896" h="12462" extrusionOk="0">
                    <a:moveTo>
                      <a:pt x="5905" y="1"/>
                    </a:moveTo>
                    <a:cubicBezTo>
                      <a:pt x="4437" y="1"/>
                      <a:pt x="2838" y="555"/>
                      <a:pt x="1860" y="1990"/>
                    </a:cubicBezTo>
                    <a:lnTo>
                      <a:pt x="1860" y="261"/>
                    </a:lnTo>
                    <a:lnTo>
                      <a:pt x="0" y="261"/>
                    </a:lnTo>
                    <a:lnTo>
                      <a:pt x="0" y="12461"/>
                    </a:lnTo>
                    <a:lnTo>
                      <a:pt x="1892" y="12461"/>
                    </a:lnTo>
                    <a:lnTo>
                      <a:pt x="1892" y="5611"/>
                    </a:lnTo>
                    <a:cubicBezTo>
                      <a:pt x="1892" y="3263"/>
                      <a:pt x="3556" y="1860"/>
                      <a:pt x="5546" y="1860"/>
                    </a:cubicBezTo>
                    <a:cubicBezTo>
                      <a:pt x="7764" y="1860"/>
                      <a:pt x="9036" y="3230"/>
                      <a:pt x="9036" y="5546"/>
                    </a:cubicBezTo>
                    <a:lnTo>
                      <a:pt x="9036" y="12461"/>
                    </a:lnTo>
                    <a:lnTo>
                      <a:pt x="10895" y="12461"/>
                    </a:lnTo>
                    <a:lnTo>
                      <a:pt x="10895" y="4894"/>
                    </a:lnTo>
                    <a:cubicBezTo>
                      <a:pt x="10895" y="1958"/>
                      <a:pt x="8873" y="33"/>
                      <a:pt x="59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6"/>
              <p:cNvSpPr/>
              <p:nvPr/>
            </p:nvSpPr>
            <p:spPr>
              <a:xfrm>
                <a:off x="6088475" y="2779200"/>
                <a:ext cx="321350" cy="434675"/>
              </a:xfrm>
              <a:custGeom>
                <a:avLst/>
                <a:gdLst/>
                <a:ahLst/>
                <a:cxnLst/>
                <a:rect l="l" t="t" r="r" b="b"/>
                <a:pathLst>
                  <a:path w="12854" h="17387" extrusionOk="0">
                    <a:moveTo>
                      <a:pt x="1" y="0"/>
                    </a:moveTo>
                    <a:lnTo>
                      <a:pt x="5481" y="9558"/>
                    </a:lnTo>
                    <a:lnTo>
                      <a:pt x="1012" y="17387"/>
                    </a:lnTo>
                    <a:lnTo>
                      <a:pt x="3132" y="17387"/>
                    </a:lnTo>
                    <a:lnTo>
                      <a:pt x="12853" y="0"/>
                    </a:lnTo>
                    <a:lnTo>
                      <a:pt x="10765" y="0"/>
                    </a:lnTo>
                    <a:lnTo>
                      <a:pt x="6557" y="7634"/>
                    </a:lnTo>
                    <a:lnTo>
                      <a:pt x="208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56"/>
              <p:cNvSpPr/>
              <p:nvPr/>
            </p:nvSpPr>
            <p:spPr>
              <a:xfrm>
                <a:off x="2002025" y="2616925"/>
                <a:ext cx="235700" cy="468925"/>
              </a:xfrm>
              <a:custGeom>
                <a:avLst/>
                <a:gdLst/>
                <a:ahLst/>
                <a:cxnLst/>
                <a:rect l="l" t="t" r="r" b="b"/>
                <a:pathLst>
                  <a:path w="9428" h="18757" extrusionOk="0">
                    <a:moveTo>
                      <a:pt x="6688" y="0"/>
                    </a:moveTo>
                    <a:cubicBezTo>
                      <a:pt x="3817" y="0"/>
                      <a:pt x="2284" y="1892"/>
                      <a:pt x="2284" y="4795"/>
                    </a:cubicBezTo>
                    <a:lnTo>
                      <a:pt x="2284" y="6328"/>
                    </a:lnTo>
                    <a:lnTo>
                      <a:pt x="1" y="6328"/>
                    </a:lnTo>
                    <a:lnTo>
                      <a:pt x="1" y="9329"/>
                    </a:lnTo>
                    <a:lnTo>
                      <a:pt x="2284" y="9329"/>
                    </a:lnTo>
                    <a:lnTo>
                      <a:pt x="2284" y="18757"/>
                    </a:lnTo>
                    <a:lnTo>
                      <a:pt x="5611" y="18757"/>
                    </a:lnTo>
                    <a:lnTo>
                      <a:pt x="5611" y="9329"/>
                    </a:lnTo>
                    <a:lnTo>
                      <a:pt x="9428" y="9329"/>
                    </a:lnTo>
                    <a:lnTo>
                      <a:pt x="9428" y="6328"/>
                    </a:lnTo>
                    <a:lnTo>
                      <a:pt x="5611" y="6328"/>
                    </a:lnTo>
                    <a:lnTo>
                      <a:pt x="5611" y="4828"/>
                    </a:lnTo>
                    <a:cubicBezTo>
                      <a:pt x="5611" y="3686"/>
                      <a:pt x="6101" y="3230"/>
                      <a:pt x="7047" y="3099"/>
                    </a:cubicBezTo>
                    <a:cubicBezTo>
                      <a:pt x="7170" y="3087"/>
                      <a:pt x="7291" y="3081"/>
                      <a:pt x="7411" y="3081"/>
                    </a:cubicBezTo>
                    <a:cubicBezTo>
                      <a:pt x="8241" y="3081"/>
                      <a:pt x="8968" y="3352"/>
                      <a:pt x="9395" y="3523"/>
                    </a:cubicBezTo>
                    <a:lnTo>
                      <a:pt x="9428" y="522"/>
                    </a:lnTo>
                    <a:cubicBezTo>
                      <a:pt x="8678" y="196"/>
                      <a:pt x="7797" y="0"/>
                      <a:pt x="66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56"/>
              <p:cNvSpPr/>
              <p:nvPr/>
            </p:nvSpPr>
            <p:spPr>
              <a:xfrm>
                <a:off x="2268700" y="2766975"/>
                <a:ext cx="212875" cy="318875"/>
              </a:xfrm>
              <a:custGeom>
                <a:avLst/>
                <a:gdLst/>
                <a:ahLst/>
                <a:cxnLst/>
                <a:rect l="l" t="t" r="r" b="b"/>
                <a:pathLst>
                  <a:path w="8515" h="12755" extrusionOk="0">
                    <a:moveTo>
                      <a:pt x="6622" y="0"/>
                    </a:moveTo>
                    <a:cubicBezTo>
                      <a:pt x="5122" y="0"/>
                      <a:pt x="3980" y="522"/>
                      <a:pt x="3197" y="1696"/>
                    </a:cubicBezTo>
                    <a:lnTo>
                      <a:pt x="3197" y="326"/>
                    </a:lnTo>
                    <a:lnTo>
                      <a:pt x="0" y="326"/>
                    </a:lnTo>
                    <a:lnTo>
                      <a:pt x="0" y="12755"/>
                    </a:lnTo>
                    <a:lnTo>
                      <a:pt x="3295" y="12755"/>
                    </a:lnTo>
                    <a:lnTo>
                      <a:pt x="3295" y="6002"/>
                    </a:lnTo>
                    <a:cubicBezTo>
                      <a:pt x="3295" y="4143"/>
                      <a:pt x="4372" y="3197"/>
                      <a:pt x="5905" y="3197"/>
                    </a:cubicBezTo>
                    <a:cubicBezTo>
                      <a:pt x="6198" y="3197"/>
                      <a:pt x="6492" y="3230"/>
                      <a:pt x="6785" y="3262"/>
                    </a:cubicBezTo>
                    <a:lnTo>
                      <a:pt x="8514" y="587"/>
                    </a:lnTo>
                    <a:cubicBezTo>
                      <a:pt x="8090" y="229"/>
                      <a:pt x="7340" y="0"/>
                      <a:pt x="66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6"/>
              <p:cNvSpPr/>
              <p:nvPr/>
            </p:nvSpPr>
            <p:spPr>
              <a:xfrm>
                <a:off x="2461975" y="2767775"/>
                <a:ext cx="305025" cy="327050"/>
              </a:xfrm>
              <a:custGeom>
                <a:avLst/>
                <a:gdLst/>
                <a:ahLst/>
                <a:cxnLst/>
                <a:rect l="l" t="t" r="r" b="b"/>
                <a:pathLst>
                  <a:path w="12201" h="13082" extrusionOk="0">
                    <a:moveTo>
                      <a:pt x="6198" y="2871"/>
                    </a:moveTo>
                    <a:cubicBezTo>
                      <a:pt x="7633" y="2871"/>
                      <a:pt x="8547" y="3752"/>
                      <a:pt x="8873" y="5350"/>
                    </a:cubicBezTo>
                    <a:lnTo>
                      <a:pt x="3425" y="5350"/>
                    </a:lnTo>
                    <a:cubicBezTo>
                      <a:pt x="3719" y="3817"/>
                      <a:pt x="4632" y="2871"/>
                      <a:pt x="6198" y="2871"/>
                    </a:cubicBezTo>
                    <a:close/>
                    <a:moveTo>
                      <a:pt x="6294" y="1"/>
                    </a:moveTo>
                    <a:cubicBezTo>
                      <a:pt x="6273" y="1"/>
                      <a:pt x="6252" y="1"/>
                      <a:pt x="6231" y="1"/>
                    </a:cubicBezTo>
                    <a:cubicBezTo>
                      <a:pt x="2545" y="1"/>
                      <a:pt x="0" y="2643"/>
                      <a:pt x="0" y="6557"/>
                    </a:cubicBezTo>
                    <a:cubicBezTo>
                      <a:pt x="0" y="10472"/>
                      <a:pt x="2610" y="13081"/>
                      <a:pt x="6361" y="13081"/>
                    </a:cubicBezTo>
                    <a:cubicBezTo>
                      <a:pt x="8416" y="13081"/>
                      <a:pt x="10210" y="12462"/>
                      <a:pt x="11613" y="11189"/>
                    </a:cubicBezTo>
                    <a:lnTo>
                      <a:pt x="9688" y="9037"/>
                    </a:lnTo>
                    <a:cubicBezTo>
                      <a:pt x="8808" y="9787"/>
                      <a:pt x="7633" y="10211"/>
                      <a:pt x="6557" y="10211"/>
                    </a:cubicBezTo>
                    <a:cubicBezTo>
                      <a:pt x="5024" y="10211"/>
                      <a:pt x="3752" y="9428"/>
                      <a:pt x="3425" y="7634"/>
                    </a:cubicBezTo>
                    <a:lnTo>
                      <a:pt x="12135" y="7634"/>
                    </a:lnTo>
                    <a:cubicBezTo>
                      <a:pt x="12168" y="7340"/>
                      <a:pt x="12200" y="6884"/>
                      <a:pt x="12200" y="6492"/>
                    </a:cubicBezTo>
                    <a:cubicBezTo>
                      <a:pt x="12200" y="2666"/>
                      <a:pt x="9783" y="1"/>
                      <a:pt x="62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6"/>
              <p:cNvSpPr/>
              <p:nvPr/>
            </p:nvSpPr>
            <p:spPr>
              <a:xfrm>
                <a:off x="2789800" y="2767775"/>
                <a:ext cx="304200" cy="327050"/>
              </a:xfrm>
              <a:custGeom>
                <a:avLst/>
                <a:gdLst/>
                <a:ahLst/>
                <a:cxnLst/>
                <a:rect l="l" t="t" r="r" b="b"/>
                <a:pathLst>
                  <a:path w="12168" h="13082" extrusionOk="0">
                    <a:moveTo>
                      <a:pt x="6198" y="2871"/>
                    </a:moveTo>
                    <a:cubicBezTo>
                      <a:pt x="7634" y="2871"/>
                      <a:pt x="8547" y="3752"/>
                      <a:pt x="8873" y="5350"/>
                    </a:cubicBezTo>
                    <a:lnTo>
                      <a:pt x="3426" y="5350"/>
                    </a:lnTo>
                    <a:cubicBezTo>
                      <a:pt x="3719" y="3817"/>
                      <a:pt x="4633" y="2871"/>
                      <a:pt x="6198" y="2871"/>
                    </a:cubicBezTo>
                    <a:close/>
                    <a:moveTo>
                      <a:pt x="6263" y="1"/>
                    </a:moveTo>
                    <a:cubicBezTo>
                      <a:pt x="6241" y="1"/>
                      <a:pt x="6220" y="1"/>
                      <a:pt x="6198" y="1"/>
                    </a:cubicBezTo>
                    <a:cubicBezTo>
                      <a:pt x="2512" y="1"/>
                      <a:pt x="1" y="2643"/>
                      <a:pt x="1" y="6557"/>
                    </a:cubicBezTo>
                    <a:cubicBezTo>
                      <a:pt x="1" y="10472"/>
                      <a:pt x="2610" y="13081"/>
                      <a:pt x="6361" y="13081"/>
                    </a:cubicBezTo>
                    <a:cubicBezTo>
                      <a:pt x="8416" y="13081"/>
                      <a:pt x="10178" y="12462"/>
                      <a:pt x="11613" y="11189"/>
                    </a:cubicBezTo>
                    <a:lnTo>
                      <a:pt x="9656" y="9037"/>
                    </a:lnTo>
                    <a:cubicBezTo>
                      <a:pt x="8775" y="9787"/>
                      <a:pt x="7634" y="10211"/>
                      <a:pt x="6557" y="10211"/>
                    </a:cubicBezTo>
                    <a:cubicBezTo>
                      <a:pt x="4991" y="10211"/>
                      <a:pt x="3752" y="9428"/>
                      <a:pt x="3393" y="7634"/>
                    </a:cubicBezTo>
                    <a:lnTo>
                      <a:pt x="12135" y="7634"/>
                    </a:lnTo>
                    <a:cubicBezTo>
                      <a:pt x="12168" y="7340"/>
                      <a:pt x="12168" y="6884"/>
                      <a:pt x="12168" y="6492"/>
                    </a:cubicBezTo>
                    <a:cubicBezTo>
                      <a:pt x="12168" y="2666"/>
                      <a:pt x="9783" y="1"/>
                      <a:pt x="6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6"/>
              <p:cNvSpPr/>
              <p:nvPr/>
            </p:nvSpPr>
            <p:spPr>
              <a:xfrm>
                <a:off x="3130675" y="2767775"/>
                <a:ext cx="321325" cy="446925"/>
              </a:xfrm>
              <a:custGeom>
                <a:avLst/>
                <a:gdLst/>
                <a:ahLst/>
                <a:cxnLst/>
                <a:rect l="l" t="t" r="r" b="b"/>
                <a:pathLst>
                  <a:path w="12853" h="17877" extrusionOk="0">
                    <a:moveTo>
                      <a:pt x="6296" y="3100"/>
                    </a:moveTo>
                    <a:cubicBezTo>
                      <a:pt x="8253" y="3100"/>
                      <a:pt x="9460" y="4600"/>
                      <a:pt x="9460" y="6525"/>
                    </a:cubicBezTo>
                    <a:cubicBezTo>
                      <a:pt x="9460" y="8449"/>
                      <a:pt x="8253" y="9950"/>
                      <a:pt x="6296" y="9950"/>
                    </a:cubicBezTo>
                    <a:cubicBezTo>
                      <a:pt x="4404" y="9950"/>
                      <a:pt x="3132" y="8482"/>
                      <a:pt x="3132" y="6525"/>
                    </a:cubicBezTo>
                    <a:cubicBezTo>
                      <a:pt x="3132" y="4568"/>
                      <a:pt x="4404" y="3100"/>
                      <a:pt x="6296" y="3100"/>
                    </a:cubicBezTo>
                    <a:close/>
                    <a:moveTo>
                      <a:pt x="6941" y="1"/>
                    </a:moveTo>
                    <a:cubicBezTo>
                      <a:pt x="6922" y="1"/>
                      <a:pt x="6903" y="1"/>
                      <a:pt x="6883" y="1"/>
                    </a:cubicBezTo>
                    <a:cubicBezTo>
                      <a:pt x="5187" y="1"/>
                      <a:pt x="4013" y="718"/>
                      <a:pt x="3230" y="1697"/>
                    </a:cubicBezTo>
                    <a:lnTo>
                      <a:pt x="3230" y="327"/>
                    </a:lnTo>
                    <a:lnTo>
                      <a:pt x="1" y="327"/>
                    </a:lnTo>
                    <a:lnTo>
                      <a:pt x="1" y="17877"/>
                    </a:lnTo>
                    <a:lnTo>
                      <a:pt x="3295" y="17877"/>
                    </a:lnTo>
                    <a:lnTo>
                      <a:pt x="3295" y="11450"/>
                    </a:lnTo>
                    <a:cubicBezTo>
                      <a:pt x="4078" y="12429"/>
                      <a:pt x="5252" y="13081"/>
                      <a:pt x="6883" y="13081"/>
                    </a:cubicBezTo>
                    <a:cubicBezTo>
                      <a:pt x="10276" y="13081"/>
                      <a:pt x="12853" y="10243"/>
                      <a:pt x="12853" y="6525"/>
                    </a:cubicBezTo>
                    <a:cubicBezTo>
                      <a:pt x="12853" y="2827"/>
                      <a:pt x="10305" y="1"/>
                      <a:pt x="69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6"/>
              <p:cNvSpPr/>
              <p:nvPr/>
            </p:nvSpPr>
            <p:spPr>
              <a:xfrm>
                <a:off x="3478900" y="2620175"/>
                <a:ext cx="106025" cy="465675"/>
              </a:xfrm>
              <a:custGeom>
                <a:avLst/>
                <a:gdLst/>
                <a:ahLst/>
                <a:cxnLst/>
                <a:rect l="l" t="t" r="r" b="b"/>
                <a:pathLst>
                  <a:path w="4241" h="18627" extrusionOk="0">
                    <a:moveTo>
                      <a:pt x="2121" y="1"/>
                    </a:moveTo>
                    <a:cubicBezTo>
                      <a:pt x="914" y="1"/>
                      <a:pt x="0" y="947"/>
                      <a:pt x="0" y="2154"/>
                    </a:cubicBezTo>
                    <a:cubicBezTo>
                      <a:pt x="0" y="3360"/>
                      <a:pt x="914" y="4274"/>
                      <a:pt x="2121" y="4274"/>
                    </a:cubicBezTo>
                    <a:cubicBezTo>
                      <a:pt x="3328" y="4274"/>
                      <a:pt x="4241" y="3360"/>
                      <a:pt x="4241" y="2154"/>
                    </a:cubicBezTo>
                    <a:cubicBezTo>
                      <a:pt x="4241" y="947"/>
                      <a:pt x="3295" y="1"/>
                      <a:pt x="2121" y="1"/>
                    </a:cubicBezTo>
                    <a:close/>
                    <a:moveTo>
                      <a:pt x="490" y="6198"/>
                    </a:moveTo>
                    <a:lnTo>
                      <a:pt x="490" y="18627"/>
                    </a:lnTo>
                    <a:lnTo>
                      <a:pt x="3784" y="18627"/>
                    </a:lnTo>
                    <a:lnTo>
                      <a:pt x="3784" y="619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6"/>
              <p:cNvSpPr/>
              <p:nvPr/>
            </p:nvSpPr>
            <p:spPr>
              <a:xfrm>
                <a:off x="3628125" y="2624250"/>
                <a:ext cx="301775" cy="461600"/>
              </a:xfrm>
              <a:custGeom>
                <a:avLst/>
                <a:gdLst/>
                <a:ahLst/>
                <a:cxnLst/>
                <a:rect l="l" t="t" r="r" b="b"/>
                <a:pathLst>
                  <a:path w="12071" h="18464" extrusionOk="0">
                    <a:moveTo>
                      <a:pt x="1" y="1"/>
                    </a:moveTo>
                    <a:lnTo>
                      <a:pt x="1" y="18464"/>
                    </a:lnTo>
                    <a:lnTo>
                      <a:pt x="3328" y="18464"/>
                    </a:lnTo>
                    <a:lnTo>
                      <a:pt x="3328" y="13440"/>
                    </a:lnTo>
                    <a:lnTo>
                      <a:pt x="7993" y="18464"/>
                    </a:lnTo>
                    <a:lnTo>
                      <a:pt x="12070" y="18464"/>
                    </a:lnTo>
                    <a:lnTo>
                      <a:pt x="6068" y="11874"/>
                    </a:lnTo>
                    <a:lnTo>
                      <a:pt x="12038" y="6035"/>
                    </a:lnTo>
                    <a:lnTo>
                      <a:pt x="7993" y="6035"/>
                    </a:lnTo>
                    <a:lnTo>
                      <a:pt x="3328" y="10472"/>
                    </a:lnTo>
                    <a:lnTo>
                      <a:pt x="332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 name="Google Shape;848;p56"/>
            <p:cNvGrpSpPr/>
            <p:nvPr/>
          </p:nvGrpSpPr>
          <p:grpSpPr>
            <a:xfrm>
              <a:off x="3903421" y="2571756"/>
              <a:ext cx="2110509" cy="421037"/>
              <a:chOff x="1192250" y="2328200"/>
              <a:chExt cx="5217575" cy="1040625"/>
            </a:xfrm>
          </p:grpSpPr>
          <p:sp>
            <p:nvSpPr>
              <p:cNvPr id="849" name="Google Shape;849;p56"/>
              <p:cNvSpPr/>
              <p:nvPr/>
            </p:nvSpPr>
            <p:spPr>
              <a:xfrm>
                <a:off x="1489075" y="2329850"/>
                <a:ext cx="749475" cy="779650"/>
              </a:xfrm>
              <a:custGeom>
                <a:avLst/>
                <a:gdLst/>
                <a:ahLst/>
                <a:cxnLst/>
                <a:rect l="l" t="t" r="r" b="b"/>
                <a:pathLst>
                  <a:path w="29979" h="31186" extrusionOk="0">
                    <a:moveTo>
                      <a:pt x="1534" y="1"/>
                    </a:moveTo>
                    <a:cubicBezTo>
                      <a:pt x="686" y="1"/>
                      <a:pt x="1" y="621"/>
                      <a:pt x="1" y="1534"/>
                    </a:cubicBezTo>
                    <a:lnTo>
                      <a:pt x="1" y="3524"/>
                    </a:lnTo>
                    <a:lnTo>
                      <a:pt x="23324" y="7340"/>
                    </a:lnTo>
                    <a:cubicBezTo>
                      <a:pt x="24988" y="7634"/>
                      <a:pt x="26227" y="9069"/>
                      <a:pt x="26227" y="10798"/>
                    </a:cubicBezTo>
                    <a:lnTo>
                      <a:pt x="26227" y="30827"/>
                    </a:lnTo>
                    <a:lnTo>
                      <a:pt x="28184" y="31186"/>
                    </a:lnTo>
                    <a:lnTo>
                      <a:pt x="28445" y="31186"/>
                    </a:lnTo>
                    <a:cubicBezTo>
                      <a:pt x="29294" y="31186"/>
                      <a:pt x="29979" y="30566"/>
                      <a:pt x="29979" y="29652"/>
                    </a:cubicBezTo>
                    <a:lnTo>
                      <a:pt x="29979" y="7210"/>
                    </a:lnTo>
                    <a:cubicBezTo>
                      <a:pt x="29913" y="5677"/>
                      <a:pt x="28869" y="4437"/>
                      <a:pt x="27402" y="4242"/>
                    </a:cubicBezTo>
                    <a:lnTo>
                      <a:pt x="17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6"/>
              <p:cNvSpPr/>
              <p:nvPr/>
            </p:nvSpPr>
            <p:spPr>
              <a:xfrm>
                <a:off x="1341475" y="2461975"/>
                <a:ext cx="744575" cy="782075"/>
              </a:xfrm>
              <a:custGeom>
                <a:avLst/>
                <a:gdLst/>
                <a:ahLst/>
                <a:cxnLst/>
                <a:rect l="l" t="t" r="r" b="b"/>
                <a:pathLst>
                  <a:path w="29783" h="31283" extrusionOk="0">
                    <a:moveTo>
                      <a:pt x="1534" y="0"/>
                    </a:moveTo>
                    <a:cubicBezTo>
                      <a:pt x="686" y="0"/>
                      <a:pt x="1" y="620"/>
                      <a:pt x="1" y="1501"/>
                    </a:cubicBezTo>
                    <a:lnTo>
                      <a:pt x="1" y="3589"/>
                    </a:lnTo>
                    <a:lnTo>
                      <a:pt x="23128" y="7405"/>
                    </a:lnTo>
                    <a:cubicBezTo>
                      <a:pt x="24792" y="7666"/>
                      <a:pt x="26031" y="9134"/>
                      <a:pt x="26031" y="10863"/>
                    </a:cubicBezTo>
                    <a:lnTo>
                      <a:pt x="26031" y="30957"/>
                    </a:lnTo>
                    <a:lnTo>
                      <a:pt x="27989" y="31283"/>
                    </a:lnTo>
                    <a:lnTo>
                      <a:pt x="28249" y="31283"/>
                    </a:lnTo>
                    <a:cubicBezTo>
                      <a:pt x="29098" y="31283"/>
                      <a:pt x="29783" y="30663"/>
                      <a:pt x="29783" y="29782"/>
                    </a:cubicBezTo>
                    <a:lnTo>
                      <a:pt x="29783" y="6916"/>
                    </a:lnTo>
                    <a:cubicBezTo>
                      <a:pt x="29783" y="5611"/>
                      <a:pt x="28804" y="4404"/>
                      <a:pt x="27499" y="4208"/>
                    </a:cubicBezTo>
                    <a:lnTo>
                      <a:pt x="18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6"/>
              <p:cNvSpPr/>
              <p:nvPr/>
            </p:nvSpPr>
            <p:spPr>
              <a:xfrm>
                <a:off x="1192250" y="2588375"/>
                <a:ext cx="746200" cy="780450"/>
              </a:xfrm>
              <a:custGeom>
                <a:avLst/>
                <a:gdLst/>
                <a:ahLst/>
                <a:cxnLst/>
                <a:rect l="l" t="t" r="r" b="b"/>
                <a:pathLst>
                  <a:path w="29848" h="31218" extrusionOk="0">
                    <a:moveTo>
                      <a:pt x="10911" y="10173"/>
                    </a:moveTo>
                    <a:cubicBezTo>
                      <a:pt x="11266" y="10173"/>
                      <a:pt x="11613" y="10489"/>
                      <a:pt x="11613" y="10928"/>
                    </a:cubicBezTo>
                    <a:lnTo>
                      <a:pt x="11613" y="20225"/>
                    </a:lnTo>
                    <a:cubicBezTo>
                      <a:pt x="11613" y="20526"/>
                      <a:pt x="11330" y="20727"/>
                      <a:pt x="11043" y="20727"/>
                    </a:cubicBezTo>
                    <a:cubicBezTo>
                      <a:pt x="10895" y="20727"/>
                      <a:pt x="10746" y="20673"/>
                      <a:pt x="10634" y="20551"/>
                    </a:cubicBezTo>
                    <a:lnTo>
                      <a:pt x="4371" y="14810"/>
                    </a:lnTo>
                    <a:cubicBezTo>
                      <a:pt x="4045" y="14516"/>
                      <a:pt x="4045" y="13962"/>
                      <a:pt x="4371" y="13831"/>
                    </a:cubicBezTo>
                    <a:lnTo>
                      <a:pt x="10634" y="10243"/>
                    </a:lnTo>
                    <a:cubicBezTo>
                      <a:pt x="10723" y="10195"/>
                      <a:pt x="10817" y="10173"/>
                      <a:pt x="10911" y="10173"/>
                    </a:cubicBezTo>
                    <a:close/>
                    <a:moveTo>
                      <a:pt x="18016" y="11307"/>
                    </a:moveTo>
                    <a:cubicBezTo>
                      <a:pt x="18162" y="11307"/>
                      <a:pt x="18320" y="11362"/>
                      <a:pt x="18463" y="11483"/>
                    </a:cubicBezTo>
                    <a:lnTo>
                      <a:pt x="24726" y="17093"/>
                    </a:lnTo>
                    <a:cubicBezTo>
                      <a:pt x="25052" y="17452"/>
                      <a:pt x="25052" y="17941"/>
                      <a:pt x="24726" y="18137"/>
                    </a:cubicBezTo>
                    <a:lnTo>
                      <a:pt x="18463" y="21888"/>
                    </a:lnTo>
                    <a:cubicBezTo>
                      <a:pt x="18375" y="21943"/>
                      <a:pt x="18281" y="21967"/>
                      <a:pt x="18188" y="21967"/>
                    </a:cubicBezTo>
                    <a:cubicBezTo>
                      <a:pt x="17832" y="21967"/>
                      <a:pt x="17484" y="21610"/>
                      <a:pt x="17484" y="21171"/>
                    </a:cubicBezTo>
                    <a:lnTo>
                      <a:pt x="17484" y="11841"/>
                    </a:lnTo>
                    <a:cubicBezTo>
                      <a:pt x="17484" y="11517"/>
                      <a:pt x="17728" y="11307"/>
                      <a:pt x="18016" y="11307"/>
                    </a:cubicBezTo>
                    <a:close/>
                    <a:moveTo>
                      <a:pt x="1533" y="0"/>
                    </a:moveTo>
                    <a:cubicBezTo>
                      <a:pt x="685" y="0"/>
                      <a:pt x="0" y="620"/>
                      <a:pt x="0" y="1501"/>
                    </a:cubicBezTo>
                    <a:lnTo>
                      <a:pt x="0" y="24792"/>
                    </a:lnTo>
                    <a:cubicBezTo>
                      <a:pt x="0" y="25835"/>
                      <a:pt x="783" y="26716"/>
                      <a:pt x="1827" y="26847"/>
                    </a:cubicBezTo>
                    <a:lnTo>
                      <a:pt x="28053" y="31218"/>
                    </a:lnTo>
                    <a:lnTo>
                      <a:pt x="28314" y="31218"/>
                    </a:lnTo>
                    <a:cubicBezTo>
                      <a:pt x="29162" y="31218"/>
                      <a:pt x="29847" y="30598"/>
                      <a:pt x="29847" y="29685"/>
                    </a:cubicBezTo>
                    <a:lnTo>
                      <a:pt x="29847" y="7046"/>
                    </a:lnTo>
                    <a:cubicBezTo>
                      <a:pt x="29782" y="5676"/>
                      <a:pt x="28804" y="4502"/>
                      <a:pt x="27434" y="4208"/>
                    </a:cubicBezTo>
                    <a:lnTo>
                      <a:pt x="18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6"/>
              <p:cNvSpPr/>
              <p:nvPr/>
            </p:nvSpPr>
            <p:spPr>
              <a:xfrm>
                <a:off x="2497050" y="2584300"/>
                <a:ext cx="487675" cy="568425"/>
              </a:xfrm>
              <a:custGeom>
                <a:avLst/>
                <a:gdLst/>
                <a:ahLst/>
                <a:cxnLst/>
                <a:rect l="l" t="t" r="r" b="b"/>
                <a:pathLst>
                  <a:path w="19507" h="22737" extrusionOk="0">
                    <a:moveTo>
                      <a:pt x="9916" y="0"/>
                    </a:moveTo>
                    <a:cubicBezTo>
                      <a:pt x="4241" y="0"/>
                      <a:pt x="848" y="2643"/>
                      <a:pt x="848" y="7079"/>
                    </a:cubicBezTo>
                    <a:cubicBezTo>
                      <a:pt x="848" y="10732"/>
                      <a:pt x="3327" y="12885"/>
                      <a:pt x="8351" y="13570"/>
                    </a:cubicBezTo>
                    <a:lnTo>
                      <a:pt x="10080" y="13864"/>
                    </a:lnTo>
                    <a:cubicBezTo>
                      <a:pt x="12559" y="14288"/>
                      <a:pt x="13668" y="14842"/>
                      <a:pt x="13668" y="15886"/>
                    </a:cubicBezTo>
                    <a:cubicBezTo>
                      <a:pt x="13668" y="17126"/>
                      <a:pt x="12363" y="17876"/>
                      <a:pt x="9656" y="17876"/>
                    </a:cubicBezTo>
                    <a:cubicBezTo>
                      <a:pt x="6394" y="17876"/>
                      <a:pt x="4175" y="16995"/>
                      <a:pt x="2283" y="15723"/>
                    </a:cubicBezTo>
                    <a:lnTo>
                      <a:pt x="0" y="20159"/>
                    </a:lnTo>
                    <a:cubicBezTo>
                      <a:pt x="2773" y="22182"/>
                      <a:pt x="6654" y="22736"/>
                      <a:pt x="9590" y="22736"/>
                    </a:cubicBezTo>
                    <a:cubicBezTo>
                      <a:pt x="15821" y="22736"/>
                      <a:pt x="19507" y="19833"/>
                      <a:pt x="19507" y="15397"/>
                    </a:cubicBezTo>
                    <a:cubicBezTo>
                      <a:pt x="19507" y="11711"/>
                      <a:pt x="16864" y="9623"/>
                      <a:pt x="12232" y="8938"/>
                    </a:cubicBezTo>
                    <a:lnTo>
                      <a:pt x="10275" y="8677"/>
                    </a:lnTo>
                    <a:cubicBezTo>
                      <a:pt x="8253" y="8318"/>
                      <a:pt x="6752" y="8057"/>
                      <a:pt x="6752" y="6785"/>
                    </a:cubicBezTo>
                    <a:cubicBezTo>
                      <a:pt x="6752" y="5611"/>
                      <a:pt x="7861" y="4861"/>
                      <a:pt x="10080" y="4861"/>
                    </a:cubicBezTo>
                    <a:cubicBezTo>
                      <a:pt x="12493" y="4861"/>
                      <a:pt x="15201" y="5774"/>
                      <a:pt x="16930" y="6590"/>
                    </a:cubicBezTo>
                    <a:lnTo>
                      <a:pt x="18952" y="2088"/>
                    </a:lnTo>
                    <a:cubicBezTo>
                      <a:pt x="16114" y="620"/>
                      <a:pt x="13407" y="0"/>
                      <a:pt x="99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6"/>
              <p:cNvSpPr/>
              <p:nvPr/>
            </p:nvSpPr>
            <p:spPr>
              <a:xfrm>
                <a:off x="3059725" y="2337200"/>
                <a:ext cx="145200" cy="801650"/>
              </a:xfrm>
              <a:custGeom>
                <a:avLst/>
                <a:gdLst/>
                <a:ahLst/>
                <a:cxnLst/>
                <a:rect l="l" t="t" r="r" b="b"/>
                <a:pathLst>
                  <a:path w="5808" h="32066" extrusionOk="0">
                    <a:moveTo>
                      <a:pt x="1" y="1"/>
                    </a:moveTo>
                    <a:lnTo>
                      <a:pt x="1" y="32066"/>
                    </a:lnTo>
                    <a:lnTo>
                      <a:pt x="5807" y="32066"/>
                    </a:lnTo>
                    <a:lnTo>
                      <a:pt x="58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6"/>
              <p:cNvSpPr/>
              <p:nvPr/>
            </p:nvSpPr>
            <p:spPr>
              <a:xfrm>
                <a:off x="3260625" y="2328200"/>
                <a:ext cx="202550" cy="809025"/>
              </a:xfrm>
              <a:custGeom>
                <a:avLst/>
                <a:gdLst/>
                <a:ahLst/>
                <a:cxnLst/>
                <a:rect l="l" t="t" r="r" b="b"/>
                <a:pathLst>
                  <a:path w="8102" h="32361" extrusionOk="0">
                    <a:moveTo>
                      <a:pt x="4353" y="0"/>
                    </a:moveTo>
                    <a:cubicBezTo>
                      <a:pt x="1830" y="0"/>
                      <a:pt x="1" y="2322"/>
                      <a:pt x="837" y="4993"/>
                    </a:cubicBezTo>
                    <a:cubicBezTo>
                      <a:pt x="1098" y="5971"/>
                      <a:pt x="2142" y="7015"/>
                      <a:pt x="3121" y="7276"/>
                    </a:cubicBezTo>
                    <a:cubicBezTo>
                      <a:pt x="3533" y="7390"/>
                      <a:pt x="3935" y="7444"/>
                      <a:pt x="4320" y="7444"/>
                    </a:cubicBezTo>
                    <a:cubicBezTo>
                      <a:pt x="6469" y="7444"/>
                      <a:pt x="8102" y="5775"/>
                      <a:pt x="8046" y="3590"/>
                    </a:cubicBezTo>
                    <a:cubicBezTo>
                      <a:pt x="7981" y="1665"/>
                      <a:pt x="6383" y="67"/>
                      <a:pt x="4458" y="2"/>
                    </a:cubicBezTo>
                    <a:cubicBezTo>
                      <a:pt x="4423" y="1"/>
                      <a:pt x="4388" y="0"/>
                      <a:pt x="4353" y="0"/>
                    </a:cubicBezTo>
                    <a:close/>
                    <a:moveTo>
                      <a:pt x="1457" y="10799"/>
                    </a:moveTo>
                    <a:lnTo>
                      <a:pt x="1457" y="32361"/>
                    </a:lnTo>
                    <a:lnTo>
                      <a:pt x="7296" y="32361"/>
                    </a:lnTo>
                    <a:lnTo>
                      <a:pt x="7296" y="10799"/>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6"/>
              <p:cNvSpPr/>
              <p:nvPr/>
            </p:nvSpPr>
            <p:spPr>
              <a:xfrm>
                <a:off x="3505000" y="2335575"/>
                <a:ext cx="565975" cy="815525"/>
              </a:xfrm>
              <a:custGeom>
                <a:avLst/>
                <a:gdLst/>
                <a:ahLst/>
                <a:cxnLst/>
                <a:rect l="l" t="t" r="r" b="b"/>
                <a:pathLst>
                  <a:path w="22639" h="32621" extrusionOk="0">
                    <a:moveTo>
                      <a:pt x="11548" y="15299"/>
                    </a:moveTo>
                    <a:cubicBezTo>
                      <a:pt x="14875" y="15299"/>
                      <a:pt x="17093" y="17843"/>
                      <a:pt x="17093" y="21236"/>
                    </a:cubicBezTo>
                    <a:cubicBezTo>
                      <a:pt x="17093" y="24628"/>
                      <a:pt x="14875" y="27205"/>
                      <a:pt x="11548" y="27205"/>
                    </a:cubicBezTo>
                    <a:cubicBezTo>
                      <a:pt x="8123" y="27205"/>
                      <a:pt x="5970" y="24563"/>
                      <a:pt x="5970" y="21236"/>
                    </a:cubicBezTo>
                    <a:cubicBezTo>
                      <a:pt x="5970" y="18006"/>
                      <a:pt x="8123" y="15299"/>
                      <a:pt x="11548" y="15299"/>
                    </a:cubicBezTo>
                    <a:close/>
                    <a:moveTo>
                      <a:pt x="16799" y="0"/>
                    </a:moveTo>
                    <a:lnTo>
                      <a:pt x="16799" y="12722"/>
                    </a:lnTo>
                    <a:cubicBezTo>
                      <a:pt x="15429" y="11058"/>
                      <a:pt x="13407" y="9884"/>
                      <a:pt x="10504" y="9884"/>
                    </a:cubicBezTo>
                    <a:cubicBezTo>
                      <a:pt x="4534" y="9884"/>
                      <a:pt x="0" y="14744"/>
                      <a:pt x="0" y="21236"/>
                    </a:cubicBezTo>
                    <a:cubicBezTo>
                      <a:pt x="0" y="27760"/>
                      <a:pt x="4534" y="32620"/>
                      <a:pt x="10504" y="32620"/>
                    </a:cubicBezTo>
                    <a:cubicBezTo>
                      <a:pt x="13472" y="32620"/>
                      <a:pt x="15560" y="31446"/>
                      <a:pt x="16963" y="29684"/>
                    </a:cubicBezTo>
                    <a:lnTo>
                      <a:pt x="16963" y="32066"/>
                    </a:lnTo>
                    <a:lnTo>
                      <a:pt x="22638" y="32066"/>
                    </a:lnTo>
                    <a:lnTo>
                      <a:pt x="226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6"/>
              <p:cNvSpPr/>
              <p:nvPr/>
            </p:nvSpPr>
            <p:spPr>
              <a:xfrm>
                <a:off x="4138625" y="2582675"/>
                <a:ext cx="538250" cy="568425"/>
              </a:xfrm>
              <a:custGeom>
                <a:avLst/>
                <a:gdLst/>
                <a:ahLst/>
                <a:cxnLst/>
                <a:rect l="l" t="t" r="r" b="b"/>
                <a:pathLst>
                  <a:path w="21530" h="22737" extrusionOk="0">
                    <a:moveTo>
                      <a:pt x="10961" y="5056"/>
                    </a:moveTo>
                    <a:cubicBezTo>
                      <a:pt x="13473" y="5056"/>
                      <a:pt x="15136" y="6589"/>
                      <a:pt x="15691" y="9362"/>
                    </a:cubicBezTo>
                    <a:lnTo>
                      <a:pt x="6101" y="9362"/>
                    </a:lnTo>
                    <a:cubicBezTo>
                      <a:pt x="6590" y="6655"/>
                      <a:pt x="8188" y="5056"/>
                      <a:pt x="10961" y="5056"/>
                    </a:cubicBezTo>
                    <a:close/>
                    <a:moveTo>
                      <a:pt x="10896" y="0"/>
                    </a:moveTo>
                    <a:cubicBezTo>
                      <a:pt x="4437" y="0"/>
                      <a:pt x="1" y="4632"/>
                      <a:pt x="1" y="11450"/>
                    </a:cubicBezTo>
                    <a:cubicBezTo>
                      <a:pt x="1" y="18235"/>
                      <a:pt x="4665" y="22736"/>
                      <a:pt x="11255" y="22736"/>
                    </a:cubicBezTo>
                    <a:cubicBezTo>
                      <a:pt x="14908" y="22736"/>
                      <a:pt x="18040" y="21692"/>
                      <a:pt x="20486" y="19474"/>
                    </a:cubicBezTo>
                    <a:lnTo>
                      <a:pt x="17061" y="15723"/>
                    </a:lnTo>
                    <a:cubicBezTo>
                      <a:pt x="15463" y="17060"/>
                      <a:pt x="13473" y="17811"/>
                      <a:pt x="11581" y="17811"/>
                    </a:cubicBezTo>
                    <a:cubicBezTo>
                      <a:pt x="8808" y="17811"/>
                      <a:pt x="6655" y="16408"/>
                      <a:pt x="6035" y="13309"/>
                    </a:cubicBezTo>
                    <a:lnTo>
                      <a:pt x="21367" y="13309"/>
                    </a:lnTo>
                    <a:cubicBezTo>
                      <a:pt x="21432" y="12820"/>
                      <a:pt x="21530" y="12069"/>
                      <a:pt x="21530" y="11352"/>
                    </a:cubicBezTo>
                    <a:cubicBezTo>
                      <a:pt x="21432" y="4632"/>
                      <a:pt x="17224" y="0"/>
                      <a:pt x="10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56"/>
              <p:cNvSpPr/>
              <p:nvPr/>
            </p:nvSpPr>
            <p:spPr>
              <a:xfrm>
                <a:off x="4714375" y="2584300"/>
                <a:ext cx="487700" cy="568425"/>
              </a:xfrm>
              <a:custGeom>
                <a:avLst/>
                <a:gdLst/>
                <a:ahLst/>
                <a:cxnLst/>
                <a:rect l="l" t="t" r="r" b="b"/>
                <a:pathLst>
                  <a:path w="19508" h="22737" extrusionOk="0">
                    <a:moveTo>
                      <a:pt x="9949" y="0"/>
                    </a:moveTo>
                    <a:cubicBezTo>
                      <a:pt x="4241" y="0"/>
                      <a:pt x="849" y="2643"/>
                      <a:pt x="849" y="7079"/>
                    </a:cubicBezTo>
                    <a:cubicBezTo>
                      <a:pt x="849" y="10732"/>
                      <a:pt x="3328" y="12885"/>
                      <a:pt x="8351" y="13570"/>
                    </a:cubicBezTo>
                    <a:lnTo>
                      <a:pt x="10080" y="13864"/>
                    </a:lnTo>
                    <a:cubicBezTo>
                      <a:pt x="12559" y="14288"/>
                      <a:pt x="13668" y="14842"/>
                      <a:pt x="13668" y="15886"/>
                    </a:cubicBezTo>
                    <a:cubicBezTo>
                      <a:pt x="13668" y="17126"/>
                      <a:pt x="12363" y="17876"/>
                      <a:pt x="9656" y="17876"/>
                    </a:cubicBezTo>
                    <a:cubicBezTo>
                      <a:pt x="6394" y="17876"/>
                      <a:pt x="4176" y="16995"/>
                      <a:pt x="2316" y="15723"/>
                    </a:cubicBezTo>
                    <a:lnTo>
                      <a:pt x="0" y="20159"/>
                    </a:lnTo>
                    <a:cubicBezTo>
                      <a:pt x="2773" y="22182"/>
                      <a:pt x="6688" y="22736"/>
                      <a:pt x="9591" y="22736"/>
                    </a:cubicBezTo>
                    <a:cubicBezTo>
                      <a:pt x="15821" y="22736"/>
                      <a:pt x="19507" y="19833"/>
                      <a:pt x="19507" y="15397"/>
                    </a:cubicBezTo>
                    <a:cubicBezTo>
                      <a:pt x="19507" y="11711"/>
                      <a:pt x="16865" y="9623"/>
                      <a:pt x="12233" y="8938"/>
                    </a:cubicBezTo>
                    <a:lnTo>
                      <a:pt x="10276" y="8677"/>
                    </a:lnTo>
                    <a:cubicBezTo>
                      <a:pt x="8286" y="8318"/>
                      <a:pt x="6753" y="8057"/>
                      <a:pt x="6753" y="6785"/>
                    </a:cubicBezTo>
                    <a:cubicBezTo>
                      <a:pt x="6753" y="5611"/>
                      <a:pt x="7862" y="4861"/>
                      <a:pt x="10080" y="4861"/>
                    </a:cubicBezTo>
                    <a:cubicBezTo>
                      <a:pt x="12494" y="4861"/>
                      <a:pt x="15201" y="5774"/>
                      <a:pt x="16930" y="6590"/>
                    </a:cubicBezTo>
                    <a:lnTo>
                      <a:pt x="18953" y="2088"/>
                    </a:lnTo>
                    <a:cubicBezTo>
                      <a:pt x="16115" y="620"/>
                      <a:pt x="13407" y="0"/>
                      <a:pt x="99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6"/>
              <p:cNvSpPr/>
              <p:nvPr/>
            </p:nvSpPr>
            <p:spPr>
              <a:xfrm>
                <a:off x="5255875" y="2596525"/>
                <a:ext cx="534175" cy="769050"/>
              </a:xfrm>
              <a:custGeom>
                <a:avLst/>
                <a:gdLst/>
                <a:ahLst/>
                <a:cxnLst/>
                <a:rect l="l" t="t" r="r" b="b"/>
                <a:pathLst>
                  <a:path w="21367" h="30762" extrusionOk="0">
                    <a:moveTo>
                      <a:pt x="10820" y="3262"/>
                    </a:moveTo>
                    <a:cubicBezTo>
                      <a:pt x="14779" y="3262"/>
                      <a:pt x="18106" y="6434"/>
                      <a:pt x="18332" y="10406"/>
                    </a:cubicBezTo>
                    <a:cubicBezTo>
                      <a:pt x="18593" y="15038"/>
                      <a:pt x="15397" y="18627"/>
                      <a:pt x="10895" y="18627"/>
                    </a:cubicBezTo>
                    <a:cubicBezTo>
                      <a:pt x="6459" y="18627"/>
                      <a:pt x="3490" y="15234"/>
                      <a:pt x="3490" y="10961"/>
                    </a:cubicBezTo>
                    <a:cubicBezTo>
                      <a:pt x="3490" y="6720"/>
                      <a:pt x="6394" y="3328"/>
                      <a:pt x="10699" y="3263"/>
                    </a:cubicBezTo>
                    <a:cubicBezTo>
                      <a:pt x="10740" y="3262"/>
                      <a:pt x="10780" y="3262"/>
                      <a:pt x="10820" y="3262"/>
                    </a:cubicBezTo>
                    <a:close/>
                    <a:moveTo>
                      <a:pt x="10471" y="1"/>
                    </a:moveTo>
                    <a:cubicBezTo>
                      <a:pt x="4502" y="1"/>
                      <a:pt x="0" y="4437"/>
                      <a:pt x="0" y="10798"/>
                    </a:cubicBezTo>
                    <a:cubicBezTo>
                      <a:pt x="0" y="17191"/>
                      <a:pt x="4599" y="21628"/>
                      <a:pt x="10471" y="21628"/>
                    </a:cubicBezTo>
                    <a:cubicBezTo>
                      <a:pt x="13961" y="21628"/>
                      <a:pt x="16440" y="20225"/>
                      <a:pt x="18039" y="18007"/>
                    </a:cubicBezTo>
                    <a:lnTo>
                      <a:pt x="18039" y="20160"/>
                    </a:lnTo>
                    <a:cubicBezTo>
                      <a:pt x="18039" y="25085"/>
                      <a:pt x="14777" y="27728"/>
                      <a:pt x="10210" y="27728"/>
                    </a:cubicBezTo>
                    <a:cubicBezTo>
                      <a:pt x="7372" y="27728"/>
                      <a:pt x="4795" y="26749"/>
                      <a:pt x="2773" y="25216"/>
                    </a:cubicBezTo>
                    <a:lnTo>
                      <a:pt x="1337" y="27923"/>
                    </a:lnTo>
                    <a:cubicBezTo>
                      <a:pt x="3490" y="29717"/>
                      <a:pt x="6818" y="30761"/>
                      <a:pt x="10210" y="30761"/>
                    </a:cubicBezTo>
                    <a:cubicBezTo>
                      <a:pt x="16734" y="30761"/>
                      <a:pt x="21366" y="26945"/>
                      <a:pt x="21366" y="20094"/>
                    </a:cubicBezTo>
                    <a:lnTo>
                      <a:pt x="21366" y="490"/>
                    </a:lnTo>
                    <a:lnTo>
                      <a:pt x="18039" y="490"/>
                    </a:lnTo>
                    <a:lnTo>
                      <a:pt x="18039" y="3687"/>
                    </a:lnTo>
                    <a:cubicBezTo>
                      <a:pt x="16440" y="1534"/>
                      <a:pt x="13961" y="131"/>
                      <a:pt x="104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6"/>
              <p:cNvSpPr/>
              <p:nvPr/>
            </p:nvSpPr>
            <p:spPr>
              <a:xfrm>
                <a:off x="5854450" y="2596525"/>
                <a:ext cx="555375" cy="547225"/>
              </a:xfrm>
              <a:custGeom>
                <a:avLst/>
                <a:gdLst/>
                <a:ahLst/>
                <a:cxnLst/>
                <a:rect l="l" t="t" r="r" b="b"/>
                <a:pathLst>
                  <a:path w="22215" h="21889" extrusionOk="0">
                    <a:moveTo>
                      <a:pt x="11123" y="3132"/>
                    </a:moveTo>
                    <a:cubicBezTo>
                      <a:pt x="15494" y="3132"/>
                      <a:pt x="18822" y="6394"/>
                      <a:pt x="18822" y="10961"/>
                    </a:cubicBezTo>
                    <a:cubicBezTo>
                      <a:pt x="18822" y="15462"/>
                      <a:pt x="15494" y="18790"/>
                      <a:pt x="11123" y="18790"/>
                    </a:cubicBezTo>
                    <a:cubicBezTo>
                      <a:pt x="6752" y="18790"/>
                      <a:pt x="3392" y="15528"/>
                      <a:pt x="3392" y="10961"/>
                    </a:cubicBezTo>
                    <a:cubicBezTo>
                      <a:pt x="3392" y="6394"/>
                      <a:pt x="6752" y="3132"/>
                      <a:pt x="11123" y="3132"/>
                    </a:cubicBezTo>
                    <a:close/>
                    <a:moveTo>
                      <a:pt x="11123" y="1"/>
                    </a:moveTo>
                    <a:cubicBezTo>
                      <a:pt x="4730" y="1"/>
                      <a:pt x="0" y="4731"/>
                      <a:pt x="0" y="10961"/>
                    </a:cubicBezTo>
                    <a:cubicBezTo>
                      <a:pt x="0" y="17191"/>
                      <a:pt x="4795" y="21889"/>
                      <a:pt x="11123" y="21889"/>
                    </a:cubicBezTo>
                    <a:cubicBezTo>
                      <a:pt x="17419" y="21889"/>
                      <a:pt x="22214" y="17191"/>
                      <a:pt x="22214" y="10961"/>
                    </a:cubicBezTo>
                    <a:cubicBezTo>
                      <a:pt x="22214" y="4731"/>
                      <a:pt x="17484" y="1"/>
                      <a:pt x="111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60" name="Google Shape;860;p56"/>
          <p:cNvSpPr txBox="1"/>
          <p:nvPr/>
        </p:nvSpPr>
        <p:spPr>
          <a:xfrm>
            <a:off x="728500" y="1250800"/>
            <a:ext cx="5772900" cy="925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Lato"/>
                <a:ea typeface="Lato"/>
                <a:cs typeface="Lato"/>
                <a:sym typeface="Lato"/>
              </a:rPr>
              <a:t>Jupiter is a gas giant and the biggest planet in the Solar System. It's the fourth-brightest object in the night sky. It was named after the Roman god of the skies and lightning</a:t>
            </a:r>
            <a:endParaRPr>
              <a:solidFill>
                <a:schemeClr val="lt1"/>
              </a:solidFill>
              <a:latin typeface="Lato"/>
              <a:ea typeface="Lato"/>
              <a:cs typeface="Lato"/>
              <a:sym typeface="Lato"/>
            </a:endParaRPr>
          </a:p>
          <a:p>
            <a:pPr marL="0" lvl="0" indent="0" algn="l" rtl="0">
              <a:spcBef>
                <a:spcPts val="1000"/>
              </a:spcBef>
              <a:spcAft>
                <a:spcPts val="0"/>
              </a:spcAft>
              <a:buNone/>
            </a:pPr>
            <a:endParaRPr>
              <a:solidFill>
                <a:schemeClr val="lt1"/>
              </a:solidFill>
              <a:latin typeface="Lato"/>
              <a:ea typeface="Lato"/>
              <a:cs typeface="Lato"/>
              <a:sym typeface="Lato"/>
            </a:endParaRPr>
          </a:p>
        </p:txBody>
      </p:sp>
      <p:cxnSp>
        <p:nvCxnSpPr>
          <p:cNvPr id="861" name="Google Shape;861;p56"/>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865"/>
        <p:cNvGrpSpPr/>
        <p:nvPr/>
      </p:nvGrpSpPr>
      <p:grpSpPr>
        <a:xfrm>
          <a:off x="0" y="0"/>
          <a:ext cx="0" cy="0"/>
          <a:chOff x="0" y="0"/>
          <a:chExt cx="0" cy="0"/>
        </a:xfrm>
      </p:grpSpPr>
      <p:sp>
        <p:nvSpPr>
          <p:cNvPr id="866" name="Google Shape;866;p57"/>
          <p:cNvSpPr txBox="1"/>
          <p:nvPr/>
        </p:nvSpPr>
        <p:spPr>
          <a:xfrm>
            <a:off x="717825" y="4190604"/>
            <a:ext cx="3382200" cy="2532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200">
                <a:solidFill>
                  <a:schemeClr val="lt1"/>
                </a:solidFill>
                <a:latin typeface="Lato"/>
                <a:ea typeface="Lato"/>
                <a:cs typeface="Lato"/>
                <a:sym typeface="Lato"/>
              </a:rPr>
              <a:t>Please keep this slide for attribution</a:t>
            </a:r>
            <a:endParaRPr sz="1200">
              <a:solidFill>
                <a:schemeClr val="lt1"/>
              </a:solidFill>
              <a:latin typeface="Lato"/>
              <a:ea typeface="Lato"/>
              <a:cs typeface="Lato"/>
              <a:sym typeface="Lato"/>
            </a:endParaRPr>
          </a:p>
        </p:txBody>
      </p:sp>
      <p:sp>
        <p:nvSpPr>
          <p:cNvPr id="867" name="Google Shape;867;p57"/>
          <p:cNvSpPr txBox="1">
            <a:spLocks noGrp="1"/>
          </p:cNvSpPr>
          <p:nvPr>
            <p:ph type="title"/>
          </p:nvPr>
        </p:nvSpPr>
        <p:spPr>
          <a:xfrm>
            <a:off x="717825" y="1346390"/>
            <a:ext cx="3849600" cy="972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868" name="Google Shape;868;p57"/>
          <p:cNvSpPr txBox="1">
            <a:spLocks noGrp="1"/>
          </p:cNvSpPr>
          <p:nvPr>
            <p:ph type="subTitle" idx="1"/>
          </p:nvPr>
        </p:nvSpPr>
        <p:spPr>
          <a:xfrm>
            <a:off x="717825" y="2441243"/>
            <a:ext cx="3849600" cy="1017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Do you have any questions?</a:t>
            </a:r>
            <a:endParaRPr b="1"/>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+91 620 421 838</a:t>
            </a:r>
            <a:endParaRPr/>
          </a:p>
          <a:p>
            <a:pPr marL="0" lvl="0" indent="0" algn="l" rtl="0">
              <a:spcBef>
                <a:spcPts val="0"/>
              </a:spcBef>
              <a:spcAft>
                <a:spcPts val="0"/>
              </a:spcAft>
              <a:buNone/>
            </a:pPr>
            <a:r>
              <a:rPr lang="en"/>
              <a:t>yourwebsite.com</a:t>
            </a:r>
            <a:endParaRPr/>
          </a:p>
        </p:txBody>
      </p:sp>
      <p:cxnSp>
        <p:nvCxnSpPr>
          <p:cNvPr id="869" name="Google Shape;869;p57"/>
          <p:cNvCxnSpPr/>
          <p:nvPr/>
        </p:nvCxnSpPr>
        <p:spPr>
          <a:xfrm>
            <a:off x="822725" y="2343000"/>
            <a:ext cx="2796900" cy="0"/>
          </a:xfrm>
          <a:prstGeom prst="straightConnector1">
            <a:avLst/>
          </a:prstGeom>
          <a:noFill/>
          <a:ln w="19050" cap="rnd" cmpd="sng">
            <a:solidFill>
              <a:schemeClr val="accent1"/>
            </a:solidFill>
            <a:prstDash val="solid"/>
            <a:round/>
            <a:headEnd type="none" w="med" len="med"/>
            <a:tailEnd type="none" w="med" len="med"/>
          </a:ln>
        </p:spPr>
      </p:cxnSp>
      <p:sp>
        <p:nvSpPr>
          <p:cNvPr id="870" name="Google Shape;870;p57"/>
          <p:cNvSpPr/>
          <p:nvPr/>
        </p:nvSpPr>
        <p:spPr>
          <a:xfrm>
            <a:off x="822724" y="762609"/>
            <a:ext cx="560100" cy="560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7"/>
          <p:cNvSpPr/>
          <p:nvPr/>
        </p:nvSpPr>
        <p:spPr>
          <a:xfrm>
            <a:off x="1520349" y="762609"/>
            <a:ext cx="560100" cy="560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7"/>
          <p:cNvSpPr/>
          <p:nvPr/>
        </p:nvSpPr>
        <p:spPr>
          <a:xfrm>
            <a:off x="2217974" y="762609"/>
            <a:ext cx="560100" cy="560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7"/>
          <p:cNvSpPr/>
          <p:nvPr/>
        </p:nvSpPr>
        <p:spPr>
          <a:xfrm>
            <a:off x="2915599" y="762609"/>
            <a:ext cx="560100" cy="5601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7"/>
          <p:cNvSpPr/>
          <p:nvPr/>
        </p:nvSpPr>
        <p:spPr>
          <a:xfrm>
            <a:off x="925284" y="865194"/>
            <a:ext cx="354980" cy="354930"/>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 name="Google Shape;875;p57"/>
          <p:cNvGrpSpPr/>
          <p:nvPr/>
        </p:nvGrpSpPr>
        <p:grpSpPr>
          <a:xfrm>
            <a:off x="1622896" y="865173"/>
            <a:ext cx="355007" cy="354971"/>
            <a:chOff x="812101" y="2571761"/>
            <a:chExt cx="417066" cy="417024"/>
          </a:xfrm>
        </p:grpSpPr>
        <p:sp>
          <p:nvSpPr>
            <p:cNvPr id="876" name="Google Shape;876;p5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 name="Google Shape;880;p57"/>
          <p:cNvGrpSpPr/>
          <p:nvPr/>
        </p:nvGrpSpPr>
        <p:grpSpPr>
          <a:xfrm>
            <a:off x="2320538" y="865173"/>
            <a:ext cx="354971" cy="354971"/>
            <a:chOff x="1323129" y="2571761"/>
            <a:chExt cx="417024" cy="417024"/>
          </a:xfrm>
        </p:grpSpPr>
        <p:sp>
          <p:nvSpPr>
            <p:cNvPr id="881" name="Google Shape;881;p5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 name="Google Shape;885;p57"/>
          <p:cNvSpPr/>
          <p:nvPr/>
        </p:nvSpPr>
        <p:spPr>
          <a:xfrm>
            <a:off x="3017280" y="897211"/>
            <a:ext cx="356739" cy="29089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889"/>
        <p:cNvGrpSpPr/>
        <p:nvPr/>
      </p:nvGrpSpPr>
      <p:grpSpPr>
        <a:xfrm>
          <a:off x="0" y="0"/>
          <a:ext cx="0" cy="0"/>
          <a:chOff x="0" y="0"/>
          <a:chExt cx="0" cy="0"/>
        </a:xfrm>
      </p:grpSpPr>
      <p:sp>
        <p:nvSpPr>
          <p:cNvPr id="890" name="Google Shape;890;p58"/>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891" name="Google Shape;891;p58"/>
          <p:cNvSpPr txBox="1">
            <a:spLocks noGrp="1"/>
          </p:cNvSpPr>
          <p:nvPr>
            <p:ph type="body" idx="1"/>
          </p:nvPr>
        </p:nvSpPr>
        <p:spPr>
          <a:xfrm>
            <a:off x="720000" y="1401575"/>
            <a:ext cx="2788200" cy="3207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within the same style of this template</a:t>
            </a:r>
            <a:endParaRPr/>
          </a:p>
          <a:p>
            <a:pPr marL="0" lvl="0" indent="0" algn="l" rtl="0">
              <a:spcBef>
                <a:spcPts val="1000"/>
              </a:spcBef>
              <a:spcAft>
                <a:spcPts val="0"/>
              </a:spcAft>
              <a:buNone/>
            </a:pPr>
            <a:r>
              <a:rPr lang="en" sz="1900">
                <a:latin typeface="Outfit Black"/>
                <a:ea typeface="Outfit Black"/>
                <a:cs typeface="Outfit Black"/>
                <a:sym typeface="Outfit Black"/>
              </a:rPr>
              <a:t>VECTORS</a:t>
            </a:r>
            <a:endParaRPr sz="1900">
              <a:latin typeface="Outfit Black"/>
              <a:ea typeface="Outfit Black"/>
              <a:cs typeface="Outfit Black"/>
              <a:sym typeface="Outfit Black"/>
            </a:endParaRPr>
          </a:p>
          <a:p>
            <a:pPr marL="457200" lvl="0" indent="-317500" algn="l" rtl="0">
              <a:spcBef>
                <a:spcPts val="1000"/>
              </a:spcBef>
              <a:spcAft>
                <a:spcPts val="0"/>
              </a:spcAft>
              <a:buSzPts val="1400"/>
              <a:buChar char="●"/>
            </a:pPr>
            <a:r>
              <a:rPr lang="en">
                <a:uFill>
                  <a:noFill/>
                </a:uFill>
                <a:hlinkClick r:id="rId3"/>
              </a:rPr>
              <a:t>Circular topographic lines on blue background</a:t>
            </a:r>
            <a:endParaRPr/>
          </a:p>
          <a:p>
            <a:pPr marL="457200" lvl="0" indent="-317500" algn="l" rtl="0">
              <a:spcBef>
                <a:spcPts val="0"/>
              </a:spcBef>
              <a:spcAft>
                <a:spcPts val="0"/>
              </a:spcAft>
              <a:buSzPts val="1400"/>
              <a:buChar char="●"/>
            </a:pPr>
            <a:r>
              <a:rPr lang="en">
                <a:uFill>
                  <a:noFill/>
                </a:uFill>
                <a:hlinkClick r:id="rId4"/>
              </a:rPr>
              <a:t>Free vector topographic map background</a:t>
            </a:r>
            <a:endParaRPr/>
          </a:p>
        </p:txBody>
      </p:sp>
      <p:cxnSp>
        <p:nvCxnSpPr>
          <p:cNvPr id="892" name="Google Shape;892;p58"/>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grpSp>
        <p:nvGrpSpPr>
          <p:cNvPr id="893" name="Google Shape;893;p58"/>
          <p:cNvGrpSpPr/>
          <p:nvPr/>
        </p:nvGrpSpPr>
        <p:grpSpPr>
          <a:xfrm>
            <a:off x="3907750" y="1345928"/>
            <a:ext cx="1430525" cy="1651900"/>
            <a:chOff x="4665175" y="2333275"/>
            <a:chExt cx="1430525" cy="1651900"/>
          </a:xfrm>
        </p:grpSpPr>
        <p:sp>
          <p:nvSpPr>
            <p:cNvPr id="894" name="Google Shape;894;p58"/>
            <p:cNvSpPr/>
            <p:nvPr/>
          </p:nvSpPr>
          <p:spPr>
            <a:xfrm>
              <a:off x="4665175" y="2333275"/>
              <a:ext cx="1430525" cy="1651900"/>
            </a:xfrm>
            <a:custGeom>
              <a:avLst/>
              <a:gdLst/>
              <a:ahLst/>
              <a:cxnLst/>
              <a:rect l="l" t="t" r="r" b="b"/>
              <a:pathLst>
                <a:path w="57221" h="66076" fill="none" extrusionOk="0">
                  <a:moveTo>
                    <a:pt x="41722" y="49501"/>
                  </a:moveTo>
                  <a:cubicBezTo>
                    <a:pt x="32903" y="49130"/>
                    <a:pt x="25370" y="49242"/>
                    <a:pt x="22129" y="53397"/>
                  </a:cubicBezTo>
                  <a:cubicBezTo>
                    <a:pt x="12246" y="66076"/>
                    <a:pt x="1" y="47658"/>
                    <a:pt x="2945" y="39717"/>
                  </a:cubicBezTo>
                  <a:cubicBezTo>
                    <a:pt x="6012" y="31492"/>
                    <a:pt x="15227" y="32160"/>
                    <a:pt x="19866" y="24578"/>
                  </a:cubicBezTo>
                  <a:cubicBezTo>
                    <a:pt x="26025" y="14497"/>
                    <a:pt x="31270" y="6680"/>
                    <a:pt x="39483" y="3489"/>
                  </a:cubicBezTo>
                  <a:cubicBezTo>
                    <a:pt x="48463" y="1"/>
                    <a:pt x="52273" y="6321"/>
                    <a:pt x="47943" y="14522"/>
                  </a:cubicBezTo>
                  <a:cubicBezTo>
                    <a:pt x="43528" y="22883"/>
                    <a:pt x="48574" y="27262"/>
                    <a:pt x="53077" y="34473"/>
                  </a:cubicBezTo>
                  <a:cubicBezTo>
                    <a:pt x="57220" y="41103"/>
                    <a:pt x="53163" y="49984"/>
                    <a:pt x="41722" y="49501"/>
                  </a:cubicBezTo>
                  <a:close/>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8"/>
            <p:cNvSpPr/>
            <p:nvPr/>
          </p:nvSpPr>
          <p:spPr>
            <a:xfrm>
              <a:off x="4782700" y="2429450"/>
              <a:ext cx="1226100" cy="1411625"/>
            </a:xfrm>
            <a:custGeom>
              <a:avLst/>
              <a:gdLst/>
              <a:ahLst/>
              <a:cxnLst/>
              <a:rect l="l" t="t" r="r" b="b"/>
              <a:pathLst>
                <a:path w="49044" h="56465" fill="none" extrusionOk="0">
                  <a:moveTo>
                    <a:pt x="41362" y="12345"/>
                  </a:moveTo>
                  <a:cubicBezTo>
                    <a:pt x="38109" y="19370"/>
                    <a:pt x="42154" y="23192"/>
                    <a:pt x="45753" y="29340"/>
                  </a:cubicBezTo>
                  <a:cubicBezTo>
                    <a:pt x="49044" y="35017"/>
                    <a:pt x="45679" y="42389"/>
                    <a:pt x="36242" y="42414"/>
                  </a:cubicBezTo>
                  <a:cubicBezTo>
                    <a:pt x="28820" y="42438"/>
                    <a:pt x="22141" y="42822"/>
                    <a:pt x="19024" y="46396"/>
                  </a:cubicBezTo>
                  <a:cubicBezTo>
                    <a:pt x="10242" y="56465"/>
                    <a:pt x="0" y="41981"/>
                    <a:pt x="1744" y="35475"/>
                  </a:cubicBezTo>
                  <a:cubicBezTo>
                    <a:pt x="3167" y="30205"/>
                    <a:pt x="8250" y="28870"/>
                    <a:pt x="12518" y="25270"/>
                  </a:cubicBezTo>
                  <a:cubicBezTo>
                    <a:pt x="13656" y="24305"/>
                    <a:pt x="14732" y="23180"/>
                    <a:pt x="15635" y="21733"/>
                  </a:cubicBezTo>
                  <a:cubicBezTo>
                    <a:pt x="17156" y="19296"/>
                    <a:pt x="18640" y="16995"/>
                    <a:pt x="20137" y="14880"/>
                  </a:cubicBezTo>
                  <a:cubicBezTo>
                    <a:pt x="22908" y="10984"/>
                    <a:pt x="25715" y="7731"/>
                    <a:pt x="28969" y="5406"/>
                  </a:cubicBezTo>
                  <a:cubicBezTo>
                    <a:pt x="30255" y="4490"/>
                    <a:pt x="31628" y="3723"/>
                    <a:pt x="33087" y="3142"/>
                  </a:cubicBezTo>
                  <a:cubicBezTo>
                    <a:pt x="40905" y="0"/>
                    <a:pt x="44591" y="5356"/>
                    <a:pt x="41362" y="12345"/>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8"/>
            <p:cNvSpPr/>
            <p:nvPr/>
          </p:nvSpPr>
          <p:spPr>
            <a:xfrm>
              <a:off x="4900200" y="2525925"/>
              <a:ext cx="1022325" cy="1172600"/>
            </a:xfrm>
            <a:custGeom>
              <a:avLst/>
              <a:gdLst/>
              <a:ahLst/>
              <a:cxnLst/>
              <a:rect l="l" t="t" r="r" b="b"/>
              <a:pathLst>
                <a:path w="40893" h="46904" fill="none" extrusionOk="0">
                  <a:moveTo>
                    <a:pt x="34770" y="10168"/>
                  </a:moveTo>
                  <a:cubicBezTo>
                    <a:pt x="32679" y="15833"/>
                    <a:pt x="35759" y="19111"/>
                    <a:pt x="38419" y="24194"/>
                  </a:cubicBezTo>
                  <a:cubicBezTo>
                    <a:pt x="40893" y="28919"/>
                    <a:pt x="38171" y="34807"/>
                    <a:pt x="30762" y="35326"/>
                  </a:cubicBezTo>
                  <a:cubicBezTo>
                    <a:pt x="24714" y="35747"/>
                    <a:pt x="18950" y="36402"/>
                    <a:pt x="15919" y="39383"/>
                  </a:cubicBezTo>
                  <a:cubicBezTo>
                    <a:pt x="8337" y="46904"/>
                    <a:pt x="0" y="36303"/>
                    <a:pt x="545" y="31232"/>
                  </a:cubicBezTo>
                  <a:cubicBezTo>
                    <a:pt x="990" y="27126"/>
                    <a:pt x="4985" y="25443"/>
                    <a:pt x="8733" y="21992"/>
                  </a:cubicBezTo>
                  <a:cubicBezTo>
                    <a:pt x="9685" y="21114"/>
                    <a:pt x="10601" y="20125"/>
                    <a:pt x="11405" y="18888"/>
                  </a:cubicBezTo>
                  <a:cubicBezTo>
                    <a:pt x="12741" y="16810"/>
                    <a:pt x="14064" y="14831"/>
                    <a:pt x="15425" y="13000"/>
                  </a:cubicBezTo>
                  <a:cubicBezTo>
                    <a:pt x="17849" y="9685"/>
                    <a:pt x="20348" y="6853"/>
                    <a:pt x="23143" y="4812"/>
                  </a:cubicBezTo>
                  <a:cubicBezTo>
                    <a:pt x="24269" y="3971"/>
                    <a:pt x="25444" y="3291"/>
                    <a:pt x="26693" y="2771"/>
                  </a:cubicBezTo>
                  <a:cubicBezTo>
                    <a:pt x="33347" y="0"/>
                    <a:pt x="36922" y="4354"/>
                    <a:pt x="34770" y="10168"/>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8"/>
            <p:cNvSpPr/>
            <p:nvPr/>
          </p:nvSpPr>
          <p:spPr>
            <a:xfrm>
              <a:off x="4988025" y="2622100"/>
              <a:ext cx="847925" cy="936050"/>
            </a:xfrm>
            <a:custGeom>
              <a:avLst/>
              <a:gdLst/>
              <a:ahLst/>
              <a:cxnLst/>
              <a:rect l="l" t="t" r="r" b="b"/>
              <a:pathLst>
                <a:path w="33917" h="37442" fill="none" extrusionOk="0">
                  <a:moveTo>
                    <a:pt x="29377" y="8003"/>
                  </a:moveTo>
                  <a:cubicBezTo>
                    <a:pt x="28412" y="12270"/>
                    <a:pt x="30527" y="15053"/>
                    <a:pt x="32271" y="19061"/>
                  </a:cubicBezTo>
                  <a:cubicBezTo>
                    <a:pt x="33916" y="22833"/>
                    <a:pt x="31851" y="27274"/>
                    <a:pt x="26470" y="28239"/>
                  </a:cubicBezTo>
                  <a:cubicBezTo>
                    <a:pt x="21782" y="29080"/>
                    <a:pt x="16971" y="29983"/>
                    <a:pt x="14014" y="32382"/>
                  </a:cubicBezTo>
                  <a:cubicBezTo>
                    <a:pt x="7780" y="37441"/>
                    <a:pt x="1200" y="30651"/>
                    <a:pt x="532" y="26989"/>
                  </a:cubicBezTo>
                  <a:cubicBezTo>
                    <a:pt x="0" y="24070"/>
                    <a:pt x="2932" y="22042"/>
                    <a:pt x="6148" y="18727"/>
                  </a:cubicBezTo>
                  <a:cubicBezTo>
                    <a:pt x="6902" y="17948"/>
                    <a:pt x="7669" y="17082"/>
                    <a:pt x="8362" y="16055"/>
                  </a:cubicBezTo>
                  <a:cubicBezTo>
                    <a:pt x="9512" y="14336"/>
                    <a:pt x="10687" y="12691"/>
                    <a:pt x="11887" y="11132"/>
                  </a:cubicBezTo>
                  <a:cubicBezTo>
                    <a:pt x="14002" y="8386"/>
                    <a:pt x="16179" y="5999"/>
                    <a:pt x="18504" y="4206"/>
                  </a:cubicBezTo>
                  <a:cubicBezTo>
                    <a:pt x="19469" y="3476"/>
                    <a:pt x="20459" y="2870"/>
                    <a:pt x="21485" y="2424"/>
                  </a:cubicBezTo>
                  <a:cubicBezTo>
                    <a:pt x="26965" y="0"/>
                    <a:pt x="30416" y="3340"/>
                    <a:pt x="29377" y="8003"/>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8"/>
            <p:cNvSpPr/>
            <p:nvPr/>
          </p:nvSpPr>
          <p:spPr>
            <a:xfrm>
              <a:off x="5052025" y="2718250"/>
              <a:ext cx="697025" cy="703825"/>
            </a:xfrm>
            <a:custGeom>
              <a:avLst/>
              <a:gdLst/>
              <a:ahLst/>
              <a:cxnLst/>
              <a:rect l="l" t="t" r="r" b="b"/>
              <a:pathLst>
                <a:path w="27881" h="28153" fill="none" extrusionOk="0">
                  <a:moveTo>
                    <a:pt x="24924" y="5839"/>
                  </a:moveTo>
                  <a:cubicBezTo>
                    <a:pt x="25023" y="8659"/>
                    <a:pt x="26248" y="10997"/>
                    <a:pt x="27089" y="13928"/>
                  </a:cubicBezTo>
                  <a:cubicBezTo>
                    <a:pt x="27881" y="16749"/>
                    <a:pt x="26458" y="19828"/>
                    <a:pt x="23118" y="21152"/>
                  </a:cubicBezTo>
                  <a:cubicBezTo>
                    <a:pt x="19791" y="22488"/>
                    <a:pt x="16031" y="23638"/>
                    <a:pt x="13050" y="25382"/>
                  </a:cubicBezTo>
                  <a:cubicBezTo>
                    <a:pt x="8350" y="28153"/>
                    <a:pt x="3390" y="24999"/>
                    <a:pt x="1473" y="22748"/>
                  </a:cubicBezTo>
                  <a:cubicBezTo>
                    <a:pt x="1" y="21016"/>
                    <a:pt x="1831" y="18666"/>
                    <a:pt x="4503" y="15462"/>
                  </a:cubicBezTo>
                  <a:cubicBezTo>
                    <a:pt x="5072" y="14770"/>
                    <a:pt x="5690" y="14040"/>
                    <a:pt x="6272" y="13211"/>
                  </a:cubicBezTo>
                  <a:cubicBezTo>
                    <a:pt x="7237" y="11863"/>
                    <a:pt x="8263" y="10527"/>
                    <a:pt x="9302" y="9265"/>
                  </a:cubicBezTo>
                  <a:cubicBezTo>
                    <a:pt x="11096" y="7101"/>
                    <a:pt x="12951" y="5134"/>
                    <a:pt x="14819" y="3613"/>
                  </a:cubicBezTo>
                  <a:cubicBezTo>
                    <a:pt x="15610" y="2969"/>
                    <a:pt x="16414" y="2450"/>
                    <a:pt x="17231" y="2067"/>
                  </a:cubicBezTo>
                  <a:cubicBezTo>
                    <a:pt x="21548" y="1"/>
                    <a:pt x="24801" y="2252"/>
                    <a:pt x="24924" y="5839"/>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8"/>
            <p:cNvSpPr/>
            <p:nvPr/>
          </p:nvSpPr>
          <p:spPr>
            <a:xfrm>
              <a:off x="5116350" y="2803600"/>
              <a:ext cx="548600" cy="493250"/>
            </a:xfrm>
            <a:custGeom>
              <a:avLst/>
              <a:gdLst/>
              <a:ahLst/>
              <a:cxnLst/>
              <a:rect l="l" t="t" r="r" b="b"/>
              <a:pathLst>
                <a:path w="21944" h="19730" fill="none" extrusionOk="0">
                  <a:moveTo>
                    <a:pt x="2400" y="18950"/>
                  </a:moveTo>
                  <a:cubicBezTo>
                    <a:pt x="5579" y="19729"/>
                    <a:pt x="9005" y="19618"/>
                    <a:pt x="12085" y="18814"/>
                  </a:cubicBezTo>
                  <a:cubicBezTo>
                    <a:pt x="15165" y="18010"/>
                    <a:pt x="17923" y="16513"/>
                    <a:pt x="19766" y="14510"/>
                  </a:cubicBezTo>
                  <a:cubicBezTo>
                    <a:pt x="21176" y="12976"/>
                    <a:pt x="21819" y="11096"/>
                    <a:pt x="21881" y="9240"/>
                  </a:cubicBezTo>
                  <a:cubicBezTo>
                    <a:pt x="21943" y="7373"/>
                    <a:pt x="21411" y="5530"/>
                    <a:pt x="20471" y="4107"/>
                  </a:cubicBezTo>
                  <a:cubicBezTo>
                    <a:pt x="18579" y="1238"/>
                    <a:pt x="15004" y="1"/>
                    <a:pt x="11133" y="3464"/>
                  </a:cubicBezTo>
                  <a:cubicBezTo>
                    <a:pt x="9722" y="4713"/>
                    <a:pt x="8164" y="6235"/>
                    <a:pt x="6717" y="7830"/>
                  </a:cubicBezTo>
                  <a:cubicBezTo>
                    <a:pt x="5257" y="9426"/>
                    <a:pt x="3884" y="11083"/>
                    <a:pt x="2845" y="12642"/>
                  </a:cubicBezTo>
                  <a:cubicBezTo>
                    <a:pt x="767" y="15734"/>
                    <a:pt x="0" y="18356"/>
                    <a:pt x="2400" y="18950"/>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8"/>
            <p:cNvSpPr/>
            <p:nvPr/>
          </p:nvSpPr>
          <p:spPr>
            <a:xfrm>
              <a:off x="5113575" y="2788775"/>
              <a:ext cx="576100" cy="492925"/>
            </a:xfrm>
            <a:custGeom>
              <a:avLst/>
              <a:gdLst/>
              <a:ahLst/>
              <a:cxnLst/>
              <a:rect l="l" t="t" r="r" b="b"/>
              <a:pathLst>
                <a:path w="23044" h="19717" fill="none" extrusionOk="0">
                  <a:moveTo>
                    <a:pt x="4008" y="18393"/>
                  </a:moveTo>
                  <a:cubicBezTo>
                    <a:pt x="9289" y="19716"/>
                    <a:pt x="15400" y="18046"/>
                    <a:pt x="18430" y="14682"/>
                  </a:cubicBezTo>
                  <a:cubicBezTo>
                    <a:pt x="23044" y="9561"/>
                    <a:pt x="17638" y="0"/>
                    <a:pt x="11244" y="5554"/>
                  </a:cubicBezTo>
                  <a:cubicBezTo>
                    <a:pt x="6543" y="9648"/>
                    <a:pt x="0" y="17403"/>
                    <a:pt x="4008" y="18393"/>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8"/>
            <p:cNvSpPr/>
            <p:nvPr/>
          </p:nvSpPr>
          <p:spPr>
            <a:xfrm>
              <a:off x="5171075" y="2860200"/>
              <a:ext cx="457075" cy="386850"/>
            </a:xfrm>
            <a:custGeom>
              <a:avLst/>
              <a:gdLst/>
              <a:ahLst/>
              <a:cxnLst/>
              <a:rect l="l" t="t" r="r" b="b"/>
              <a:pathLst>
                <a:path w="18283" h="15474" fill="none" extrusionOk="0">
                  <a:moveTo>
                    <a:pt x="3192" y="14398"/>
                  </a:moveTo>
                  <a:cubicBezTo>
                    <a:pt x="7410" y="15474"/>
                    <a:pt x="12320" y="14126"/>
                    <a:pt x="14683" y="11405"/>
                  </a:cubicBezTo>
                  <a:cubicBezTo>
                    <a:pt x="18282" y="7261"/>
                    <a:pt x="13990" y="0"/>
                    <a:pt x="8956" y="4206"/>
                  </a:cubicBezTo>
                  <a:cubicBezTo>
                    <a:pt x="5171" y="7372"/>
                    <a:pt x="1" y="13594"/>
                    <a:pt x="3192" y="14398"/>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8"/>
            <p:cNvSpPr/>
            <p:nvPr/>
          </p:nvSpPr>
          <p:spPr>
            <a:xfrm>
              <a:off x="5228300" y="2931325"/>
              <a:ext cx="338000" cy="281100"/>
            </a:xfrm>
            <a:custGeom>
              <a:avLst/>
              <a:gdLst/>
              <a:ahLst/>
              <a:cxnLst/>
              <a:rect l="l" t="t" r="r" b="b"/>
              <a:pathLst>
                <a:path w="13520" h="11244" fill="none" extrusionOk="0">
                  <a:moveTo>
                    <a:pt x="2387" y="10415"/>
                  </a:moveTo>
                  <a:cubicBezTo>
                    <a:pt x="5541" y="11244"/>
                    <a:pt x="9252" y="10217"/>
                    <a:pt x="10947" y="8151"/>
                  </a:cubicBezTo>
                  <a:cubicBezTo>
                    <a:pt x="13519" y="4972"/>
                    <a:pt x="10328" y="0"/>
                    <a:pt x="6679" y="2857"/>
                  </a:cubicBezTo>
                  <a:cubicBezTo>
                    <a:pt x="3810" y="5109"/>
                    <a:pt x="0" y="9796"/>
                    <a:pt x="2387" y="10415"/>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8"/>
            <p:cNvSpPr/>
            <p:nvPr/>
          </p:nvSpPr>
          <p:spPr>
            <a:xfrm>
              <a:off x="5285800" y="3002450"/>
              <a:ext cx="218950" cy="175650"/>
            </a:xfrm>
            <a:custGeom>
              <a:avLst/>
              <a:gdLst/>
              <a:ahLst/>
              <a:cxnLst/>
              <a:rect l="l" t="t" r="r" b="b"/>
              <a:pathLst>
                <a:path w="8758" h="7026" fill="none" extrusionOk="0">
                  <a:moveTo>
                    <a:pt x="1584" y="6432"/>
                  </a:moveTo>
                  <a:cubicBezTo>
                    <a:pt x="3662" y="7026"/>
                    <a:pt x="6185" y="6308"/>
                    <a:pt x="7187" y="4898"/>
                  </a:cubicBezTo>
                  <a:cubicBezTo>
                    <a:pt x="8758" y="2696"/>
                    <a:pt x="6655" y="0"/>
                    <a:pt x="4392" y="1521"/>
                  </a:cubicBezTo>
                  <a:cubicBezTo>
                    <a:pt x="2437" y="2833"/>
                    <a:pt x="1" y="5999"/>
                    <a:pt x="1584" y="6432"/>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8"/>
            <p:cNvSpPr/>
            <p:nvPr/>
          </p:nvSpPr>
          <p:spPr>
            <a:xfrm>
              <a:off x="5343325" y="3071700"/>
              <a:ext cx="99900" cy="71775"/>
            </a:xfrm>
            <a:custGeom>
              <a:avLst/>
              <a:gdLst/>
              <a:ahLst/>
              <a:cxnLst/>
              <a:rect l="l" t="t" r="r" b="b"/>
              <a:pathLst>
                <a:path w="3996" h="2871" fill="none" extrusionOk="0">
                  <a:moveTo>
                    <a:pt x="767" y="2524"/>
                  </a:moveTo>
                  <a:cubicBezTo>
                    <a:pt x="1781" y="2870"/>
                    <a:pt x="3093" y="2462"/>
                    <a:pt x="3439" y="1708"/>
                  </a:cubicBezTo>
                  <a:cubicBezTo>
                    <a:pt x="3996" y="483"/>
                    <a:pt x="2932" y="1"/>
                    <a:pt x="2103" y="248"/>
                  </a:cubicBezTo>
                  <a:cubicBezTo>
                    <a:pt x="1027" y="570"/>
                    <a:pt x="0" y="2277"/>
                    <a:pt x="767" y="2524"/>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 name="Google Shape;905;p58"/>
          <p:cNvGrpSpPr/>
          <p:nvPr/>
        </p:nvGrpSpPr>
        <p:grpSpPr>
          <a:xfrm>
            <a:off x="4018710" y="2606658"/>
            <a:ext cx="1208605" cy="1950575"/>
            <a:chOff x="7967725" y="3151175"/>
            <a:chExt cx="932350" cy="1504725"/>
          </a:xfrm>
        </p:grpSpPr>
        <p:sp>
          <p:nvSpPr>
            <p:cNvPr id="906" name="Google Shape;906;p58"/>
            <p:cNvSpPr/>
            <p:nvPr/>
          </p:nvSpPr>
          <p:spPr>
            <a:xfrm>
              <a:off x="7967725" y="3151175"/>
              <a:ext cx="932350" cy="1504725"/>
            </a:xfrm>
            <a:custGeom>
              <a:avLst/>
              <a:gdLst/>
              <a:ahLst/>
              <a:cxnLst/>
              <a:rect l="l" t="t" r="r" b="b"/>
              <a:pathLst>
                <a:path w="37294" h="60189" fill="none" extrusionOk="0">
                  <a:moveTo>
                    <a:pt x="15684" y="11380"/>
                  </a:moveTo>
                  <a:cubicBezTo>
                    <a:pt x="14002" y="21609"/>
                    <a:pt x="9426" y="24837"/>
                    <a:pt x="4961" y="32655"/>
                  </a:cubicBezTo>
                  <a:cubicBezTo>
                    <a:pt x="1" y="41338"/>
                    <a:pt x="5245" y="51691"/>
                    <a:pt x="21263" y="55946"/>
                  </a:cubicBezTo>
                  <a:cubicBezTo>
                    <a:pt x="37293" y="60188"/>
                    <a:pt x="20583" y="43836"/>
                    <a:pt x="28140" y="30775"/>
                  </a:cubicBezTo>
                  <a:cubicBezTo>
                    <a:pt x="35698" y="17713"/>
                    <a:pt x="17540" y="1"/>
                    <a:pt x="15684" y="11380"/>
                  </a:cubicBezTo>
                  <a:close/>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8"/>
            <p:cNvSpPr/>
            <p:nvPr/>
          </p:nvSpPr>
          <p:spPr>
            <a:xfrm>
              <a:off x="8013175" y="3222600"/>
              <a:ext cx="847925" cy="1371125"/>
            </a:xfrm>
            <a:custGeom>
              <a:avLst/>
              <a:gdLst/>
              <a:ahLst/>
              <a:cxnLst/>
              <a:rect l="l" t="t" r="r" b="b"/>
              <a:pathLst>
                <a:path w="33917" h="54845" fill="none" extrusionOk="0">
                  <a:moveTo>
                    <a:pt x="14312" y="10341"/>
                  </a:moveTo>
                  <a:cubicBezTo>
                    <a:pt x="12679" y="19606"/>
                    <a:pt x="8498" y="22636"/>
                    <a:pt x="4478" y="29773"/>
                  </a:cubicBezTo>
                  <a:cubicBezTo>
                    <a:pt x="1" y="37677"/>
                    <a:pt x="4738" y="47102"/>
                    <a:pt x="19321" y="50973"/>
                  </a:cubicBezTo>
                  <a:cubicBezTo>
                    <a:pt x="33917" y="54845"/>
                    <a:pt x="18703" y="39965"/>
                    <a:pt x="25580" y="28066"/>
                  </a:cubicBezTo>
                  <a:cubicBezTo>
                    <a:pt x="32457" y="16167"/>
                    <a:pt x="16155" y="1"/>
                    <a:pt x="14312" y="10341"/>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8"/>
            <p:cNvSpPr/>
            <p:nvPr/>
          </p:nvSpPr>
          <p:spPr>
            <a:xfrm>
              <a:off x="8058950" y="3293725"/>
              <a:ext cx="762875" cy="1238175"/>
            </a:xfrm>
            <a:custGeom>
              <a:avLst/>
              <a:gdLst/>
              <a:ahLst/>
              <a:cxnLst/>
              <a:rect l="l" t="t" r="r" b="b"/>
              <a:pathLst>
                <a:path w="30515" h="49527" fill="none" extrusionOk="0">
                  <a:moveTo>
                    <a:pt x="12926" y="9314"/>
                  </a:moveTo>
                  <a:cubicBezTo>
                    <a:pt x="11318" y="17614"/>
                    <a:pt x="7558" y="20459"/>
                    <a:pt x="3971" y="26903"/>
                  </a:cubicBezTo>
                  <a:cubicBezTo>
                    <a:pt x="0" y="34040"/>
                    <a:pt x="4206" y="42538"/>
                    <a:pt x="17367" y="46026"/>
                  </a:cubicBezTo>
                  <a:cubicBezTo>
                    <a:pt x="30515" y="49526"/>
                    <a:pt x="16810" y="36093"/>
                    <a:pt x="23007" y="25369"/>
                  </a:cubicBezTo>
                  <a:cubicBezTo>
                    <a:pt x="29204" y="14633"/>
                    <a:pt x="14732" y="1"/>
                    <a:pt x="12926" y="9314"/>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8"/>
            <p:cNvSpPr/>
            <p:nvPr/>
          </p:nvSpPr>
          <p:spPr>
            <a:xfrm>
              <a:off x="8104400" y="3364850"/>
              <a:ext cx="678475" cy="1104875"/>
            </a:xfrm>
            <a:custGeom>
              <a:avLst/>
              <a:gdLst/>
              <a:ahLst/>
              <a:cxnLst/>
              <a:rect l="l" t="t" r="r" b="b"/>
              <a:pathLst>
                <a:path w="27139" h="44195" fill="none" extrusionOk="0">
                  <a:moveTo>
                    <a:pt x="11553" y="8300"/>
                  </a:moveTo>
                  <a:cubicBezTo>
                    <a:pt x="9970" y="15623"/>
                    <a:pt x="6643" y="18270"/>
                    <a:pt x="3489" y="24046"/>
                  </a:cubicBezTo>
                  <a:cubicBezTo>
                    <a:pt x="1" y="30391"/>
                    <a:pt x="3687" y="37973"/>
                    <a:pt x="15412" y="41078"/>
                  </a:cubicBezTo>
                  <a:cubicBezTo>
                    <a:pt x="27138" y="44195"/>
                    <a:pt x="14918" y="32234"/>
                    <a:pt x="20447" y="22673"/>
                  </a:cubicBezTo>
                  <a:cubicBezTo>
                    <a:pt x="25976" y="13099"/>
                    <a:pt x="13347" y="1"/>
                    <a:pt x="11553" y="8300"/>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8"/>
            <p:cNvSpPr/>
            <p:nvPr/>
          </p:nvSpPr>
          <p:spPr>
            <a:xfrm>
              <a:off x="8150175" y="3435975"/>
              <a:ext cx="593725" cy="971600"/>
            </a:xfrm>
            <a:custGeom>
              <a:avLst/>
              <a:gdLst/>
              <a:ahLst/>
              <a:cxnLst/>
              <a:rect l="l" t="t" r="r" b="b"/>
              <a:pathLst>
                <a:path w="23749" h="38864" fill="none" extrusionOk="0">
                  <a:moveTo>
                    <a:pt x="10168" y="7273"/>
                  </a:moveTo>
                  <a:cubicBezTo>
                    <a:pt x="8621" y="13631"/>
                    <a:pt x="5702" y="16092"/>
                    <a:pt x="2981" y="21176"/>
                  </a:cubicBezTo>
                  <a:cubicBezTo>
                    <a:pt x="0" y="26742"/>
                    <a:pt x="3167" y="33397"/>
                    <a:pt x="13458" y="36130"/>
                  </a:cubicBezTo>
                  <a:cubicBezTo>
                    <a:pt x="23749" y="38864"/>
                    <a:pt x="13025" y="28362"/>
                    <a:pt x="17874" y="19964"/>
                  </a:cubicBezTo>
                  <a:cubicBezTo>
                    <a:pt x="22722" y="11578"/>
                    <a:pt x="11949" y="0"/>
                    <a:pt x="10168" y="7273"/>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8"/>
            <p:cNvSpPr/>
            <p:nvPr/>
          </p:nvSpPr>
          <p:spPr>
            <a:xfrm>
              <a:off x="8195625" y="3507100"/>
              <a:ext cx="509325" cy="838325"/>
            </a:xfrm>
            <a:custGeom>
              <a:avLst/>
              <a:gdLst/>
              <a:ahLst/>
              <a:cxnLst/>
              <a:rect l="l" t="t" r="r" b="b"/>
              <a:pathLst>
                <a:path w="20373" h="33533" fill="none" extrusionOk="0">
                  <a:moveTo>
                    <a:pt x="8807" y="6247"/>
                  </a:moveTo>
                  <a:cubicBezTo>
                    <a:pt x="7286" y="11639"/>
                    <a:pt x="4775" y="13903"/>
                    <a:pt x="2499" y="18306"/>
                  </a:cubicBezTo>
                  <a:cubicBezTo>
                    <a:pt x="1" y="23093"/>
                    <a:pt x="2660" y="28832"/>
                    <a:pt x="11516" y="31182"/>
                  </a:cubicBezTo>
                  <a:cubicBezTo>
                    <a:pt x="20372" y="33533"/>
                    <a:pt x="11133" y="24491"/>
                    <a:pt x="15313" y="17267"/>
                  </a:cubicBezTo>
                  <a:cubicBezTo>
                    <a:pt x="19482" y="10044"/>
                    <a:pt x="10551" y="0"/>
                    <a:pt x="8795" y="6247"/>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8"/>
            <p:cNvSpPr/>
            <p:nvPr/>
          </p:nvSpPr>
          <p:spPr>
            <a:xfrm>
              <a:off x="8241400" y="3578525"/>
              <a:ext cx="424575" cy="704750"/>
            </a:xfrm>
            <a:custGeom>
              <a:avLst/>
              <a:gdLst/>
              <a:ahLst/>
              <a:cxnLst/>
              <a:rect l="l" t="t" r="r" b="b"/>
              <a:pathLst>
                <a:path w="16983" h="28190" fill="none" extrusionOk="0">
                  <a:moveTo>
                    <a:pt x="7422" y="5220"/>
                  </a:moveTo>
                  <a:cubicBezTo>
                    <a:pt x="5950" y="9636"/>
                    <a:pt x="3847" y="11714"/>
                    <a:pt x="1992" y="15425"/>
                  </a:cubicBezTo>
                  <a:cubicBezTo>
                    <a:pt x="0" y="19445"/>
                    <a:pt x="2128" y="24244"/>
                    <a:pt x="9549" y="26223"/>
                  </a:cubicBezTo>
                  <a:cubicBezTo>
                    <a:pt x="16983" y="28189"/>
                    <a:pt x="9240" y="20607"/>
                    <a:pt x="12740" y="14559"/>
                  </a:cubicBezTo>
                  <a:cubicBezTo>
                    <a:pt x="16241" y="8498"/>
                    <a:pt x="9166" y="0"/>
                    <a:pt x="7422" y="5220"/>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8"/>
            <p:cNvSpPr/>
            <p:nvPr/>
          </p:nvSpPr>
          <p:spPr>
            <a:xfrm>
              <a:off x="8286850" y="3649650"/>
              <a:ext cx="339850" cy="571475"/>
            </a:xfrm>
            <a:custGeom>
              <a:avLst/>
              <a:gdLst/>
              <a:ahLst/>
              <a:cxnLst/>
              <a:rect l="l" t="t" r="r" b="b"/>
              <a:pathLst>
                <a:path w="13594" h="22859" fill="none" extrusionOk="0">
                  <a:moveTo>
                    <a:pt x="6049" y="4193"/>
                  </a:moveTo>
                  <a:cubicBezTo>
                    <a:pt x="4614" y="7644"/>
                    <a:pt x="2919" y="9524"/>
                    <a:pt x="1509" y="12555"/>
                  </a:cubicBezTo>
                  <a:cubicBezTo>
                    <a:pt x="0" y="15796"/>
                    <a:pt x="1608" y="19679"/>
                    <a:pt x="7607" y="21263"/>
                  </a:cubicBezTo>
                  <a:cubicBezTo>
                    <a:pt x="13594" y="22858"/>
                    <a:pt x="7348" y="16748"/>
                    <a:pt x="10180" y="11862"/>
                  </a:cubicBezTo>
                  <a:cubicBezTo>
                    <a:pt x="13000" y="6976"/>
                    <a:pt x="7781" y="0"/>
                    <a:pt x="6049" y="4193"/>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8"/>
            <p:cNvSpPr/>
            <p:nvPr/>
          </p:nvSpPr>
          <p:spPr>
            <a:xfrm>
              <a:off x="8332625" y="3720775"/>
              <a:ext cx="255125" cy="438200"/>
            </a:xfrm>
            <a:custGeom>
              <a:avLst/>
              <a:gdLst/>
              <a:ahLst/>
              <a:cxnLst/>
              <a:rect l="l" t="t" r="r" b="b"/>
              <a:pathLst>
                <a:path w="10205" h="17528" fill="none" extrusionOk="0">
                  <a:moveTo>
                    <a:pt x="4663" y="3167"/>
                  </a:moveTo>
                  <a:cubicBezTo>
                    <a:pt x="3290" y="5665"/>
                    <a:pt x="1979" y="7335"/>
                    <a:pt x="1002" y="9698"/>
                  </a:cubicBezTo>
                  <a:cubicBezTo>
                    <a:pt x="0" y="12147"/>
                    <a:pt x="1088" y="15103"/>
                    <a:pt x="5653" y="16315"/>
                  </a:cubicBezTo>
                  <a:cubicBezTo>
                    <a:pt x="10204" y="17527"/>
                    <a:pt x="5455" y="12876"/>
                    <a:pt x="7607" y="9166"/>
                  </a:cubicBezTo>
                  <a:cubicBezTo>
                    <a:pt x="9747" y="5443"/>
                    <a:pt x="6407" y="0"/>
                    <a:pt x="4663" y="3167"/>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8"/>
            <p:cNvSpPr/>
            <p:nvPr/>
          </p:nvSpPr>
          <p:spPr>
            <a:xfrm>
              <a:off x="8378075" y="3792825"/>
              <a:ext cx="170700" cy="303975"/>
            </a:xfrm>
            <a:custGeom>
              <a:avLst/>
              <a:gdLst/>
              <a:ahLst/>
              <a:cxnLst/>
              <a:rect l="l" t="t" r="r" b="b"/>
              <a:pathLst>
                <a:path w="6828" h="12159" fill="none" extrusionOk="0">
                  <a:moveTo>
                    <a:pt x="3290" y="2115"/>
                  </a:moveTo>
                  <a:cubicBezTo>
                    <a:pt x="2004" y="3649"/>
                    <a:pt x="1039" y="5109"/>
                    <a:pt x="520" y="6791"/>
                  </a:cubicBezTo>
                  <a:cubicBezTo>
                    <a:pt x="0" y="8461"/>
                    <a:pt x="582" y="10501"/>
                    <a:pt x="3699" y="11330"/>
                  </a:cubicBezTo>
                  <a:cubicBezTo>
                    <a:pt x="6828" y="12159"/>
                    <a:pt x="3563" y="8968"/>
                    <a:pt x="5047" y="6420"/>
                  </a:cubicBezTo>
                  <a:cubicBezTo>
                    <a:pt x="6519" y="3872"/>
                    <a:pt x="5072" y="0"/>
                    <a:pt x="3290" y="2115"/>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 name="Google Shape;916;p58"/>
          <p:cNvGrpSpPr/>
          <p:nvPr/>
        </p:nvGrpSpPr>
        <p:grpSpPr>
          <a:xfrm>
            <a:off x="5548392" y="1309227"/>
            <a:ext cx="1070118" cy="1822279"/>
            <a:chOff x="9577900" y="1056000"/>
            <a:chExt cx="761975" cy="1297550"/>
          </a:xfrm>
        </p:grpSpPr>
        <p:sp>
          <p:nvSpPr>
            <p:cNvPr id="917" name="Google Shape;917;p58"/>
            <p:cNvSpPr/>
            <p:nvPr/>
          </p:nvSpPr>
          <p:spPr>
            <a:xfrm>
              <a:off x="9577900" y="1056000"/>
              <a:ext cx="761975" cy="1297550"/>
            </a:xfrm>
            <a:custGeom>
              <a:avLst/>
              <a:gdLst/>
              <a:ahLst/>
              <a:cxnLst/>
              <a:rect l="l" t="t" r="r" b="b"/>
              <a:pathLst>
                <a:path w="30479" h="51902" fill="none" extrusionOk="0">
                  <a:moveTo>
                    <a:pt x="17763" y="49069"/>
                  </a:moveTo>
                  <a:cubicBezTo>
                    <a:pt x="22117" y="46521"/>
                    <a:pt x="28190" y="36774"/>
                    <a:pt x="29476" y="28301"/>
                  </a:cubicBezTo>
                  <a:cubicBezTo>
                    <a:pt x="30478" y="21659"/>
                    <a:pt x="29563" y="15116"/>
                    <a:pt x="26285" y="10440"/>
                  </a:cubicBezTo>
                  <a:cubicBezTo>
                    <a:pt x="19185" y="310"/>
                    <a:pt x="1" y="1"/>
                    <a:pt x="5134" y="14980"/>
                  </a:cubicBezTo>
                  <a:cubicBezTo>
                    <a:pt x="10280" y="29946"/>
                    <a:pt x="16946" y="25679"/>
                    <a:pt x="9946" y="38790"/>
                  </a:cubicBezTo>
                  <a:cubicBezTo>
                    <a:pt x="2945" y="51901"/>
                    <a:pt x="13112" y="51777"/>
                    <a:pt x="17763" y="49069"/>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58"/>
            <p:cNvSpPr/>
            <p:nvPr/>
          </p:nvSpPr>
          <p:spPr>
            <a:xfrm>
              <a:off x="9631725" y="1120625"/>
              <a:ext cx="677525" cy="1187150"/>
            </a:xfrm>
            <a:custGeom>
              <a:avLst/>
              <a:gdLst/>
              <a:ahLst/>
              <a:cxnLst/>
              <a:rect l="l" t="t" r="r" b="b"/>
              <a:pathLst>
                <a:path w="27101" h="47486" fill="none" extrusionOk="0">
                  <a:moveTo>
                    <a:pt x="15894" y="44183"/>
                  </a:moveTo>
                  <a:cubicBezTo>
                    <a:pt x="22054" y="38604"/>
                    <a:pt x="26086" y="31579"/>
                    <a:pt x="26594" y="25530"/>
                  </a:cubicBezTo>
                  <a:cubicBezTo>
                    <a:pt x="27101" y="19482"/>
                    <a:pt x="26668" y="13631"/>
                    <a:pt x="23712" y="9414"/>
                  </a:cubicBezTo>
                  <a:cubicBezTo>
                    <a:pt x="17317" y="273"/>
                    <a:pt x="0" y="1"/>
                    <a:pt x="4638" y="13508"/>
                  </a:cubicBezTo>
                  <a:cubicBezTo>
                    <a:pt x="9277" y="27015"/>
                    <a:pt x="15597" y="23156"/>
                    <a:pt x="9277" y="34993"/>
                  </a:cubicBezTo>
                  <a:cubicBezTo>
                    <a:pt x="2969" y="46818"/>
                    <a:pt x="12233" y="47485"/>
                    <a:pt x="15894" y="44183"/>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58"/>
            <p:cNvSpPr/>
            <p:nvPr/>
          </p:nvSpPr>
          <p:spPr>
            <a:xfrm>
              <a:off x="9685525" y="1185250"/>
              <a:ext cx="604250" cy="1059750"/>
            </a:xfrm>
            <a:custGeom>
              <a:avLst/>
              <a:gdLst/>
              <a:ahLst/>
              <a:cxnLst/>
              <a:rect l="l" t="t" r="r" b="b"/>
              <a:pathLst>
                <a:path w="24170" h="42390" fill="none" extrusionOk="0">
                  <a:moveTo>
                    <a:pt x="14027" y="39285"/>
                  </a:moveTo>
                  <a:cubicBezTo>
                    <a:pt x="19444" y="33929"/>
                    <a:pt x="23254" y="28153"/>
                    <a:pt x="23712" y="22760"/>
                  </a:cubicBezTo>
                  <a:cubicBezTo>
                    <a:pt x="24169" y="17367"/>
                    <a:pt x="23774" y="12147"/>
                    <a:pt x="21151" y="8387"/>
                  </a:cubicBezTo>
                  <a:cubicBezTo>
                    <a:pt x="15437" y="248"/>
                    <a:pt x="0" y="1"/>
                    <a:pt x="4144" y="12036"/>
                  </a:cubicBezTo>
                  <a:cubicBezTo>
                    <a:pt x="8275" y="24083"/>
                    <a:pt x="14237" y="20645"/>
                    <a:pt x="8609" y="31196"/>
                  </a:cubicBezTo>
                  <a:cubicBezTo>
                    <a:pt x="2981" y="41734"/>
                    <a:pt x="10897" y="42390"/>
                    <a:pt x="14027" y="39285"/>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8"/>
            <p:cNvSpPr/>
            <p:nvPr/>
          </p:nvSpPr>
          <p:spPr>
            <a:xfrm>
              <a:off x="9739625" y="1249900"/>
              <a:ext cx="530350" cy="937575"/>
            </a:xfrm>
            <a:custGeom>
              <a:avLst/>
              <a:gdLst/>
              <a:ahLst/>
              <a:cxnLst/>
              <a:rect l="l" t="t" r="r" b="b"/>
              <a:pathLst>
                <a:path w="21214" h="37503" fill="none" extrusionOk="0">
                  <a:moveTo>
                    <a:pt x="12147" y="34398"/>
                  </a:moveTo>
                  <a:cubicBezTo>
                    <a:pt x="15858" y="29401"/>
                    <a:pt x="20422" y="24726"/>
                    <a:pt x="20818" y="19988"/>
                  </a:cubicBezTo>
                  <a:cubicBezTo>
                    <a:pt x="21214" y="15251"/>
                    <a:pt x="20880" y="10662"/>
                    <a:pt x="18567" y="7372"/>
                  </a:cubicBezTo>
                  <a:cubicBezTo>
                    <a:pt x="13557" y="210"/>
                    <a:pt x="1" y="0"/>
                    <a:pt x="3625" y="10576"/>
                  </a:cubicBezTo>
                  <a:cubicBezTo>
                    <a:pt x="7262" y="21151"/>
                    <a:pt x="12865" y="18133"/>
                    <a:pt x="7917" y="27385"/>
                  </a:cubicBezTo>
                  <a:cubicBezTo>
                    <a:pt x="2982" y="36649"/>
                    <a:pt x="9847" y="37503"/>
                    <a:pt x="12147" y="34398"/>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8"/>
            <p:cNvSpPr/>
            <p:nvPr/>
          </p:nvSpPr>
          <p:spPr>
            <a:xfrm>
              <a:off x="9793450" y="1314525"/>
              <a:ext cx="457050" cy="804625"/>
            </a:xfrm>
            <a:custGeom>
              <a:avLst/>
              <a:gdLst/>
              <a:ahLst/>
              <a:cxnLst/>
              <a:rect l="l" t="t" r="r" b="b"/>
              <a:pathLst>
                <a:path w="18282" h="32185" fill="none" extrusionOk="0">
                  <a:moveTo>
                    <a:pt x="10279" y="29513"/>
                  </a:moveTo>
                  <a:cubicBezTo>
                    <a:pt x="13618" y="25085"/>
                    <a:pt x="17589" y="21300"/>
                    <a:pt x="17935" y="17218"/>
                  </a:cubicBezTo>
                  <a:cubicBezTo>
                    <a:pt x="18282" y="13136"/>
                    <a:pt x="17985" y="9190"/>
                    <a:pt x="15993" y="6345"/>
                  </a:cubicBezTo>
                  <a:cubicBezTo>
                    <a:pt x="11676" y="186"/>
                    <a:pt x="0" y="0"/>
                    <a:pt x="3129" y="9104"/>
                  </a:cubicBezTo>
                  <a:cubicBezTo>
                    <a:pt x="6259" y="18220"/>
                    <a:pt x="11503" y="15622"/>
                    <a:pt x="7248" y="23600"/>
                  </a:cubicBezTo>
                  <a:cubicBezTo>
                    <a:pt x="2993" y="31578"/>
                    <a:pt x="8287" y="32184"/>
                    <a:pt x="10279" y="29513"/>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8"/>
            <p:cNvSpPr/>
            <p:nvPr/>
          </p:nvSpPr>
          <p:spPr>
            <a:xfrm>
              <a:off x="9847550" y="1379150"/>
              <a:ext cx="383150" cy="671350"/>
            </a:xfrm>
            <a:custGeom>
              <a:avLst/>
              <a:gdLst/>
              <a:ahLst/>
              <a:cxnLst/>
              <a:rect l="l" t="t" r="r" b="b"/>
              <a:pathLst>
                <a:path w="15326" h="26854" fill="none" extrusionOk="0">
                  <a:moveTo>
                    <a:pt x="8399" y="24627"/>
                  </a:moveTo>
                  <a:cubicBezTo>
                    <a:pt x="11355" y="20755"/>
                    <a:pt x="14757" y="17874"/>
                    <a:pt x="15041" y="14447"/>
                  </a:cubicBezTo>
                  <a:cubicBezTo>
                    <a:pt x="15326" y="11021"/>
                    <a:pt x="15079" y="7706"/>
                    <a:pt x="13409" y="5319"/>
                  </a:cubicBezTo>
                  <a:cubicBezTo>
                    <a:pt x="9797" y="161"/>
                    <a:pt x="1" y="0"/>
                    <a:pt x="2623" y="7644"/>
                  </a:cubicBezTo>
                  <a:cubicBezTo>
                    <a:pt x="5245" y="15276"/>
                    <a:pt x="10143" y="13099"/>
                    <a:pt x="6569" y="19791"/>
                  </a:cubicBezTo>
                  <a:cubicBezTo>
                    <a:pt x="2994" y="26482"/>
                    <a:pt x="6717" y="26853"/>
                    <a:pt x="8399" y="24627"/>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8"/>
            <p:cNvSpPr/>
            <p:nvPr/>
          </p:nvSpPr>
          <p:spPr>
            <a:xfrm>
              <a:off x="9901350" y="1443775"/>
              <a:ext cx="309875" cy="538075"/>
            </a:xfrm>
            <a:custGeom>
              <a:avLst/>
              <a:gdLst/>
              <a:ahLst/>
              <a:cxnLst/>
              <a:rect l="l" t="t" r="r" b="b"/>
              <a:pathLst>
                <a:path w="12395" h="21523" fill="none" extrusionOk="0">
                  <a:moveTo>
                    <a:pt x="6544" y="19741"/>
                  </a:moveTo>
                  <a:cubicBezTo>
                    <a:pt x="9105" y="16439"/>
                    <a:pt x="11925" y="14435"/>
                    <a:pt x="12160" y="11677"/>
                  </a:cubicBezTo>
                  <a:cubicBezTo>
                    <a:pt x="12395" y="8906"/>
                    <a:pt x="12197" y="6234"/>
                    <a:pt x="10849" y="4305"/>
                  </a:cubicBezTo>
                  <a:cubicBezTo>
                    <a:pt x="7917" y="124"/>
                    <a:pt x="1" y="0"/>
                    <a:pt x="2116" y="6173"/>
                  </a:cubicBezTo>
                  <a:cubicBezTo>
                    <a:pt x="4243" y="12345"/>
                    <a:pt x="8783" y="10588"/>
                    <a:pt x="5889" y="15994"/>
                  </a:cubicBezTo>
                  <a:cubicBezTo>
                    <a:pt x="3007" y="21411"/>
                    <a:pt x="5159" y="21522"/>
                    <a:pt x="6544" y="19741"/>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 name="Google Shape;924;p58"/>
          <p:cNvGrpSpPr/>
          <p:nvPr/>
        </p:nvGrpSpPr>
        <p:grpSpPr>
          <a:xfrm>
            <a:off x="6918425" y="1340821"/>
            <a:ext cx="1527300" cy="1822275"/>
            <a:chOff x="5865600" y="3399800"/>
            <a:chExt cx="1527300" cy="1822275"/>
          </a:xfrm>
        </p:grpSpPr>
        <p:sp>
          <p:nvSpPr>
            <p:cNvPr id="925" name="Google Shape;925;p58"/>
            <p:cNvSpPr/>
            <p:nvPr/>
          </p:nvSpPr>
          <p:spPr>
            <a:xfrm>
              <a:off x="5865600" y="3399800"/>
              <a:ext cx="1527300" cy="1822275"/>
            </a:xfrm>
            <a:custGeom>
              <a:avLst/>
              <a:gdLst/>
              <a:ahLst/>
              <a:cxnLst/>
              <a:rect l="l" t="t" r="r" b="b"/>
              <a:pathLst>
                <a:path w="61092" h="72891" fill="none" extrusionOk="0">
                  <a:moveTo>
                    <a:pt x="56032" y="50008"/>
                  </a:moveTo>
                  <a:cubicBezTo>
                    <a:pt x="60770" y="39457"/>
                    <a:pt x="61091" y="25889"/>
                    <a:pt x="53954" y="17539"/>
                  </a:cubicBezTo>
                  <a:cubicBezTo>
                    <a:pt x="47993" y="10588"/>
                    <a:pt x="41585" y="6333"/>
                    <a:pt x="32692" y="3785"/>
                  </a:cubicBezTo>
                  <a:cubicBezTo>
                    <a:pt x="19531" y="0"/>
                    <a:pt x="18505" y="8349"/>
                    <a:pt x="21176" y="22178"/>
                  </a:cubicBezTo>
                  <a:cubicBezTo>
                    <a:pt x="24417" y="39037"/>
                    <a:pt x="5406" y="44294"/>
                    <a:pt x="2932" y="50787"/>
                  </a:cubicBezTo>
                  <a:cubicBezTo>
                    <a:pt x="1" y="58481"/>
                    <a:pt x="6717" y="66162"/>
                    <a:pt x="19630" y="70652"/>
                  </a:cubicBezTo>
                  <a:cubicBezTo>
                    <a:pt x="26087" y="72891"/>
                    <a:pt x="34176" y="69972"/>
                    <a:pt x="41165" y="65370"/>
                  </a:cubicBezTo>
                  <a:cubicBezTo>
                    <a:pt x="48153" y="60781"/>
                    <a:pt x="54029" y="54498"/>
                    <a:pt x="56032" y="50008"/>
                  </a:cubicBezTo>
                  <a:close/>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8"/>
            <p:cNvSpPr/>
            <p:nvPr/>
          </p:nvSpPr>
          <p:spPr>
            <a:xfrm>
              <a:off x="5963325" y="3516050"/>
              <a:ext cx="1358750" cy="1620375"/>
            </a:xfrm>
            <a:custGeom>
              <a:avLst/>
              <a:gdLst/>
              <a:ahLst/>
              <a:cxnLst/>
              <a:rect l="l" t="t" r="r" b="b"/>
              <a:pathLst>
                <a:path w="54350" h="64815" fill="none" extrusionOk="0">
                  <a:moveTo>
                    <a:pt x="47955" y="14633"/>
                  </a:moveTo>
                  <a:cubicBezTo>
                    <a:pt x="42587" y="8288"/>
                    <a:pt x="36761" y="4479"/>
                    <a:pt x="28919" y="2401"/>
                  </a:cubicBezTo>
                  <a:cubicBezTo>
                    <a:pt x="19815" y="1"/>
                    <a:pt x="17354" y="4021"/>
                    <a:pt x="17836" y="11900"/>
                  </a:cubicBezTo>
                  <a:cubicBezTo>
                    <a:pt x="17973" y="14065"/>
                    <a:pt x="18319" y="16501"/>
                    <a:pt x="18814" y="19185"/>
                  </a:cubicBezTo>
                  <a:cubicBezTo>
                    <a:pt x="21139" y="31492"/>
                    <a:pt x="10304" y="37009"/>
                    <a:pt x="5034" y="41944"/>
                  </a:cubicBezTo>
                  <a:cubicBezTo>
                    <a:pt x="3909" y="42983"/>
                    <a:pt x="3055" y="43985"/>
                    <a:pt x="2660" y="45036"/>
                  </a:cubicBezTo>
                  <a:cubicBezTo>
                    <a:pt x="0" y="52112"/>
                    <a:pt x="6049" y="59001"/>
                    <a:pt x="17577" y="62860"/>
                  </a:cubicBezTo>
                  <a:cubicBezTo>
                    <a:pt x="23390" y="64815"/>
                    <a:pt x="30663" y="62118"/>
                    <a:pt x="36910" y="57900"/>
                  </a:cubicBezTo>
                  <a:cubicBezTo>
                    <a:pt x="40385" y="55550"/>
                    <a:pt x="43527" y="52730"/>
                    <a:pt x="45939" y="49959"/>
                  </a:cubicBezTo>
                  <a:cubicBezTo>
                    <a:pt x="47831" y="47807"/>
                    <a:pt x="49279" y="45704"/>
                    <a:pt x="50045" y="43899"/>
                  </a:cubicBezTo>
                  <a:cubicBezTo>
                    <a:pt x="54177" y="34350"/>
                    <a:pt x="54350" y="22154"/>
                    <a:pt x="47955" y="14633"/>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8"/>
            <p:cNvSpPr/>
            <p:nvPr/>
          </p:nvSpPr>
          <p:spPr>
            <a:xfrm>
              <a:off x="6060725" y="3611600"/>
              <a:ext cx="1190250" cy="1438550"/>
            </a:xfrm>
            <a:custGeom>
              <a:avLst/>
              <a:gdLst/>
              <a:ahLst/>
              <a:cxnLst/>
              <a:rect l="l" t="t" r="r" b="b"/>
              <a:pathLst>
                <a:path w="47610" h="57542" fill="none" extrusionOk="0">
                  <a:moveTo>
                    <a:pt x="41981" y="12556"/>
                  </a:moveTo>
                  <a:cubicBezTo>
                    <a:pt x="37182" y="6804"/>
                    <a:pt x="31950" y="3452"/>
                    <a:pt x="25147" y="1856"/>
                  </a:cubicBezTo>
                  <a:cubicBezTo>
                    <a:pt x="17268" y="1"/>
                    <a:pt x="15214" y="3563"/>
                    <a:pt x="15635" y="10552"/>
                  </a:cubicBezTo>
                  <a:cubicBezTo>
                    <a:pt x="15746" y="12469"/>
                    <a:pt x="16043" y="14646"/>
                    <a:pt x="16476" y="17021"/>
                  </a:cubicBezTo>
                  <a:cubicBezTo>
                    <a:pt x="18430" y="27782"/>
                    <a:pt x="9141" y="32804"/>
                    <a:pt x="4466" y="37343"/>
                  </a:cubicBezTo>
                  <a:cubicBezTo>
                    <a:pt x="3501" y="38283"/>
                    <a:pt x="2746" y="39174"/>
                    <a:pt x="2400" y="40114"/>
                  </a:cubicBezTo>
                  <a:cubicBezTo>
                    <a:pt x="1" y="46570"/>
                    <a:pt x="5393" y="52656"/>
                    <a:pt x="15536" y="55896"/>
                  </a:cubicBezTo>
                  <a:cubicBezTo>
                    <a:pt x="20706" y="57542"/>
                    <a:pt x="27151" y="55080"/>
                    <a:pt x="32642" y="51246"/>
                  </a:cubicBezTo>
                  <a:cubicBezTo>
                    <a:pt x="35685" y="49118"/>
                    <a:pt x="38431" y="46570"/>
                    <a:pt x="40534" y="44072"/>
                  </a:cubicBezTo>
                  <a:cubicBezTo>
                    <a:pt x="42154" y="42130"/>
                    <a:pt x="43391" y="40250"/>
                    <a:pt x="44059" y="38629"/>
                  </a:cubicBezTo>
                  <a:cubicBezTo>
                    <a:pt x="47572" y="30058"/>
                    <a:pt x="47609" y="19260"/>
                    <a:pt x="41981" y="12556"/>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8"/>
            <p:cNvSpPr/>
            <p:nvPr/>
          </p:nvSpPr>
          <p:spPr>
            <a:xfrm>
              <a:off x="6158125" y="3707150"/>
              <a:ext cx="1024500" cy="1257350"/>
            </a:xfrm>
            <a:custGeom>
              <a:avLst/>
              <a:gdLst/>
              <a:ahLst/>
              <a:cxnLst/>
              <a:rect l="l" t="t" r="r" b="b"/>
              <a:pathLst>
                <a:path w="40980" h="50294" fill="none" extrusionOk="0">
                  <a:moveTo>
                    <a:pt x="35995" y="10478"/>
                  </a:moveTo>
                  <a:cubicBezTo>
                    <a:pt x="31765" y="5344"/>
                    <a:pt x="27151" y="2438"/>
                    <a:pt x="21387" y="1300"/>
                  </a:cubicBezTo>
                  <a:cubicBezTo>
                    <a:pt x="14732" y="1"/>
                    <a:pt x="13075" y="3093"/>
                    <a:pt x="13446" y="9204"/>
                  </a:cubicBezTo>
                  <a:cubicBezTo>
                    <a:pt x="13545" y="10886"/>
                    <a:pt x="13780" y="13100"/>
                    <a:pt x="13854" y="15190"/>
                  </a:cubicBezTo>
                  <a:cubicBezTo>
                    <a:pt x="14188" y="24566"/>
                    <a:pt x="7991" y="28586"/>
                    <a:pt x="3909" y="32754"/>
                  </a:cubicBezTo>
                  <a:cubicBezTo>
                    <a:pt x="3093" y="33595"/>
                    <a:pt x="2437" y="34374"/>
                    <a:pt x="2141" y="35191"/>
                  </a:cubicBezTo>
                  <a:cubicBezTo>
                    <a:pt x="1" y="41029"/>
                    <a:pt x="4738" y="46323"/>
                    <a:pt x="13508" y="48945"/>
                  </a:cubicBezTo>
                  <a:cubicBezTo>
                    <a:pt x="18022" y="50293"/>
                    <a:pt x="23650" y="48055"/>
                    <a:pt x="28400" y="44604"/>
                  </a:cubicBezTo>
                  <a:cubicBezTo>
                    <a:pt x="31010" y="42711"/>
                    <a:pt x="33348" y="40423"/>
                    <a:pt x="35129" y="38172"/>
                  </a:cubicBezTo>
                  <a:cubicBezTo>
                    <a:pt x="36477" y="36465"/>
                    <a:pt x="37528" y="34807"/>
                    <a:pt x="38085" y="33348"/>
                  </a:cubicBezTo>
                  <a:cubicBezTo>
                    <a:pt x="40979" y="25778"/>
                    <a:pt x="40856" y="16378"/>
                    <a:pt x="35995" y="10490"/>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58"/>
            <p:cNvSpPr/>
            <p:nvPr/>
          </p:nvSpPr>
          <p:spPr>
            <a:xfrm>
              <a:off x="6255850" y="3802725"/>
              <a:ext cx="859350" cy="1075800"/>
            </a:xfrm>
            <a:custGeom>
              <a:avLst/>
              <a:gdLst/>
              <a:ahLst/>
              <a:cxnLst/>
              <a:rect l="l" t="t" r="r" b="b"/>
              <a:pathLst>
                <a:path w="34374" h="43032" fill="none" extrusionOk="0">
                  <a:moveTo>
                    <a:pt x="30008" y="8411"/>
                  </a:moveTo>
                  <a:cubicBezTo>
                    <a:pt x="26346" y="3872"/>
                    <a:pt x="22339" y="1410"/>
                    <a:pt x="17602" y="755"/>
                  </a:cubicBezTo>
                  <a:cubicBezTo>
                    <a:pt x="12184" y="0"/>
                    <a:pt x="10922" y="2635"/>
                    <a:pt x="11231" y="7854"/>
                  </a:cubicBezTo>
                  <a:cubicBezTo>
                    <a:pt x="11306" y="9289"/>
                    <a:pt x="11182" y="11021"/>
                    <a:pt x="11281" y="12814"/>
                  </a:cubicBezTo>
                  <a:cubicBezTo>
                    <a:pt x="11664" y="19283"/>
                    <a:pt x="6816" y="24367"/>
                    <a:pt x="3328" y="28164"/>
                  </a:cubicBezTo>
                  <a:cubicBezTo>
                    <a:pt x="2660" y="28894"/>
                    <a:pt x="2116" y="29562"/>
                    <a:pt x="1868" y="30267"/>
                  </a:cubicBezTo>
                  <a:cubicBezTo>
                    <a:pt x="0" y="35499"/>
                    <a:pt x="4070" y="39977"/>
                    <a:pt x="11454" y="41980"/>
                  </a:cubicBezTo>
                  <a:cubicBezTo>
                    <a:pt x="15326" y="43032"/>
                    <a:pt x="20137" y="41028"/>
                    <a:pt x="24132" y="37960"/>
                  </a:cubicBezTo>
                  <a:cubicBezTo>
                    <a:pt x="26309" y="36278"/>
                    <a:pt x="28239" y="34275"/>
                    <a:pt x="29699" y="32283"/>
                  </a:cubicBezTo>
                  <a:cubicBezTo>
                    <a:pt x="30799" y="30786"/>
                    <a:pt x="31640" y="29352"/>
                    <a:pt x="32086" y="28078"/>
                  </a:cubicBezTo>
                  <a:cubicBezTo>
                    <a:pt x="34374" y="21485"/>
                    <a:pt x="34102" y="13470"/>
                    <a:pt x="30008" y="8399"/>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58"/>
            <p:cNvSpPr/>
            <p:nvPr/>
          </p:nvSpPr>
          <p:spPr>
            <a:xfrm>
              <a:off x="6353250" y="3898275"/>
              <a:ext cx="694850" cy="894300"/>
            </a:xfrm>
            <a:custGeom>
              <a:avLst/>
              <a:gdLst/>
              <a:ahLst/>
              <a:cxnLst/>
              <a:rect l="l" t="t" r="r" b="b"/>
              <a:pathLst>
                <a:path w="27794" h="35772" fill="none" extrusionOk="0">
                  <a:moveTo>
                    <a:pt x="24021" y="6333"/>
                  </a:moveTo>
                  <a:cubicBezTo>
                    <a:pt x="20941" y="2400"/>
                    <a:pt x="17552" y="383"/>
                    <a:pt x="13829" y="198"/>
                  </a:cubicBezTo>
                  <a:cubicBezTo>
                    <a:pt x="9673" y="0"/>
                    <a:pt x="8783" y="2177"/>
                    <a:pt x="9030" y="6518"/>
                  </a:cubicBezTo>
                  <a:cubicBezTo>
                    <a:pt x="9216" y="9784"/>
                    <a:pt x="9302" y="13185"/>
                    <a:pt x="7979" y="16253"/>
                  </a:cubicBezTo>
                  <a:cubicBezTo>
                    <a:pt x="6779" y="19048"/>
                    <a:pt x="4701" y="21275"/>
                    <a:pt x="2771" y="23563"/>
                  </a:cubicBezTo>
                  <a:cubicBezTo>
                    <a:pt x="2252" y="24181"/>
                    <a:pt x="1807" y="24750"/>
                    <a:pt x="1609" y="25344"/>
                  </a:cubicBezTo>
                  <a:cubicBezTo>
                    <a:pt x="1" y="29958"/>
                    <a:pt x="3427" y="33619"/>
                    <a:pt x="9414" y="35017"/>
                  </a:cubicBezTo>
                  <a:cubicBezTo>
                    <a:pt x="12654" y="35771"/>
                    <a:pt x="16637" y="34002"/>
                    <a:pt x="19878" y="31306"/>
                  </a:cubicBezTo>
                  <a:cubicBezTo>
                    <a:pt x="21622" y="29859"/>
                    <a:pt x="23143" y="28127"/>
                    <a:pt x="24293" y="26383"/>
                  </a:cubicBezTo>
                  <a:cubicBezTo>
                    <a:pt x="25122" y="25121"/>
                    <a:pt x="25765" y="23897"/>
                    <a:pt x="26099" y="22796"/>
                  </a:cubicBezTo>
                  <a:cubicBezTo>
                    <a:pt x="27794" y="17205"/>
                    <a:pt x="27361" y="10563"/>
                    <a:pt x="24021" y="6333"/>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8"/>
            <p:cNvSpPr/>
            <p:nvPr/>
          </p:nvSpPr>
          <p:spPr>
            <a:xfrm>
              <a:off x="6450975" y="3977425"/>
              <a:ext cx="530025" cy="729175"/>
            </a:xfrm>
            <a:custGeom>
              <a:avLst/>
              <a:gdLst/>
              <a:ahLst/>
              <a:cxnLst/>
              <a:rect l="l" t="t" r="r" b="b"/>
              <a:pathLst>
                <a:path w="21201" h="29167" fill="none" extrusionOk="0">
                  <a:moveTo>
                    <a:pt x="18034" y="4911"/>
                  </a:moveTo>
                  <a:cubicBezTo>
                    <a:pt x="15523" y="1584"/>
                    <a:pt x="12778" y="0"/>
                    <a:pt x="10056" y="310"/>
                  </a:cubicBezTo>
                  <a:cubicBezTo>
                    <a:pt x="7162" y="631"/>
                    <a:pt x="6630" y="2363"/>
                    <a:pt x="6816" y="5826"/>
                  </a:cubicBezTo>
                  <a:cubicBezTo>
                    <a:pt x="6865" y="6766"/>
                    <a:pt x="7063" y="7830"/>
                    <a:pt x="7088" y="9005"/>
                  </a:cubicBezTo>
                  <a:cubicBezTo>
                    <a:pt x="7187" y="13681"/>
                    <a:pt x="4466" y="16550"/>
                    <a:pt x="2190" y="19630"/>
                  </a:cubicBezTo>
                  <a:cubicBezTo>
                    <a:pt x="1819" y="20137"/>
                    <a:pt x="1497" y="20595"/>
                    <a:pt x="1336" y="21077"/>
                  </a:cubicBezTo>
                  <a:cubicBezTo>
                    <a:pt x="0" y="25085"/>
                    <a:pt x="2771" y="27917"/>
                    <a:pt x="7360" y="28709"/>
                  </a:cubicBezTo>
                  <a:cubicBezTo>
                    <a:pt x="9957" y="29167"/>
                    <a:pt x="13124" y="27633"/>
                    <a:pt x="15610" y="25320"/>
                  </a:cubicBezTo>
                  <a:cubicBezTo>
                    <a:pt x="16934" y="24095"/>
                    <a:pt x="18047" y="22648"/>
                    <a:pt x="18875" y="21151"/>
                  </a:cubicBezTo>
                  <a:cubicBezTo>
                    <a:pt x="19444" y="20112"/>
                    <a:pt x="19890" y="19098"/>
                    <a:pt x="20112" y="18183"/>
                  </a:cubicBezTo>
                  <a:cubicBezTo>
                    <a:pt x="21201" y="13582"/>
                    <a:pt x="20619" y="8325"/>
                    <a:pt x="18034" y="4911"/>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8"/>
            <p:cNvSpPr/>
            <p:nvPr/>
          </p:nvSpPr>
          <p:spPr>
            <a:xfrm>
              <a:off x="6549000" y="4045775"/>
              <a:ext cx="365225" cy="574250"/>
            </a:xfrm>
            <a:custGeom>
              <a:avLst/>
              <a:gdLst/>
              <a:ahLst/>
              <a:cxnLst/>
              <a:rect l="l" t="t" r="r" b="b"/>
              <a:pathLst>
                <a:path w="14609" h="22970" fill="none" extrusionOk="0">
                  <a:moveTo>
                    <a:pt x="12035" y="3921"/>
                  </a:moveTo>
                  <a:cubicBezTo>
                    <a:pt x="10106" y="1187"/>
                    <a:pt x="8028" y="0"/>
                    <a:pt x="6259" y="841"/>
                  </a:cubicBezTo>
                  <a:cubicBezTo>
                    <a:pt x="4663" y="1620"/>
                    <a:pt x="4465" y="2993"/>
                    <a:pt x="4589" y="5566"/>
                  </a:cubicBezTo>
                  <a:cubicBezTo>
                    <a:pt x="4626" y="6271"/>
                    <a:pt x="4663" y="7050"/>
                    <a:pt x="4725" y="7916"/>
                  </a:cubicBezTo>
                  <a:cubicBezTo>
                    <a:pt x="4936" y="10947"/>
                    <a:pt x="3253" y="13383"/>
                    <a:pt x="1608" y="16117"/>
                  </a:cubicBezTo>
                  <a:cubicBezTo>
                    <a:pt x="1373" y="16513"/>
                    <a:pt x="1163" y="16871"/>
                    <a:pt x="1052" y="17242"/>
                  </a:cubicBezTo>
                  <a:cubicBezTo>
                    <a:pt x="0" y="20632"/>
                    <a:pt x="2115" y="22611"/>
                    <a:pt x="5307" y="22833"/>
                  </a:cubicBezTo>
                  <a:cubicBezTo>
                    <a:pt x="7273" y="22969"/>
                    <a:pt x="9599" y="21695"/>
                    <a:pt x="11343" y="19753"/>
                  </a:cubicBezTo>
                  <a:cubicBezTo>
                    <a:pt x="12233" y="18764"/>
                    <a:pt x="12951" y="17589"/>
                    <a:pt x="13445" y="16339"/>
                  </a:cubicBezTo>
                  <a:cubicBezTo>
                    <a:pt x="13755" y="15523"/>
                    <a:pt x="14002" y="14744"/>
                    <a:pt x="14101" y="13989"/>
                  </a:cubicBezTo>
                  <a:cubicBezTo>
                    <a:pt x="14608" y="10390"/>
                    <a:pt x="13866" y="6506"/>
                    <a:pt x="12035" y="3921"/>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8"/>
            <p:cNvSpPr/>
            <p:nvPr/>
          </p:nvSpPr>
          <p:spPr>
            <a:xfrm>
              <a:off x="6640825" y="4109775"/>
              <a:ext cx="216800" cy="436650"/>
            </a:xfrm>
            <a:custGeom>
              <a:avLst/>
              <a:gdLst/>
              <a:ahLst/>
              <a:cxnLst/>
              <a:rect l="l" t="t" r="r" b="b"/>
              <a:pathLst>
                <a:path w="8672" h="17466" fill="none" extrusionOk="0">
                  <a:moveTo>
                    <a:pt x="2722" y="1559"/>
                  </a:moveTo>
                  <a:cubicBezTo>
                    <a:pt x="2277" y="2660"/>
                    <a:pt x="2549" y="3785"/>
                    <a:pt x="2611" y="5480"/>
                  </a:cubicBezTo>
                  <a:cubicBezTo>
                    <a:pt x="2685" y="7174"/>
                    <a:pt x="2549" y="9426"/>
                    <a:pt x="1275" y="12790"/>
                  </a:cubicBezTo>
                  <a:cubicBezTo>
                    <a:pt x="1" y="16154"/>
                    <a:pt x="1535" y="17465"/>
                    <a:pt x="3489" y="17144"/>
                  </a:cubicBezTo>
                  <a:cubicBezTo>
                    <a:pt x="5443" y="16810"/>
                    <a:pt x="7830" y="14856"/>
                    <a:pt x="8251" y="11702"/>
                  </a:cubicBezTo>
                  <a:cubicBezTo>
                    <a:pt x="8672" y="8547"/>
                    <a:pt x="7608" y="5233"/>
                    <a:pt x="6272" y="3105"/>
                  </a:cubicBezTo>
                  <a:cubicBezTo>
                    <a:pt x="4936" y="965"/>
                    <a:pt x="3341" y="0"/>
                    <a:pt x="2722" y="1559"/>
                  </a:cubicBezTo>
                  <a:close/>
                </a:path>
              </a:pathLst>
            </a:custGeom>
            <a:noFill/>
            <a:ln w="9525" cap="flat" cmpd="sng">
              <a:solidFill>
                <a:schemeClr val="accent1"/>
              </a:solidFill>
              <a:prstDash val="solid"/>
              <a:miter lim="123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 name="Google Shape;934;p58"/>
          <p:cNvGrpSpPr/>
          <p:nvPr/>
        </p:nvGrpSpPr>
        <p:grpSpPr>
          <a:xfrm>
            <a:off x="5326238" y="3486265"/>
            <a:ext cx="3094544" cy="968913"/>
            <a:chOff x="3120745" y="983408"/>
            <a:chExt cx="3783986" cy="1184780"/>
          </a:xfrm>
        </p:grpSpPr>
        <p:sp>
          <p:nvSpPr>
            <p:cNvPr id="935" name="Google Shape;935;p58"/>
            <p:cNvSpPr/>
            <p:nvPr/>
          </p:nvSpPr>
          <p:spPr>
            <a:xfrm>
              <a:off x="3120745" y="983408"/>
              <a:ext cx="3783986" cy="1184780"/>
            </a:xfrm>
            <a:custGeom>
              <a:avLst/>
              <a:gdLst/>
              <a:ahLst/>
              <a:cxnLst/>
              <a:rect l="l" t="t" r="r" b="b"/>
              <a:pathLst>
                <a:path w="91928" h="28783" extrusionOk="0">
                  <a:moveTo>
                    <a:pt x="25011" y="235"/>
                  </a:moveTo>
                  <a:cubicBezTo>
                    <a:pt x="28029" y="235"/>
                    <a:pt x="30330" y="903"/>
                    <a:pt x="32754" y="1620"/>
                  </a:cubicBezTo>
                  <a:cubicBezTo>
                    <a:pt x="35463" y="2412"/>
                    <a:pt x="38271" y="3241"/>
                    <a:pt x="42315" y="3241"/>
                  </a:cubicBezTo>
                  <a:cubicBezTo>
                    <a:pt x="43923" y="3241"/>
                    <a:pt x="45581" y="3117"/>
                    <a:pt x="47411" y="2857"/>
                  </a:cubicBezTo>
                  <a:cubicBezTo>
                    <a:pt x="52594" y="2128"/>
                    <a:pt x="58556" y="1385"/>
                    <a:pt x="63590" y="1385"/>
                  </a:cubicBezTo>
                  <a:cubicBezTo>
                    <a:pt x="64654" y="1385"/>
                    <a:pt x="65656" y="1410"/>
                    <a:pt x="66546" y="1484"/>
                  </a:cubicBezTo>
                  <a:cubicBezTo>
                    <a:pt x="69824" y="1732"/>
                    <a:pt x="71494" y="2610"/>
                    <a:pt x="73448" y="3637"/>
                  </a:cubicBezTo>
                  <a:cubicBezTo>
                    <a:pt x="75464" y="4700"/>
                    <a:pt x="77740" y="5900"/>
                    <a:pt x="82304" y="6580"/>
                  </a:cubicBezTo>
                  <a:cubicBezTo>
                    <a:pt x="85459" y="7038"/>
                    <a:pt x="88007" y="8374"/>
                    <a:pt x="89676" y="10427"/>
                  </a:cubicBezTo>
                  <a:cubicBezTo>
                    <a:pt x="91495" y="12678"/>
                    <a:pt x="91693" y="14991"/>
                    <a:pt x="91693" y="15869"/>
                  </a:cubicBezTo>
                  <a:cubicBezTo>
                    <a:pt x="91693" y="18269"/>
                    <a:pt x="86052" y="18566"/>
                    <a:pt x="79534" y="18912"/>
                  </a:cubicBezTo>
                  <a:lnTo>
                    <a:pt x="79150" y="18937"/>
                  </a:lnTo>
                  <a:cubicBezTo>
                    <a:pt x="74908" y="19160"/>
                    <a:pt x="70096" y="19419"/>
                    <a:pt x="65730" y="20211"/>
                  </a:cubicBezTo>
                  <a:cubicBezTo>
                    <a:pt x="64332" y="20471"/>
                    <a:pt x="63120" y="20978"/>
                    <a:pt x="62019" y="21794"/>
                  </a:cubicBezTo>
                  <a:cubicBezTo>
                    <a:pt x="61042" y="22524"/>
                    <a:pt x="60250" y="23402"/>
                    <a:pt x="59471" y="24256"/>
                  </a:cubicBezTo>
                  <a:cubicBezTo>
                    <a:pt x="57566" y="26371"/>
                    <a:pt x="55587" y="28560"/>
                    <a:pt x="50664" y="28560"/>
                  </a:cubicBezTo>
                  <a:cubicBezTo>
                    <a:pt x="48116" y="28560"/>
                    <a:pt x="42810" y="28560"/>
                    <a:pt x="39211" y="27199"/>
                  </a:cubicBezTo>
                  <a:cubicBezTo>
                    <a:pt x="38233" y="26828"/>
                    <a:pt x="37405" y="26395"/>
                    <a:pt x="36601" y="25975"/>
                  </a:cubicBezTo>
                  <a:cubicBezTo>
                    <a:pt x="35067" y="25171"/>
                    <a:pt x="33620" y="24404"/>
                    <a:pt x="31282" y="24120"/>
                  </a:cubicBezTo>
                  <a:cubicBezTo>
                    <a:pt x="30144" y="23971"/>
                    <a:pt x="29105" y="23835"/>
                    <a:pt x="28103" y="23687"/>
                  </a:cubicBezTo>
                  <a:cubicBezTo>
                    <a:pt x="25023" y="23266"/>
                    <a:pt x="22364" y="22907"/>
                    <a:pt x="18690" y="22784"/>
                  </a:cubicBezTo>
                  <a:cubicBezTo>
                    <a:pt x="12840" y="22611"/>
                    <a:pt x="8028" y="21547"/>
                    <a:pt x="4775" y="19704"/>
                  </a:cubicBezTo>
                  <a:cubicBezTo>
                    <a:pt x="1807" y="18034"/>
                    <a:pt x="223" y="15795"/>
                    <a:pt x="223" y="13235"/>
                  </a:cubicBezTo>
                  <a:cubicBezTo>
                    <a:pt x="223" y="9141"/>
                    <a:pt x="4540" y="7545"/>
                    <a:pt x="9525" y="5690"/>
                  </a:cubicBezTo>
                  <a:cubicBezTo>
                    <a:pt x="10861" y="5195"/>
                    <a:pt x="12308" y="4428"/>
                    <a:pt x="13829" y="3612"/>
                  </a:cubicBezTo>
                  <a:cubicBezTo>
                    <a:pt x="16315" y="2288"/>
                    <a:pt x="18888" y="928"/>
                    <a:pt x="21362" y="532"/>
                  </a:cubicBezTo>
                  <a:cubicBezTo>
                    <a:pt x="22648" y="334"/>
                    <a:pt x="23836" y="235"/>
                    <a:pt x="25011" y="235"/>
                  </a:cubicBezTo>
                  <a:close/>
                  <a:moveTo>
                    <a:pt x="25011" y="0"/>
                  </a:moveTo>
                  <a:cubicBezTo>
                    <a:pt x="23823" y="0"/>
                    <a:pt x="22624" y="99"/>
                    <a:pt x="21325" y="309"/>
                  </a:cubicBezTo>
                  <a:cubicBezTo>
                    <a:pt x="18814" y="705"/>
                    <a:pt x="16229" y="2078"/>
                    <a:pt x="13718" y="3414"/>
                  </a:cubicBezTo>
                  <a:cubicBezTo>
                    <a:pt x="12197" y="4218"/>
                    <a:pt x="10774" y="4972"/>
                    <a:pt x="9438" y="5467"/>
                  </a:cubicBezTo>
                  <a:cubicBezTo>
                    <a:pt x="4379" y="7347"/>
                    <a:pt x="1" y="8980"/>
                    <a:pt x="1" y="13223"/>
                  </a:cubicBezTo>
                  <a:cubicBezTo>
                    <a:pt x="1" y="15869"/>
                    <a:pt x="1609" y="18182"/>
                    <a:pt x="4664" y="19902"/>
                  </a:cubicBezTo>
                  <a:cubicBezTo>
                    <a:pt x="7942" y="21757"/>
                    <a:pt x="12790" y="22833"/>
                    <a:pt x="18678" y="23019"/>
                  </a:cubicBezTo>
                  <a:cubicBezTo>
                    <a:pt x="22352" y="23130"/>
                    <a:pt x="24999" y="23489"/>
                    <a:pt x="28066" y="23922"/>
                  </a:cubicBezTo>
                  <a:lnTo>
                    <a:pt x="28091" y="23922"/>
                  </a:lnTo>
                  <a:cubicBezTo>
                    <a:pt x="29093" y="24058"/>
                    <a:pt x="30132" y="24194"/>
                    <a:pt x="31257" y="24342"/>
                  </a:cubicBezTo>
                  <a:cubicBezTo>
                    <a:pt x="33546" y="24627"/>
                    <a:pt x="34980" y="25381"/>
                    <a:pt x="36502" y="26173"/>
                  </a:cubicBezTo>
                  <a:cubicBezTo>
                    <a:pt x="37306" y="26593"/>
                    <a:pt x="38147" y="27039"/>
                    <a:pt x="39124" y="27410"/>
                  </a:cubicBezTo>
                  <a:cubicBezTo>
                    <a:pt x="42773" y="28783"/>
                    <a:pt x="48104" y="28783"/>
                    <a:pt x="50664" y="28783"/>
                  </a:cubicBezTo>
                  <a:cubicBezTo>
                    <a:pt x="55699" y="28783"/>
                    <a:pt x="57702" y="26556"/>
                    <a:pt x="59644" y="24404"/>
                  </a:cubicBezTo>
                  <a:cubicBezTo>
                    <a:pt x="61240" y="22648"/>
                    <a:pt x="62737" y="20990"/>
                    <a:pt x="65779" y="20434"/>
                  </a:cubicBezTo>
                  <a:cubicBezTo>
                    <a:pt x="70133" y="19642"/>
                    <a:pt x="74932" y="19395"/>
                    <a:pt x="79175" y="19160"/>
                  </a:cubicBezTo>
                  <a:lnTo>
                    <a:pt x="79558" y="19147"/>
                  </a:lnTo>
                  <a:cubicBezTo>
                    <a:pt x="86188" y="18789"/>
                    <a:pt x="91928" y="18492"/>
                    <a:pt x="91928" y="15869"/>
                  </a:cubicBezTo>
                  <a:cubicBezTo>
                    <a:pt x="91928" y="13940"/>
                    <a:pt x="91173" y="11911"/>
                    <a:pt x="89850" y="10291"/>
                  </a:cubicBezTo>
                  <a:cubicBezTo>
                    <a:pt x="88155" y="8188"/>
                    <a:pt x="85557" y="6828"/>
                    <a:pt x="82342" y="6345"/>
                  </a:cubicBezTo>
                  <a:cubicBezTo>
                    <a:pt x="77814" y="5677"/>
                    <a:pt x="75551" y="4490"/>
                    <a:pt x="73559" y="3426"/>
                  </a:cubicBezTo>
                  <a:cubicBezTo>
                    <a:pt x="71580" y="2400"/>
                    <a:pt x="69886" y="1497"/>
                    <a:pt x="66571" y="1249"/>
                  </a:cubicBezTo>
                  <a:cubicBezTo>
                    <a:pt x="65656" y="1187"/>
                    <a:pt x="64654" y="1150"/>
                    <a:pt x="63590" y="1150"/>
                  </a:cubicBezTo>
                  <a:cubicBezTo>
                    <a:pt x="58543" y="1150"/>
                    <a:pt x="52569" y="1893"/>
                    <a:pt x="47387" y="2622"/>
                  </a:cubicBezTo>
                  <a:cubicBezTo>
                    <a:pt x="45568" y="2882"/>
                    <a:pt x="43911" y="3006"/>
                    <a:pt x="42315" y="3006"/>
                  </a:cubicBezTo>
                  <a:cubicBezTo>
                    <a:pt x="38295" y="3006"/>
                    <a:pt x="35512" y="2189"/>
                    <a:pt x="32828" y="1398"/>
                  </a:cubicBezTo>
                  <a:cubicBezTo>
                    <a:pt x="30379" y="680"/>
                    <a:pt x="28066" y="0"/>
                    <a:pt x="2501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8"/>
            <p:cNvSpPr/>
            <p:nvPr/>
          </p:nvSpPr>
          <p:spPr>
            <a:xfrm>
              <a:off x="3123297" y="985919"/>
              <a:ext cx="3778388" cy="1180252"/>
            </a:xfrm>
            <a:custGeom>
              <a:avLst/>
              <a:gdLst/>
              <a:ahLst/>
              <a:cxnLst/>
              <a:rect l="l" t="t" r="r" b="b"/>
              <a:pathLst>
                <a:path w="91792" h="28673" extrusionOk="0">
                  <a:moveTo>
                    <a:pt x="24949" y="112"/>
                  </a:moveTo>
                  <a:cubicBezTo>
                    <a:pt x="27979" y="112"/>
                    <a:pt x="30280" y="793"/>
                    <a:pt x="32717" y="1498"/>
                  </a:cubicBezTo>
                  <a:cubicBezTo>
                    <a:pt x="35413" y="2302"/>
                    <a:pt x="38221" y="3118"/>
                    <a:pt x="42253" y="3118"/>
                  </a:cubicBezTo>
                  <a:cubicBezTo>
                    <a:pt x="43861" y="3118"/>
                    <a:pt x="45519" y="2994"/>
                    <a:pt x="47349" y="2734"/>
                  </a:cubicBezTo>
                  <a:cubicBezTo>
                    <a:pt x="52520" y="2005"/>
                    <a:pt x="58494" y="1263"/>
                    <a:pt x="63540" y="1263"/>
                  </a:cubicBezTo>
                  <a:cubicBezTo>
                    <a:pt x="64604" y="1263"/>
                    <a:pt x="65594" y="1300"/>
                    <a:pt x="66497" y="1361"/>
                  </a:cubicBezTo>
                  <a:cubicBezTo>
                    <a:pt x="69774" y="1609"/>
                    <a:pt x="71469" y="2499"/>
                    <a:pt x="73411" y="3526"/>
                  </a:cubicBezTo>
                  <a:cubicBezTo>
                    <a:pt x="75427" y="4577"/>
                    <a:pt x="77703" y="5790"/>
                    <a:pt x="82255" y="6458"/>
                  </a:cubicBezTo>
                  <a:cubicBezTo>
                    <a:pt x="85421" y="6928"/>
                    <a:pt x="87982" y="8263"/>
                    <a:pt x="89664" y="10329"/>
                  </a:cubicBezTo>
                  <a:cubicBezTo>
                    <a:pt x="91494" y="12605"/>
                    <a:pt x="91692" y="14918"/>
                    <a:pt x="91692" y="15821"/>
                  </a:cubicBezTo>
                  <a:cubicBezTo>
                    <a:pt x="91692" y="18270"/>
                    <a:pt x="86027" y="18567"/>
                    <a:pt x="79484" y="18913"/>
                  </a:cubicBezTo>
                  <a:lnTo>
                    <a:pt x="79088" y="18938"/>
                  </a:lnTo>
                  <a:cubicBezTo>
                    <a:pt x="74846" y="19160"/>
                    <a:pt x="70047" y="19420"/>
                    <a:pt x="65680" y="20212"/>
                  </a:cubicBezTo>
                  <a:cubicBezTo>
                    <a:pt x="64295" y="20459"/>
                    <a:pt x="63083" y="20979"/>
                    <a:pt x="61994" y="21783"/>
                  </a:cubicBezTo>
                  <a:cubicBezTo>
                    <a:pt x="61017" y="22500"/>
                    <a:pt x="60225" y="23378"/>
                    <a:pt x="59459" y="24232"/>
                  </a:cubicBezTo>
                  <a:cubicBezTo>
                    <a:pt x="57541" y="26359"/>
                    <a:pt x="55550" y="28561"/>
                    <a:pt x="50602" y="28561"/>
                  </a:cubicBezTo>
                  <a:cubicBezTo>
                    <a:pt x="48042" y="28561"/>
                    <a:pt x="42736" y="28561"/>
                    <a:pt x="39124" y="27188"/>
                  </a:cubicBezTo>
                  <a:cubicBezTo>
                    <a:pt x="38147" y="26817"/>
                    <a:pt x="37318" y="26384"/>
                    <a:pt x="36514" y="25963"/>
                  </a:cubicBezTo>
                  <a:cubicBezTo>
                    <a:pt x="34980" y="25159"/>
                    <a:pt x="33533" y="24405"/>
                    <a:pt x="31208" y="24108"/>
                  </a:cubicBezTo>
                  <a:cubicBezTo>
                    <a:pt x="30082" y="23972"/>
                    <a:pt x="29043" y="23824"/>
                    <a:pt x="28029" y="23688"/>
                  </a:cubicBezTo>
                  <a:cubicBezTo>
                    <a:pt x="24961" y="23267"/>
                    <a:pt x="22302" y="22896"/>
                    <a:pt x="18628" y="22785"/>
                  </a:cubicBezTo>
                  <a:cubicBezTo>
                    <a:pt x="12765" y="22611"/>
                    <a:pt x="7941" y="21535"/>
                    <a:pt x="4688" y="19705"/>
                  </a:cubicBezTo>
                  <a:cubicBezTo>
                    <a:pt x="1695" y="18010"/>
                    <a:pt x="99" y="15747"/>
                    <a:pt x="99" y="13174"/>
                  </a:cubicBezTo>
                  <a:cubicBezTo>
                    <a:pt x="99" y="9030"/>
                    <a:pt x="4429" y="7422"/>
                    <a:pt x="9438" y="5567"/>
                  </a:cubicBezTo>
                  <a:cubicBezTo>
                    <a:pt x="10774" y="5072"/>
                    <a:pt x="12221" y="4305"/>
                    <a:pt x="13743" y="3501"/>
                  </a:cubicBezTo>
                  <a:cubicBezTo>
                    <a:pt x="16229" y="2178"/>
                    <a:pt x="18814" y="805"/>
                    <a:pt x="21300" y="409"/>
                  </a:cubicBezTo>
                  <a:cubicBezTo>
                    <a:pt x="22586" y="211"/>
                    <a:pt x="23774" y="112"/>
                    <a:pt x="24949" y="112"/>
                  </a:cubicBezTo>
                  <a:close/>
                  <a:moveTo>
                    <a:pt x="24949" y="1"/>
                  </a:moveTo>
                  <a:cubicBezTo>
                    <a:pt x="23761" y="1"/>
                    <a:pt x="22562" y="100"/>
                    <a:pt x="21275" y="310"/>
                  </a:cubicBezTo>
                  <a:cubicBezTo>
                    <a:pt x="18777" y="706"/>
                    <a:pt x="16192" y="2079"/>
                    <a:pt x="13681" y="3402"/>
                  </a:cubicBezTo>
                  <a:cubicBezTo>
                    <a:pt x="12172" y="4206"/>
                    <a:pt x="10725" y="4973"/>
                    <a:pt x="9401" y="5468"/>
                  </a:cubicBezTo>
                  <a:cubicBezTo>
                    <a:pt x="4354" y="7348"/>
                    <a:pt x="1" y="8956"/>
                    <a:pt x="1" y="13174"/>
                  </a:cubicBezTo>
                  <a:cubicBezTo>
                    <a:pt x="1" y="15796"/>
                    <a:pt x="1596" y="18084"/>
                    <a:pt x="4639" y="19791"/>
                  </a:cubicBezTo>
                  <a:cubicBezTo>
                    <a:pt x="7904" y="21647"/>
                    <a:pt x="12741" y="22710"/>
                    <a:pt x="18616" y="22896"/>
                  </a:cubicBezTo>
                  <a:cubicBezTo>
                    <a:pt x="22290" y="23007"/>
                    <a:pt x="24937" y="23378"/>
                    <a:pt x="28016" y="23799"/>
                  </a:cubicBezTo>
                  <a:lnTo>
                    <a:pt x="28054" y="23799"/>
                  </a:lnTo>
                  <a:cubicBezTo>
                    <a:pt x="29043" y="23935"/>
                    <a:pt x="30082" y="24083"/>
                    <a:pt x="31195" y="24219"/>
                  </a:cubicBezTo>
                  <a:cubicBezTo>
                    <a:pt x="33496" y="24504"/>
                    <a:pt x="34943" y="25258"/>
                    <a:pt x="36465" y="26062"/>
                  </a:cubicBezTo>
                  <a:cubicBezTo>
                    <a:pt x="37269" y="26483"/>
                    <a:pt x="38097" y="26928"/>
                    <a:pt x="39087" y="27299"/>
                  </a:cubicBezTo>
                  <a:cubicBezTo>
                    <a:pt x="42719" y="28670"/>
                    <a:pt x="48028" y="28672"/>
                    <a:pt x="50593" y="28672"/>
                  </a:cubicBezTo>
                  <a:lnTo>
                    <a:pt x="50590" y="28672"/>
                  </a:lnTo>
                  <a:cubicBezTo>
                    <a:pt x="55600" y="28672"/>
                    <a:pt x="57603" y="26446"/>
                    <a:pt x="59533" y="24306"/>
                  </a:cubicBezTo>
                  <a:cubicBezTo>
                    <a:pt x="61128" y="22537"/>
                    <a:pt x="62637" y="20867"/>
                    <a:pt x="65705" y="20311"/>
                  </a:cubicBezTo>
                  <a:cubicBezTo>
                    <a:pt x="70059" y="19519"/>
                    <a:pt x="74858" y="19272"/>
                    <a:pt x="79101" y="19049"/>
                  </a:cubicBezTo>
                  <a:lnTo>
                    <a:pt x="79484" y="19024"/>
                  </a:lnTo>
                  <a:cubicBezTo>
                    <a:pt x="86089" y="18678"/>
                    <a:pt x="91791" y="18369"/>
                    <a:pt x="91791" y="15808"/>
                  </a:cubicBezTo>
                  <a:cubicBezTo>
                    <a:pt x="91791" y="13904"/>
                    <a:pt x="91049" y="11875"/>
                    <a:pt x="89738" y="10267"/>
                  </a:cubicBezTo>
                  <a:cubicBezTo>
                    <a:pt x="88043" y="8177"/>
                    <a:pt x="85471" y="6816"/>
                    <a:pt x="82267" y="6346"/>
                  </a:cubicBezTo>
                  <a:cubicBezTo>
                    <a:pt x="77728" y="5678"/>
                    <a:pt x="75464" y="4478"/>
                    <a:pt x="73460" y="3427"/>
                  </a:cubicBezTo>
                  <a:cubicBezTo>
                    <a:pt x="71494" y="2388"/>
                    <a:pt x="69799" y="1498"/>
                    <a:pt x="66497" y="1250"/>
                  </a:cubicBezTo>
                  <a:cubicBezTo>
                    <a:pt x="65594" y="1188"/>
                    <a:pt x="64592" y="1151"/>
                    <a:pt x="63528" y="1151"/>
                  </a:cubicBezTo>
                  <a:cubicBezTo>
                    <a:pt x="58481" y="1151"/>
                    <a:pt x="52507" y="1893"/>
                    <a:pt x="47325" y="2623"/>
                  </a:cubicBezTo>
                  <a:cubicBezTo>
                    <a:pt x="45506" y="2883"/>
                    <a:pt x="43849" y="3007"/>
                    <a:pt x="42253" y="3007"/>
                  </a:cubicBezTo>
                  <a:cubicBezTo>
                    <a:pt x="38221" y="3007"/>
                    <a:pt x="35438" y="2190"/>
                    <a:pt x="32741" y="1399"/>
                  </a:cubicBezTo>
                  <a:cubicBezTo>
                    <a:pt x="30305" y="681"/>
                    <a:pt x="27992" y="1"/>
                    <a:pt x="24949" y="1"/>
                  </a:cubicBezTo>
                  <a:close/>
                  <a:moveTo>
                    <a:pt x="50590" y="28672"/>
                  </a:moveTo>
                  <a:lnTo>
                    <a:pt x="50590" y="28672"/>
                  </a:lnTo>
                  <a:cubicBezTo>
                    <a:pt x="50590" y="28672"/>
                    <a:pt x="50590" y="28672"/>
                    <a:pt x="50590" y="28672"/>
                  </a:cubicBezTo>
                  <a:lnTo>
                    <a:pt x="50602" y="28672"/>
                  </a:lnTo>
                  <a:cubicBezTo>
                    <a:pt x="50599" y="28672"/>
                    <a:pt x="50596" y="28672"/>
                    <a:pt x="50593" y="28672"/>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8"/>
            <p:cNvSpPr/>
            <p:nvPr/>
          </p:nvSpPr>
          <p:spPr>
            <a:xfrm>
              <a:off x="3544883" y="1122373"/>
              <a:ext cx="2932663" cy="890016"/>
            </a:xfrm>
            <a:custGeom>
              <a:avLst/>
              <a:gdLst/>
              <a:ahLst/>
              <a:cxnLst/>
              <a:rect l="l" t="t" r="r" b="b"/>
              <a:pathLst>
                <a:path w="71246" h="21622" extrusionOk="0">
                  <a:moveTo>
                    <a:pt x="18813" y="75"/>
                  </a:moveTo>
                  <a:cubicBezTo>
                    <a:pt x="19197" y="75"/>
                    <a:pt x="19568" y="87"/>
                    <a:pt x="19951" y="112"/>
                  </a:cubicBezTo>
                  <a:cubicBezTo>
                    <a:pt x="21757" y="248"/>
                    <a:pt x="23316" y="669"/>
                    <a:pt x="24961" y="1114"/>
                  </a:cubicBezTo>
                  <a:cubicBezTo>
                    <a:pt x="27136" y="1705"/>
                    <a:pt x="29539" y="2356"/>
                    <a:pt x="32935" y="2356"/>
                  </a:cubicBezTo>
                  <a:cubicBezTo>
                    <a:pt x="33943" y="2356"/>
                    <a:pt x="35039" y="2298"/>
                    <a:pt x="36241" y="2165"/>
                  </a:cubicBezTo>
                  <a:cubicBezTo>
                    <a:pt x="39887" y="1767"/>
                    <a:pt x="44297" y="1345"/>
                    <a:pt x="48144" y="1345"/>
                  </a:cubicBezTo>
                  <a:cubicBezTo>
                    <a:pt x="49191" y="1345"/>
                    <a:pt x="50197" y="1376"/>
                    <a:pt x="51134" y="1448"/>
                  </a:cubicBezTo>
                  <a:cubicBezTo>
                    <a:pt x="53669" y="1633"/>
                    <a:pt x="55104" y="2301"/>
                    <a:pt x="56613" y="3019"/>
                  </a:cubicBezTo>
                  <a:cubicBezTo>
                    <a:pt x="57924" y="3637"/>
                    <a:pt x="59273" y="4268"/>
                    <a:pt x="61487" y="4738"/>
                  </a:cubicBezTo>
                  <a:cubicBezTo>
                    <a:pt x="62068" y="4849"/>
                    <a:pt x="62724" y="4961"/>
                    <a:pt x="63478" y="5060"/>
                  </a:cubicBezTo>
                  <a:cubicBezTo>
                    <a:pt x="65977" y="5381"/>
                    <a:pt x="67943" y="6297"/>
                    <a:pt x="69329" y="7769"/>
                  </a:cubicBezTo>
                  <a:cubicBezTo>
                    <a:pt x="70380" y="8894"/>
                    <a:pt x="71048" y="10354"/>
                    <a:pt x="71147" y="11764"/>
                  </a:cubicBezTo>
                  <a:cubicBezTo>
                    <a:pt x="71172" y="12073"/>
                    <a:pt x="71085" y="12333"/>
                    <a:pt x="70875" y="12580"/>
                  </a:cubicBezTo>
                  <a:cubicBezTo>
                    <a:pt x="69873" y="13730"/>
                    <a:pt x="66125" y="13990"/>
                    <a:pt x="62513" y="14225"/>
                  </a:cubicBezTo>
                  <a:lnTo>
                    <a:pt x="61821" y="14275"/>
                  </a:lnTo>
                  <a:cubicBezTo>
                    <a:pt x="58840" y="14485"/>
                    <a:pt x="55463" y="14720"/>
                    <a:pt x="52371" y="15314"/>
                  </a:cubicBezTo>
                  <a:cubicBezTo>
                    <a:pt x="50045" y="15759"/>
                    <a:pt x="48759" y="16971"/>
                    <a:pt x="47398" y="18257"/>
                  </a:cubicBezTo>
                  <a:cubicBezTo>
                    <a:pt x="45926" y="19655"/>
                    <a:pt x="44405" y="21090"/>
                    <a:pt x="41412" y="21449"/>
                  </a:cubicBezTo>
                  <a:cubicBezTo>
                    <a:pt x="40954" y="21510"/>
                    <a:pt x="40472" y="21535"/>
                    <a:pt x="39977" y="21548"/>
                  </a:cubicBezTo>
                  <a:cubicBezTo>
                    <a:pt x="39706" y="21550"/>
                    <a:pt x="39432" y="21551"/>
                    <a:pt x="39155" y="21551"/>
                  </a:cubicBezTo>
                  <a:cubicBezTo>
                    <a:pt x="36275" y="21551"/>
                    <a:pt x="33138" y="21409"/>
                    <a:pt x="30700" y="20608"/>
                  </a:cubicBezTo>
                  <a:cubicBezTo>
                    <a:pt x="29909" y="20335"/>
                    <a:pt x="29203" y="20026"/>
                    <a:pt x="28536" y="19717"/>
                  </a:cubicBezTo>
                  <a:cubicBezTo>
                    <a:pt x="27274" y="19148"/>
                    <a:pt x="26074" y="18604"/>
                    <a:pt x="24268" y="18381"/>
                  </a:cubicBezTo>
                  <a:cubicBezTo>
                    <a:pt x="23044" y="18245"/>
                    <a:pt x="21930" y="18084"/>
                    <a:pt x="20854" y="17936"/>
                  </a:cubicBezTo>
                  <a:cubicBezTo>
                    <a:pt x="18690" y="17639"/>
                    <a:pt x="16649" y="17367"/>
                    <a:pt x="14138" y="17231"/>
                  </a:cubicBezTo>
                  <a:cubicBezTo>
                    <a:pt x="9772" y="16996"/>
                    <a:pt x="6172" y="16142"/>
                    <a:pt x="3736" y="14769"/>
                  </a:cubicBezTo>
                  <a:cubicBezTo>
                    <a:pt x="1484" y="13495"/>
                    <a:pt x="260" y="11813"/>
                    <a:pt x="198" y="9908"/>
                  </a:cubicBezTo>
                  <a:cubicBezTo>
                    <a:pt x="87" y="6828"/>
                    <a:pt x="3204" y="5592"/>
                    <a:pt x="6803" y="4169"/>
                  </a:cubicBezTo>
                  <a:cubicBezTo>
                    <a:pt x="7706" y="3810"/>
                    <a:pt x="8696" y="3303"/>
                    <a:pt x="9735" y="2759"/>
                  </a:cubicBezTo>
                  <a:cubicBezTo>
                    <a:pt x="11689" y="1745"/>
                    <a:pt x="13915" y="594"/>
                    <a:pt x="16030" y="285"/>
                  </a:cubicBezTo>
                  <a:cubicBezTo>
                    <a:pt x="17008" y="149"/>
                    <a:pt x="17923" y="75"/>
                    <a:pt x="18813" y="75"/>
                  </a:cubicBezTo>
                  <a:close/>
                  <a:moveTo>
                    <a:pt x="18847" y="0"/>
                  </a:moveTo>
                  <a:cubicBezTo>
                    <a:pt x="17942" y="0"/>
                    <a:pt x="17008" y="74"/>
                    <a:pt x="16018" y="223"/>
                  </a:cubicBezTo>
                  <a:cubicBezTo>
                    <a:pt x="13891" y="533"/>
                    <a:pt x="11664" y="1683"/>
                    <a:pt x="9697" y="2697"/>
                  </a:cubicBezTo>
                  <a:cubicBezTo>
                    <a:pt x="8658" y="3241"/>
                    <a:pt x="7669" y="3749"/>
                    <a:pt x="6778" y="4107"/>
                  </a:cubicBezTo>
                  <a:cubicBezTo>
                    <a:pt x="3142" y="5542"/>
                    <a:pt x="0" y="6779"/>
                    <a:pt x="111" y="9921"/>
                  </a:cubicBezTo>
                  <a:cubicBezTo>
                    <a:pt x="186" y="11850"/>
                    <a:pt x="1423" y="13545"/>
                    <a:pt x="3698" y="14831"/>
                  </a:cubicBezTo>
                  <a:cubicBezTo>
                    <a:pt x="6148" y="16217"/>
                    <a:pt x="9759" y="17082"/>
                    <a:pt x="14138" y="17305"/>
                  </a:cubicBezTo>
                  <a:cubicBezTo>
                    <a:pt x="16637" y="17441"/>
                    <a:pt x="18677" y="17726"/>
                    <a:pt x="20842" y="18022"/>
                  </a:cubicBezTo>
                  <a:cubicBezTo>
                    <a:pt x="21918" y="18171"/>
                    <a:pt x="23031" y="18319"/>
                    <a:pt x="24256" y="18468"/>
                  </a:cubicBezTo>
                  <a:cubicBezTo>
                    <a:pt x="26062" y="18678"/>
                    <a:pt x="27249" y="19222"/>
                    <a:pt x="28498" y="19791"/>
                  </a:cubicBezTo>
                  <a:cubicBezTo>
                    <a:pt x="29179" y="20100"/>
                    <a:pt x="29871" y="20422"/>
                    <a:pt x="30675" y="20682"/>
                  </a:cubicBezTo>
                  <a:cubicBezTo>
                    <a:pt x="33087" y="21473"/>
                    <a:pt x="36180" y="21622"/>
                    <a:pt x="39024" y="21622"/>
                  </a:cubicBezTo>
                  <a:lnTo>
                    <a:pt x="39977" y="21622"/>
                  </a:lnTo>
                  <a:cubicBezTo>
                    <a:pt x="40472" y="21622"/>
                    <a:pt x="40966" y="21585"/>
                    <a:pt x="41424" y="21535"/>
                  </a:cubicBezTo>
                  <a:cubicBezTo>
                    <a:pt x="44430" y="21177"/>
                    <a:pt x="45976" y="19717"/>
                    <a:pt x="47448" y="18319"/>
                  </a:cubicBezTo>
                  <a:cubicBezTo>
                    <a:pt x="48808" y="17033"/>
                    <a:pt x="50082" y="15833"/>
                    <a:pt x="52383" y="15388"/>
                  </a:cubicBezTo>
                  <a:cubicBezTo>
                    <a:pt x="55475" y="14794"/>
                    <a:pt x="58840" y="14571"/>
                    <a:pt x="61821" y="14361"/>
                  </a:cubicBezTo>
                  <a:lnTo>
                    <a:pt x="62513" y="14312"/>
                  </a:lnTo>
                  <a:cubicBezTo>
                    <a:pt x="66979" y="14002"/>
                    <a:pt x="69972" y="13718"/>
                    <a:pt x="70924" y="12630"/>
                  </a:cubicBezTo>
                  <a:cubicBezTo>
                    <a:pt x="71147" y="12382"/>
                    <a:pt x="71246" y="12085"/>
                    <a:pt x="71221" y="11764"/>
                  </a:cubicBezTo>
                  <a:cubicBezTo>
                    <a:pt x="71110" y="10329"/>
                    <a:pt x="70442" y="8869"/>
                    <a:pt x="69391" y="7731"/>
                  </a:cubicBezTo>
                  <a:cubicBezTo>
                    <a:pt x="67993" y="6235"/>
                    <a:pt x="66001" y="5307"/>
                    <a:pt x="63490" y="4985"/>
                  </a:cubicBezTo>
                  <a:cubicBezTo>
                    <a:pt x="62724" y="4887"/>
                    <a:pt x="62080" y="4788"/>
                    <a:pt x="61499" y="4664"/>
                  </a:cubicBezTo>
                  <a:cubicBezTo>
                    <a:pt x="59297" y="4206"/>
                    <a:pt x="57949" y="3563"/>
                    <a:pt x="56638" y="2957"/>
                  </a:cubicBezTo>
                  <a:cubicBezTo>
                    <a:pt x="55129" y="2240"/>
                    <a:pt x="53694" y="1559"/>
                    <a:pt x="51146" y="1374"/>
                  </a:cubicBezTo>
                  <a:cubicBezTo>
                    <a:pt x="50206" y="1302"/>
                    <a:pt x="49198" y="1271"/>
                    <a:pt x="48148" y="1271"/>
                  </a:cubicBezTo>
                  <a:cubicBezTo>
                    <a:pt x="44292" y="1271"/>
                    <a:pt x="39875" y="1693"/>
                    <a:pt x="36229" y="2091"/>
                  </a:cubicBezTo>
                  <a:cubicBezTo>
                    <a:pt x="35032" y="2224"/>
                    <a:pt x="33941" y="2281"/>
                    <a:pt x="32936" y="2281"/>
                  </a:cubicBezTo>
                  <a:cubicBezTo>
                    <a:pt x="29551" y="2281"/>
                    <a:pt x="27148" y="1631"/>
                    <a:pt x="24973" y="1040"/>
                  </a:cubicBezTo>
                  <a:cubicBezTo>
                    <a:pt x="23328" y="594"/>
                    <a:pt x="21770" y="174"/>
                    <a:pt x="19951" y="38"/>
                  </a:cubicBezTo>
                  <a:cubicBezTo>
                    <a:pt x="19587" y="13"/>
                    <a:pt x="19220" y="0"/>
                    <a:pt x="18847"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8"/>
            <p:cNvSpPr/>
            <p:nvPr/>
          </p:nvSpPr>
          <p:spPr>
            <a:xfrm>
              <a:off x="3755635" y="1190250"/>
              <a:ext cx="2510130" cy="746276"/>
            </a:xfrm>
            <a:custGeom>
              <a:avLst/>
              <a:gdLst/>
              <a:ahLst/>
              <a:cxnLst/>
              <a:rect l="l" t="t" r="r" b="b"/>
              <a:pathLst>
                <a:path w="60981" h="18130" extrusionOk="0">
                  <a:moveTo>
                    <a:pt x="15711" y="84"/>
                  </a:moveTo>
                  <a:cubicBezTo>
                    <a:pt x="16061" y="84"/>
                    <a:pt x="16406" y="97"/>
                    <a:pt x="16749" y="121"/>
                  </a:cubicBezTo>
                  <a:cubicBezTo>
                    <a:pt x="18282" y="232"/>
                    <a:pt x="19643" y="578"/>
                    <a:pt x="21090" y="949"/>
                  </a:cubicBezTo>
                  <a:cubicBezTo>
                    <a:pt x="23083" y="1450"/>
                    <a:pt x="25288" y="2016"/>
                    <a:pt x="28366" y="2016"/>
                  </a:cubicBezTo>
                  <a:cubicBezTo>
                    <a:pt x="29089" y="2016"/>
                    <a:pt x="29861" y="1985"/>
                    <a:pt x="30689" y="1914"/>
                  </a:cubicBezTo>
                  <a:cubicBezTo>
                    <a:pt x="34627" y="1571"/>
                    <a:pt x="37701" y="1404"/>
                    <a:pt x="40207" y="1404"/>
                  </a:cubicBezTo>
                  <a:cubicBezTo>
                    <a:pt x="41409" y="1404"/>
                    <a:pt x="42480" y="1442"/>
                    <a:pt x="43453" y="1518"/>
                  </a:cubicBezTo>
                  <a:cubicBezTo>
                    <a:pt x="45606" y="1679"/>
                    <a:pt x="46867" y="2211"/>
                    <a:pt x="48191" y="2792"/>
                  </a:cubicBezTo>
                  <a:cubicBezTo>
                    <a:pt x="49341" y="3275"/>
                    <a:pt x="50516" y="3782"/>
                    <a:pt x="52372" y="4140"/>
                  </a:cubicBezTo>
                  <a:cubicBezTo>
                    <a:pt x="52854" y="4227"/>
                    <a:pt x="53398" y="4314"/>
                    <a:pt x="54078" y="4388"/>
                  </a:cubicBezTo>
                  <a:cubicBezTo>
                    <a:pt x="56231" y="4635"/>
                    <a:pt x="57938" y="5353"/>
                    <a:pt x="59162" y="6515"/>
                  </a:cubicBezTo>
                  <a:cubicBezTo>
                    <a:pt x="60424" y="7740"/>
                    <a:pt x="60770" y="9063"/>
                    <a:pt x="60857" y="9756"/>
                  </a:cubicBezTo>
                  <a:cubicBezTo>
                    <a:pt x="60894" y="10016"/>
                    <a:pt x="60832" y="10251"/>
                    <a:pt x="60659" y="10449"/>
                  </a:cubicBezTo>
                  <a:lnTo>
                    <a:pt x="60671" y="10449"/>
                  </a:lnTo>
                  <a:cubicBezTo>
                    <a:pt x="59954" y="11339"/>
                    <a:pt x="57468" y="11599"/>
                    <a:pt x="54029" y="11896"/>
                  </a:cubicBezTo>
                  <a:lnTo>
                    <a:pt x="53386" y="11945"/>
                  </a:lnTo>
                  <a:cubicBezTo>
                    <a:pt x="50974" y="12143"/>
                    <a:pt x="48253" y="12366"/>
                    <a:pt x="45705" y="12873"/>
                  </a:cubicBezTo>
                  <a:cubicBezTo>
                    <a:pt x="43775" y="13256"/>
                    <a:pt x="42612" y="14234"/>
                    <a:pt x="41388" y="15273"/>
                  </a:cubicBezTo>
                  <a:cubicBezTo>
                    <a:pt x="40002" y="16435"/>
                    <a:pt x="38580" y="17647"/>
                    <a:pt x="35921" y="17957"/>
                  </a:cubicBezTo>
                  <a:cubicBezTo>
                    <a:pt x="35525" y="18006"/>
                    <a:pt x="35092" y="18031"/>
                    <a:pt x="34659" y="18043"/>
                  </a:cubicBezTo>
                  <a:cubicBezTo>
                    <a:pt x="34291" y="18049"/>
                    <a:pt x="33909" y="18052"/>
                    <a:pt x="33517" y="18052"/>
                  </a:cubicBezTo>
                  <a:cubicBezTo>
                    <a:pt x="31207" y="18052"/>
                    <a:pt x="28557" y="17929"/>
                    <a:pt x="26495" y="17326"/>
                  </a:cubicBezTo>
                  <a:cubicBezTo>
                    <a:pt x="25778" y="17103"/>
                    <a:pt x="25147" y="16843"/>
                    <a:pt x="24541" y="16596"/>
                  </a:cubicBezTo>
                  <a:cubicBezTo>
                    <a:pt x="23416" y="16138"/>
                    <a:pt x="22352" y="15705"/>
                    <a:pt x="20806" y="15520"/>
                  </a:cubicBezTo>
                  <a:cubicBezTo>
                    <a:pt x="19482" y="15384"/>
                    <a:pt x="18319" y="15223"/>
                    <a:pt x="17194" y="15062"/>
                  </a:cubicBezTo>
                  <a:cubicBezTo>
                    <a:pt x="15450" y="14815"/>
                    <a:pt x="13805" y="14592"/>
                    <a:pt x="11900" y="14456"/>
                  </a:cubicBezTo>
                  <a:cubicBezTo>
                    <a:pt x="8276" y="14196"/>
                    <a:pt x="5295" y="13454"/>
                    <a:pt x="3266" y="12304"/>
                  </a:cubicBezTo>
                  <a:cubicBezTo>
                    <a:pt x="1386" y="11240"/>
                    <a:pt x="347" y="9855"/>
                    <a:pt x="236" y="8296"/>
                  </a:cubicBezTo>
                  <a:cubicBezTo>
                    <a:pt x="75" y="5736"/>
                    <a:pt x="2586" y="4697"/>
                    <a:pt x="5493" y="3497"/>
                  </a:cubicBezTo>
                  <a:cubicBezTo>
                    <a:pt x="6161" y="3213"/>
                    <a:pt x="6915" y="2842"/>
                    <a:pt x="7694" y="2434"/>
                  </a:cubicBezTo>
                  <a:cubicBezTo>
                    <a:pt x="9451" y="1531"/>
                    <a:pt x="11455" y="516"/>
                    <a:pt x="13397" y="257"/>
                  </a:cubicBezTo>
                  <a:cubicBezTo>
                    <a:pt x="14210" y="139"/>
                    <a:pt x="14973" y="84"/>
                    <a:pt x="15711" y="84"/>
                  </a:cubicBezTo>
                  <a:close/>
                  <a:moveTo>
                    <a:pt x="15770" y="0"/>
                  </a:moveTo>
                  <a:cubicBezTo>
                    <a:pt x="15011" y="0"/>
                    <a:pt x="14219" y="58"/>
                    <a:pt x="13384" y="170"/>
                  </a:cubicBezTo>
                  <a:cubicBezTo>
                    <a:pt x="11430" y="442"/>
                    <a:pt x="9426" y="1456"/>
                    <a:pt x="7670" y="2359"/>
                  </a:cubicBezTo>
                  <a:cubicBezTo>
                    <a:pt x="6878" y="2768"/>
                    <a:pt x="6136" y="3139"/>
                    <a:pt x="5468" y="3423"/>
                  </a:cubicBezTo>
                  <a:cubicBezTo>
                    <a:pt x="2537" y="4635"/>
                    <a:pt x="1" y="5687"/>
                    <a:pt x="162" y="8296"/>
                  </a:cubicBezTo>
                  <a:cubicBezTo>
                    <a:pt x="273" y="9880"/>
                    <a:pt x="1324" y="11290"/>
                    <a:pt x="3229" y="12378"/>
                  </a:cubicBezTo>
                  <a:cubicBezTo>
                    <a:pt x="5270" y="13529"/>
                    <a:pt x="8263" y="14271"/>
                    <a:pt x="11888" y="14530"/>
                  </a:cubicBezTo>
                  <a:cubicBezTo>
                    <a:pt x="13805" y="14666"/>
                    <a:pt x="15450" y="14889"/>
                    <a:pt x="17182" y="15137"/>
                  </a:cubicBezTo>
                  <a:cubicBezTo>
                    <a:pt x="18307" y="15297"/>
                    <a:pt x="19482" y="15458"/>
                    <a:pt x="20793" y="15594"/>
                  </a:cubicBezTo>
                  <a:cubicBezTo>
                    <a:pt x="22327" y="15780"/>
                    <a:pt x="23391" y="16213"/>
                    <a:pt x="24516" y="16670"/>
                  </a:cubicBezTo>
                  <a:cubicBezTo>
                    <a:pt x="25122" y="16918"/>
                    <a:pt x="25753" y="17177"/>
                    <a:pt x="26471" y="17388"/>
                  </a:cubicBezTo>
                  <a:cubicBezTo>
                    <a:pt x="28512" y="17994"/>
                    <a:pt x="31121" y="18130"/>
                    <a:pt x="33410" y="18130"/>
                  </a:cubicBezTo>
                  <a:cubicBezTo>
                    <a:pt x="33843" y="18130"/>
                    <a:pt x="34263" y="18117"/>
                    <a:pt x="34659" y="18117"/>
                  </a:cubicBezTo>
                  <a:cubicBezTo>
                    <a:pt x="35104" y="18105"/>
                    <a:pt x="35537" y="18080"/>
                    <a:pt x="35933" y="18031"/>
                  </a:cubicBezTo>
                  <a:cubicBezTo>
                    <a:pt x="38605" y="17722"/>
                    <a:pt x="40040" y="16509"/>
                    <a:pt x="41437" y="15334"/>
                  </a:cubicBezTo>
                  <a:cubicBezTo>
                    <a:pt x="42649" y="14295"/>
                    <a:pt x="43800" y="13318"/>
                    <a:pt x="45717" y="12947"/>
                  </a:cubicBezTo>
                  <a:cubicBezTo>
                    <a:pt x="48265" y="12440"/>
                    <a:pt x="50986" y="12217"/>
                    <a:pt x="53398" y="12020"/>
                  </a:cubicBezTo>
                  <a:lnTo>
                    <a:pt x="54029" y="11970"/>
                  </a:lnTo>
                  <a:cubicBezTo>
                    <a:pt x="57604" y="11673"/>
                    <a:pt x="60003" y="11413"/>
                    <a:pt x="60733" y="10498"/>
                  </a:cubicBezTo>
                  <a:cubicBezTo>
                    <a:pt x="60906" y="10276"/>
                    <a:pt x="60980" y="10016"/>
                    <a:pt x="60943" y="9731"/>
                  </a:cubicBezTo>
                  <a:cubicBezTo>
                    <a:pt x="60857" y="9051"/>
                    <a:pt x="60510" y="7703"/>
                    <a:pt x="59212" y="6466"/>
                  </a:cubicBezTo>
                  <a:cubicBezTo>
                    <a:pt x="57975" y="5278"/>
                    <a:pt x="56255" y="4549"/>
                    <a:pt x="54091" y="4314"/>
                  </a:cubicBezTo>
                  <a:cubicBezTo>
                    <a:pt x="53411" y="4227"/>
                    <a:pt x="52866" y="4153"/>
                    <a:pt x="52384" y="4054"/>
                  </a:cubicBezTo>
                  <a:cubicBezTo>
                    <a:pt x="50541" y="3708"/>
                    <a:pt x="49366" y="3200"/>
                    <a:pt x="48228" y="2718"/>
                  </a:cubicBezTo>
                  <a:cubicBezTo>
                    <a:pt x="46892" y="2137"/>
                    <a:pt x="45630" y="1592"/>
                    <a:pt x="43466" y="1432"/>
                  </a:cubicBezTo>
                  <a:cubicBezTo>
                    <a:pt x="42488" y="1356"/>
                    <a:pt x="41414" y="1317"/>
                    <a:pt x="40211" y="1317"/>
                  </a:cubicBezTo>
                  <a:cubicBezTo>
                    <a:pt x="37701" y="1317"/>
                    <a:pt x="34627" y="1485"/>
                    <a:pt x="30689" y="1827"/>
                  </a:cubicBezTo>
                  <a:cubicBezTo>
                    <a:pt x="29854" y="1899"/>
                    <a:pt x="29078" y="1930"/>
                    <a:pt x="28350" y="1930"/>
                  </a:cubicBezTo>
                  <a:cubicBezTo>
                    <a:pt x="25290" y="1930"/>
                    <a:pt x="23093" y="1372"/>
                    <a:pt x="21115" y="863"/>
                  </a:cubicBezTo>
                  <a:cubicBezTo>
                    <a:pt x="19668" y="492"/>
                    <a:pt x="18295" y="145"/>
                    <a:pt x="16749" y="34"/>
                  </a:cubicBezTo>
                  <a:cubicBezTo>
                    <a:pt x="16428" y="11"/>
                    <a:pt x="16102" y="0"/>
                    <a:pt x="15770"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8"/>
            <p:cNvSpPr/>
            <p:nvPr/>
          </p:nvSpPr>
          <p:spPr>
            <a:xfrm>
              <a:off x="3336642" y="1055360"/>
              <a:ext cx="3352727" cy="1032891"/>
            </a:xfrm>
            <a:custGeom>
              <a:avLst/>
              <a:gdLst/>
              <a:ahLst/>
              <a:cxnLst/>
              <a:rect l="l" t="t" r="r" b="b"/>
              <a:pathLst>
                <a:path w="81451" h="25093" extrusionOk="0">
                  <a:moveTo>
                    <a:pt x="21807" y="33"/>
                  </a:moveTo>
                  <a:cubicBezTo>
                    <a:pt x="22240" y="33"/>
                    <a:pt x="22660" y="46"/>
                    <a:pt x="23081" y="83"/>
                  </a:cubicBezTo>
                  <a:cubicBezTo>
                    <a:pt x="25184" y="231"/>
                    <a:pt x="26928" y="726"/>
                    <a:pt x="28783" y="1245"/>
                  </a:cubicBezTo>
                  <a:cubicBezTo>
                    <a:pt x="31272" y="1955"/>
                    <a:pt x="33830" y="2679"/>
                    <a:pt x="37516" y="2679"/>
                  </a:cubicBezTo>
                  <a:cubicBezTo>
                    <a:pt x="38776" y="2679"/>
                    <a:pt x="40167" y="2594"/>
                    <a:pt x="41733" y="2396"/>
                  </a:cubicBezTo>
                  <a:cubicBezTo>
                    <a:pt x="46319" y="1806"/>
                    <a:pt x="51414" y="1241"/>
                    <a:pt x="55778" y="1241"/>
                  </a:cubicBezTo>
                  <a:cubicBezTo>
                    <a:pt x="56817" y="1241"/>
                    <a:pt x="57814" y="1273"/>
                    <a:pt x="58753" y="1344"/>
                  </a:cubicBezTo>
                  <a:cubicBezTo>
                    <a:pt x="61672" y="1567"/>
                    <a:pt x="63194" y="2334"/>
                    <a:pt x="64962" y="3212"/>
                  </a:cubicBezTo>
                  <a:cubicBezTo>
                    <a:pt x="66373" y="3917"/>
                    <a:pt x="67968" y="4721"/>
                    <a:pt x="70541" y="5290"/>
                  </a:cubicBezTo>
                  <a:cubicBezTo>
                    <a:pt x="71234" y="5451"/>
                    <a:pt x="71976" y="5587"/>
                    <a:pt x="72804" y="5698"/>
                  </a:cubicBezTo>
                  <a:cubicBezTo>
                    <a:pt x="75637" y="6094"/>
                    <a:pt x="77938" y="7232"/>
                    <a:pt x="79459" y="9001"/>
                  </a:cubicBezTo>
                  <a:cubicBezTo>
                    <a:pt x="80634" y="10361"/>
                    <a:pt x="81327" y="12093"/>
                    <a:pt x="81389" y="13750"/>
                  </a:cubicBezTo>
                  <a:cubicBezTo>
                    <a:pt x="81413" y="14740"/>
                    <a:pt x="80473" y="15395"/>
                    <a:pt x="78408" y="15828"/>
                  </a:cubicBezTo>
                  <a:cubicBezTo>
                    <a:pt x="76577" y="16212"/>
                    <a:pt x="74054" y="16385"/>
                    <a:pt x="70937" y="16571"/>
                  </a:cubicBezTo>
                  <a:lnTo>
                    <a:pt x="70454" y="16595"/>
                  </a:lnTo>
                  <a:cubicBezTo>
                    <a:pt x="66830" y="16818"/>
                    <a:pt x="62724" y="17065"/>
                    <a:pt x="58963" y="17758"/>
                  </a:cubicBezTo>
                  <a:cubicBezTo>
                    <a:pt x="57751" y="17981"/>
                    <a:pt x="56688" y="18426"/>
                    <a:pt x="55710" y="19131"/>
                  </a:cubicBezTo>
                  <a:cubicBezTo>
                    <a:pt x="54832" y="19749"/>
                    <a:pt x="54102" y="20504"/>
                    <a:pt x="53385" y="21234"/>
                  </a:cubicBezTo>
                  <a:cubicBezTo>
                    <a:pt x="51814" y="22854"/>
                    <a:pt x="50181" y="24536"/>
                    <a:pt x="46842" y="24944"/>
                  </a:cubicBezTo>
                  <a:cubicBezTo>
                    <a:pt x="46335" y="25006"/>
                    <a:pt x="45790" y="25043"/>
                    <a:pt x="45221" y="25043"/>
                  </a:cubicBezTo>
                  <a:cubicBezTo>
                    <a:pt x="44967" y="25045"/>
                    <a:pt x="44682" y="25046"/>
                    <a:pt x="44372" y="25046"/>
                  </a:cubicBezTo>
                  <a:cubicBezTo>
                    <a:pt x="41893" y="25046"/>
                    <a:pt x="37801" y="24948"/>
                    <a:pt x="34844" y="23893"/>
                  </a:cubicBezTo>
                  <a:cubicBezTo>
                    <a:pt x="33953" y="23571"/>
                    <a:pt x="33186" y="23200"/>
                    <a:pt x="32457" y="22842"/>
                  </a:cubicBezTo>
                  <a:cubicBezTo>
                    <a:pt x="31059" y="22149"/>
                    <a:pt x="29735" y="21493"/>
                    <a:pt x="27682" y="21246"/>
                  </a:cubicBezTo>
                  <a:cubicBezTo>
                    <a:pt x="26507" y="21098"/>
                    <a:pt x="25431" y="20962"/>
                    <a:pt x="24404" y="20813"/>
                  </a:cubicBezTo>
                  <a:cubicBezTo>
                    <a:pt x="21720" y="20442"/>
                    <a:pt x="19407" y="20133"/>
                    <a:pt x="16315" y="20009"/>
                  </a:cubicBezTo>
                  <a:cubicBezTo>
                    <a:pt x="11194" y="19799"/>
                    <a:pt x="6989" y="18834"/>
                    <a:pt x="4131" y="17226"/>
                  </a:cubicBezTo>
                  <a:cubicBezTo>
                    <a:pt x="1497" y="15742"/>
                    <a:pt x="87" y="13763"/>
                    <a:pt x="62" y="11512"/>
                  </a:cubicBezTo>
                  <a:cubicBezTo>
                    <a:pt x="37" y="9867"/>
                    <a:pt x="767" y="8580"/>
                    <a:pt x="2387" y="7442"/>
                  </a:cubicBezTo>
                  <a:cubicBezTo>
                    <a:pt x="3872" y="6403"/>
                    <a:pt x="5999" y="5599"/>
                    <a:pt x="8052" y="4808"/>
                  </a:cubicBezTo>
                  <a:cubicBezTo>
                    <a:pt x="9166" y="4387"/>
                    <a:pt x="10378" y="3744"/>
                    <a:pt x="11664" y="3076"/>
                  </a:cubicBezTo>
                  <a:cubicBezTo>
                    <a:pt x="13940" y="1876"/>
                    <a:pt x="16303" y="639"/>
                    <a:pt x="18603" y="293"/>
                  </a:cubicBezTo>
                  <a:cubicBezTo>
                    <a:pt x="19716" y="120"/>
                    <a:pt x="20780" y="33"/>
                    <a:pt x="21807" y="33"/>
                  </a:cubicBezTo>
                  <a:close/>
                  <a:moveTo>
                    <a:pt x="21786" y="1"/>
                  </a:moveTo>
                  <a:cubicBezTo>
                    <a:pt x="20762" y="1"/>
                    <a:pt x="19707" y="83"/>
                    <a:pt x="18591" y="256"/>
                  </a:cubicBezTo>
                  <a:cubicBezTo>
                    <a:pt x="16290" y="602"/>
                    <a:pt x="13928" y="1839"/>
                    <a:pt x="11652" y="3039"/>
                  </a:cubicBezTo>
                  <a:cubicBezTo>
                    <a:pt x="10365" y="3719"/>
                    <a:pt x="9153" y="4350"/>
                    <a:pt x="8040" y="4783"/>
                  </a:cubicBezTo>
                  <a:cubicBezTo>
                    <a:pt x="5987" y="5562"/>
                    <a:pt x="3859" y="6378"/>
                    <a:pt x="2363" y="7417"/>
                  </a:cubicBezTo>
                  <a:cubicBezTo>
                    <a:pt x="742" y="8555"/>
                    <a:pt x="0" y="9854"/>
                    <a:pt x="25" y="11512"/>
                  </a:cubicBezTo>
                  <a:cubicBezTo>
                    <a:pt x="50" y="13775"/>
                    <a:pt x="1472" y="15767"/>
                    <a:pt x="4119" y="17263"/>
                  </a:cubicBezTo>
                  <a:cubicBezTo>
                    <a:pt x="6976" y="18871"/>
                    <a:pt x="11194" y="19836"/>
                    <a:pt x="16315" y="20046"/>
                  </a:cubicBezTo>
                  <a:cubicBezTo>
                    <a:pt x="19407" y="20170"/>
                    <a:pt x="21720" y="20492"/>
                    <a:pt x="24392" y="20850"/>
                  </a:cubicBezTo>
                  <a:cubicBezTo>
                    <a:pt x="25431" y="20999"/>
                    <a:pt x="26507" y="21135"/>
                    <a:pt x="27670" y="21283"/>
                  </a:cubicBezTo>
                  <a:cubicBezTo>
                    <a:pt x="29723" y="21531"/>
                    <a:pt x="31047" y="22186"/>
                    <a:pt x="32432" y="22866"/>
                  </a:cubicBezTo>
                  <a:cubicBezTo>
                    <a:pt x="33174" y="23237"/>
                    <a:pt x="33941" y="23608"/>
                    <a:pt x="34831" y="23930"/>
                  </a:cubicBezTo>
                  <a:cubicBezTo>
                    <a:pt x="37825" y="24994"/>
                    <a:pt x="41981" y="25093"/>
                    <a:pt x="44455" y="25093"/>
                  </a:cubicBezTo>
                  <a:cubicBezTo>
                    <a:pt x="44739" y="25093"/>
                    <a:pt x="44999" y="25093"/>
                    <a:pt x="45221" y="25080"/>
                  </a:cubicBezTo>
                  <a:cubicBezTo>
                    <a:pt x="45790" y="25080"/>
                    <a:pt x="46335" y="25056"/>
                    <a:pt x="46842" y="24994"/>
                  </a:cubicBezTo>
                  <a:cubicBezTo>
                    <a:pt x="50206" y="24573"/>
                    <a:pt x="51839" y="22891"/>
                    <a:pt x="53422" y="21258"/>
                  </a:cubicBezTo>
                  <a:cubicBezTo>
                    <a:pt x="54894" y="19737"/>
                    <a:pt x="56292" y="18302"/>
                    <a:pt x="58976" y="17795"/>
                  </a:cubicBezTo>
                  <a:cubicBezTo>
                    <a:pt x="62724" y="17102"/>
                    <a:pt x="66830" y="16855"/>
                    <a:pt x="70454" y="16632"/>
                  </a:cubicBezTo>
                  <a:lnTo>
                    <a:pt x="70937" y="16608"/>
                  </a:lnTo>
                  <a:cubicBezTo>
                    <a:pt x="74054" y="16422"/>
                    <a:pt x="76577" y="16249"/>
                    <a:pt x="78408" y="15866"/>
                  </a:cubicBezTo>
                  <a:cubicBezTo>
                    <a:pt x="80498" y="15433"/>
                    <a:pt x="81450" y="14765"/>
                    <a:pt x="81426" y="13750"/>
                  </a:cubicBezTo>
                  <a:cubicBezTo>
                    <a:pt x="81364" y="12093"/>
                    <a:pt x="80659" y="10349"/>
                    <a:pt x="79484" y="8976"/>
                  </a:cubicBezTo>
                  <a:cubicBezTo>
                    <a:pt x="77950" y="7207"/>
                    <a:pt x="75649" y="6057"/>
                    <a:pt x="72817" y="5661"/>
                  </a:cubicBezTo>
                  <a:cubicBezTo>
                    <a:pt x="71976" y="5550"/>
                    <a:pt x="71234" y="5414"/>
                    <a:pt x="70553" y="5265"/>
                  </a:cubicBezTo>
                  <a:cubicBezTo>
                    <a:pt x="67981" y="4696"/>
                    <a:pt x="66385" y="3892"/>
                    <a:pt x="64987" y="3187"/>
                  </a:cubicBezTo>
                  <a:cubicBezTo>
                    <a:pt x="63206" y="2297"/>
                    <a:pt x="61685" y="1530"/>
                    <a:pt x="58766" y="1307"/>
                  </a:cubicBezTo>
                  <a:cubicBezTo>
                    <a:pt x="57824" y="1236"/>
                    <a:pt x="56824" y="1204"/>
                    <a:pt x="55783" y="1204"/>
                  </a:cubicBezTo>
                  <a:cubicBezTo>
                    <a:pt x="51409" y="1204"/>
                    <a:pt x="46307" y="1769"/>
                    <a:pt x="41721" y="2359"/>
                  </a:cubicBezTo>
                  <a:cubicBezTo>
                    <a:pt x="40158" y="2557"/>
                    <a:pt x="38770" y="2642"/>
                    <a:pt x="37512" y="2642"/>
                  </a:cubicBezTo>
                  <a:cubicBezTo>
                    <a:pt x="33834" y="2642"/>
                    <a:pt x="31281" y="1918"/>
                    <a:pt x="28783" y="1208"/>
                  </a:cubicBezTo>
                  <a:cubicBezTo>
                    <a:pt x="26940" y="689"/>
                    <a:pt x="25184" y="194"/>
                    <a:pt x="23093" y="46"/>
                  </a:cubicBezTo>
                  <a:cubicBezTo>
                    <a:pt x="22662" y="16"/>
                    <a:pt x="22227" y="1"/>
                    <a:pt x="21786"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8"/>
            <p:cNvSpPr/>
            <p:nvPr/>
          </p:nvSpPr>
          <p:spPr>
            <a:xfrm>
              <a:off x="3972027" y="1259032"/>
              <a:ext cx="2080929" cy="600643"/>
            </a:xfrm>
            <a:custGeom>
              <a:avLst/>
              <a:gdLst/>
              <a:ahLst/>
              <a:cxnLst/>
              <a:rect l="l" t="t" r="r" b="b"/>
              <a:pathLst>
                <a:path w="50554" h="14592" extrusionOk="0">
                  <a:moveTo>
                    <a:pt x="12497" y="38"/>
                  </a:moveTo>
                  <a:cubicBezTo>
                    <a:pt x="12806" y="38"/>
                    <a:pt x="13110" y="49"/>
                    <a:pt x="13409" y="70"/>
                  </a:cubicBezTo>
                  <a:cubicBezTo>
                    <a:pt x="14683" y="156"/>
                    <a:pt x="15870" y="441"/>
                    <a:pt x="17120" y="738"/>
                  </a:cubicBezTo>
                  <a:cubicBezTo>
                    <a:pt x="18943" y="1159"/>
                    <a:pt x="20974" y="1636"/>
                    <a:pt x="23737" y="1636"/>
                  </a:cubicBezTo>
                  <a:cubicBezTo>
                    <a:pt x="24141" y="1636"/>
                    <a:pt x="24561" y="1626"/>
                    <a:pt x="24999" y="1604"/>
                  </a:cubicBezTo>
                  <a:cubicBezTo>
                    <a:pt x="27610" y="1466"/>
                    <a:pt x="29816" y="1397"/>
                    <a:pt x="31701" y="1397"/>
                  </a:cubicBezTo>
                  <a:cubicBezTo>
                    <a:pt x="33209" y="1397"/>
                    <a:pt x="34510" y="1441"/>
                    <a:pt x="35648" y="1529"/>
                  </a:cubicBezTo>
                  <a:cubicBezTo>
                    <a:pt x="37417" y="1665"/>
                    <a:pt x="38506" y="2074"/>
                    <a:pt x="39656" y="2507"/>
                  </a:cubicBezTo>
                  <a:cubicBezTo>
                    <a:pt x="40621" y="2865"/>
                    <a:pt x="41623" y="3249"/>
                    <a:pt x="43132" y="3496"/>
                  </a:cubicBezTo>
                  <a:cubicBezTo>
                    <a:pt x="43602" y="3570"/>
                    <a:pt x="44096" y="3620"/>
                    <a:pt x="44554" y="3669"/>
                  </a:cubicBezTo>
                  <a:cubicBezTo>
                    <a:pt x="46360" y="3830"/>
                    <a:pt x="47807" y="4350"/>
                    <a:pt x="48871" y="5215"/>
                  </a:cubicBezTo>
                  <a:cubicBezTo>
                    <a:pt x="49687" y="5896"/>
                    <a:pt x="50256" y="6774"/>
                    <a:pt x="50467" y="7702"/>
                  </a:cubicBezTo>
                  <a:cubicBezTo>
                    <a:pt x="50516" y="7937"/>
                    <a:pt x="50479" y="8134"/>
                    <a:pt x="50343" y="8320"/>
                  </a:cubicBezTo>
                  <a:cubicBezTo>
                    <a:pt x="49836" y="9025"/>
                    <a:pt x="47968" y="9272"/>
                    <a:pt x="45408" y="9545"/>
                  </a:cubicBezTo>
                  <a:cubicBezTo>
                    <a:pt x="45160" y="9569"/>
                    <a:pt x="44925" y="9594"/>
                    <a:pt x="44678" y="9619"/>
                  </a:cubicBezTo>
                  <a:cubicBezTo>
                    <a:pt x="42872" y="9804"/>
                    <a:pt x="40843" y="10015"/>
                    <a:pt x="38914" y="10423"/>
                  </a:cubicBezTo>
                  <a:cubicBezTo>
                    <a:pt x="37368" y="10744"/>
                    <a:pt x="36341" y="11486"/>
                    <a:pt x="35265" y="12278"/>
                  </a:cubicBezTo>
                  <a:cubicBezTo>
                    <a:pt x="33966" y="13218"/>
                    <a:pt x="32630" y="14195"/>
                    <a:pt x="30305" y="14455"/>
                  </a:cubicBezTo>
                  <a:cubicBezTo>
                    <a:pt x="29959" y="14492"/>
                    <a:pt x="29588" y="14517"/>
                    <a:pt x="29216" y="14529"/>
                  </a:cubicBezTo>
                  <a:cubicBezTo>
                    <a:pt x="28719" y="14541"/>
                    <a:pt x="28191" y="14549"/>
                    <a:pt x="27646" y="14549"/>
                  </a:cubicBezTo>
                  <a:cubicBezTo>
                    <a:pt x="25818" y="14549"/>
                    <a:pt x="23802" y="14451"/>
                    <a:pt x="22154" y="14022"/>
                  </a:cubicBezTo>
                  <a:cubicBezTo>
                    <a:pt x="21511" y="13861"/>
                    <a:pt x="20942" y="13663"/>
                    <a:pt x="20385" y="13466"/>
                  </a:cubicBezTo>
                  <a:cubicBezTo>
                    <a:pt x="19395" y="13119"/>
                    <a:pt x="18468" y="12798"/>
                    <a:pt x="17194" y="12662"/>
                  </a:cubicBezTo>
                  <a:cubicBezTo>
                    <a:pt x="15771" y="12501"/>
                    <a:pt x="14534" y="12328"/>
                    <a:pt x="13347" y="12154"/>
                  </a:cubicBezTo>
                  <a:cubicBezTo>
                    <a:pt x="12061" y="11981"/>
                    <a:pt x="10848" y="11808"/>
                    <a:pt x="9513" y="11672"/>
                  </a:cubicBezTo>
                  <a:cubicBezTo>
                    <a:pt x="6593" y="11400"/>
                    <a:pt x="4280" y="10781"/>
                    <a:pt x="2635" y="9841"/>
                  </a:cubicBezTo>
                  <a:cubicBezTo>
                    <a:pt x="1126" y="8976"/>
                    <a:pt x="261" y="7875"/>
                    <a:pt x="137" y="6650"/>
                  </a:cubicBezTo>
                  <a:cubicBezTo>
                    <a:pt x="38" y="5723"/>
                    <a:pt x="359" y="4993"/>
                    <a:pt x="1139" y="4337"/>
                  </a:cubicBezTo>
                  <a:cubicBezTo>
                    <a:pt x="1831" y="3768"/>
                    <a:pt x="2809" y="3311"/>
                    <a:pt x="4033" y="2766"/>
                  </a:cubicBezTo>
                  <a:cubicBezTo>
                    <a:pt x="4466" y="2581"/>
                    <a:pt x="4948" y="2333"/>
                    <a:pt x="5468" y="2074"/>
                  </a:cubicBezTo>
                  <a:cubicBezTo>
                    <a:pt x="6952" y="1319"/>
                    <a:pt x="8808" y="391"/>
                    <a:pt x="10626" y="169"/>
                  </a:cubicBezTo>
                  <a:cubicBezTo>
                    <a:pt x="11278" y="79"/>
                    <a:pt x="11899" y="38"/>
                    <a:pt x="12497" y="38"/>
                  </a:cubicBezTo>
                  <a:close/>
                  <a:moveTo>
                    <a:pt x="12479" y="0"/>
                  </a:moveTo>
                  <a:cubicBezTo>
                    <a:pt x="11884" y="0"/>
                    <a:pt x="11270" y="39"/>
                    <a:pt x="10626" y="119"/>
                  </a:cubicBezTo>
                  <a:cubicBezTo>
                    <a:pt x="8808" y="354"/>
                    <a:pt x="6940" y="1282"/>
                    <a:pt x="5456" y="2037"/>
                  </a:cubicBezTo>
                  <a:cubicBezTo>
                    <a:pt x="4936" y="2296"/>
                    <a:pt x="4454" y="2544"/>
                    <a:pt x="4021" y="2729"/>
                  </a:cubicBezTo>
                  <a:cubicBezTo>
                    <a:pt x="2796" y="3273"/>
                    <a:pt x="1807" y="3731"/>
                    <a:pt x="1114" y="4312"/>
                  </a:cubicBezTo>
                  <a:cubicBezTo>
                    <a:pt x="322" y="4968"/>
                    <a:pt x="1" y="5710"/>
                    <a:pt x="100" y="6650"/>
                  </a:cubicBezTo>
                  <a:cubicBezTo>
                    <a:pt x="236" y="7887"/>
                    <a:pt x="1102" y="9000"/>
                    <a:pt x="2623" y="9866"/>
                  </a:cubicBezTo>
                  <a:cubicBezTo>
                    <a:pt x="4268" y="10806"/>
                    <a:pt x="6593" y="11425"/>
                    <a:pt x="9513" y="11709"/>
                  </a:cubicBezTo>
                  <a:cubicBezTo>
                    <a:pt x="10848" y="11845"/>
                    <a:pt x="12061" y="12018"/>
                    <a:pt x="13347" y="12192"/>
                  </a:cubicBezTo>
                  <a:cubicBezTo>
                    <a:pt x="14534" y="12365"/>
                    <a:pt x="15771" y="12538"/>
                    <a:pt x="17181" y="12699"/>
                  </a:cubicBezTo>
                  <a:cubicBezTo>
                    <a:pt x="18468" y="12835"/>
                    <a:pt x="19395" y="13156"/>
                    <a:pt x="20373" y="13503"/>
                  </a:cubicBezTo>
                  <a:cubicBezTo>
                    <a:pt x="20929" y="13701"/>
                    <a:pt x="21498" y="13898"/>
                    <a:pt x="22141" y="14059"/>
                  </a:cubicBezTo>
                  <a:cubicBezTo>
                    <a:pt x="23786" y="14480"/>
                    <a:pt x="25803" y="14591"/>
                    <a:pt x="27633" y="14591"/>
                  </a:cubicBezTo>
                  <a:cubicBezTo>
                    <a:pt x="28177" y="14591"/>
                    <a:pt x="28709" y="14579"/>
                    <a:pt x="29216" y="14566"/>
                  </a:cubicBezTo>
                  <a:cubicBezTo>
                    <a:pt x="29588" y="14554"/>
                    <a:pt x="29959" y="14529"/>
                    <a:pt x="30317" y="14492"/>
                  </a:cubicBezTo>
                  <a:cubicBezTo>
                    <a:pt x="32643" y="14232"/>
                    <a:pt x="33979" y="13255"/>
                    <a:pt x="35277" y="12303"/>
                  </a:cubicBezTo>
                  <a:cubicBezTo>
                    <a:pt x="36366" y="11511"/>
                    <a:pt x="37392" y="10769"/>
                    <a:pt x="38926" y="10447"/>
                  </a:cubicBezTo>
                  <a:cubicBezTo>
                    <a:pt x="40856" y="10052"/>
                    <a:pt x="42884" y="9841"/>
                    <a:pt x="44678" y="9656"/>
                  </a:cubicBezTo>
                  <a:cubicBezTo>
                    <a:pt x="44925" y="9631"/>
                    <a:pt x="45173" y="9606"/>
                    <a:pt x="45408" y="9582"/>
                  </a:cubicBezTo>
                  <a:cubicBezTo>
                    <a:pt x="47993" y="9310"/>
                    <a:pt x="49860" y="9062"/>
                    <a:pt x="50380" y="8332"/>
                  </a:cubicBezTo>
                  <a:cubicBezTo>
                    <a:pt x="50516" y="8147"/>
                    <a:pt x="50553" y="7937"/>
                    <a:pt x="50504" y="7702"/>
                  </a:cubicBezTo>
                  <a:cubicBezTo>
                    <a:pt x="50293" y="6762"/>
                    <a:pt x="49724" y="5871"/>
                    <a:pt x="48896" y="5191"/>
                  </a:cubicBezTo>
                  <a:cubicBezTo>
                    <a:pt x="47820" y="4312"/>
                    <a:pt x="46360" y="3793"/>
                    <a:pt x="44566" y="3632"/>
                  </a:cubicBezTo>
                  <a:cubicBezTo>
                    <a:pt x="44096" y="3583"/>
                    <a:pt x="43602" y="3533"/>
                    <a:pt x="43132" y="3459"/>
                  </a:cubicBezTo>
                  <a:cubicBezTo>
                    <a:pt x="41635" y="3212"/>
                    <a:pt x="40633" y="2828"/>
                    <a:pt x="39668" y="2469"/>
                  </a:cubicBezTo>
                  <a:cubicBezTo>
                    <a:pt x="38518" y="2037"/>
                    <a:pt x="37430" y="1628"/>
                    <a:pt x="35648" y="1492"/>
                  </a:cubicBezTo>
                  <a:cubicBezTo>
                    <a:pt x="34510" y="1404"/>
                    <a:pt x="33209" y="1360"/>
                    <a:pt x="31701" y="1360"/>
                  </a:cubicBezTo>
                  <a:cubicBezTo>
                    <a:pt x="29816" y="1360"/>
                    <a:pt x="27610" y="1429"/>
                    <a:pt x="24999" y="1567"/>
                  </a:cubicBezTo>
                  <a:cubicBezTo>
                    <a:pt x="24561" y="1589"/>
                    <a:pt x="24141" y="1599"/>
                    <a:pt x="23737" y="1599"/>
                  </a:cubicBezTo>
                  <a:cubicBezTo>
                    <a:pt x="20974" y="1599"/>
                    <a:pt x="18945" y="1122"/>
                    <a:pt x="17132" y="701"/>
                  </a:cubicBezTo>
                  <a:cubicBezTo>
                    <a:pt x="15870" y="404"/>
                    <a:pt x="14695" y="119"/>
                    <a:pt x="13421" y="33"/>
                  </a:cubicBezTo>
                  <a:cubicBezTo>
                    <a:pt x="13111" y="11"/>
                    <a:pt x="12798" y="0"/>
                    <a:pt x="1247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8"/>
            <p:cNvSpPr/>
            <p:nvPr/>
          </p:nvSpPr>
          <p:spPr>
            <a:xfrm>
              <a:off x="4178251" y="1326868"/>
              <a:ext cx="1662883" cy="456410"/>
            </a:xfrm>
            <a:custGeom>
              <a:avLst/>
              <a:gdLst/>
              <a:ahLst/>
              <a:cxnLst/>
              <a:rect l="l" t="t" r="r" b="b"/>
              <a:pathLst>
                <a:path w="40398" h="11088" extrusionOk="0">
                  <a:moveTo>
                    <a:pt x="9537" y="42"/>
                  </a:moveTo>
                  <a:cubicBezTo>
                    <a:pt x="9797" y="42"/>
                    <a:pt x="10069" y="42"/>
                    <a:pt x="10328" y="67"/>
                  </a:cubicBezTo>
                  <a:cubicBezTo>
                    <a:pt x="11454" y="141"/>
                    <a:pt x="12542" y="339"/>
                    <a:pt x="13804" y="574"/>
                  </a:cubicBezTo>
                  <a:cubicBezTo>
                    <a:pt x="15424" y="859"/>
                    <a:pt x="17255" y="1193"/>
                    <a:pt x="19556" y="1341"/>
                  </a:cubicBezTo>
                  <a:cubicBezTo>
                    <a:pt x="21139" y="1428"/>
                    <a:pt x="22648" y="1452"/>
                    <a:pt x="24120" y="1465"/>
                  </a:cubicBezTo>
                  <a:cubicBezTo>
                    <a:pt x="25542" y="1477"/>
                    <a:pt x="26891" y="1502"/>
                    <a:pt x="28078" y="1588"/>
                  </a:cubicBezTo>
                  <a:cubicBezTo>
                    <a:pt x="29463" y="1700"/>
                    <a:pt x="30366" y="1972"/>
                    <a:pt x="31319" y="2256"/>
                  </a:cubicBezTo>
                  <a:cubicBezTo>
                    <a:pt x="32135" y="2491"/>
                    <a:pt x="32964" y="2739"/>
                    <a:pt x="34126" y="2887"/>
                  </a:cubicBezTo>
                  <a:cubicBezTo>
                    <a:pt x="34498" y="2937"/>
                    <a:pt x="34881" y="2961"/>
                    <a:pt x="35277" y="2986"/>
                  </a:cubicBezTo>
                  <a:cubicBezTo>
                    <a:pt x="37899" y="3147"/>
                    <a:pt x="39730" y="4136"/>
                    <a:pt x="40299" y="5695"/>
                  </a:cubicBezTo>
                  <a:cubicBezTo>
                    <a:pt x="40360" y="5880"/>
                    <a:pt x="40360" y="6054"/>
                    <a:pt x="40262" y="6202"/>
                  </a:cubicBezTo>
                  <a:cubicBezTo>
                    <a:pt x="39952" y="6734"/>
                    <a:pt x="38616" y="6969"/>
                    <a:pt x="37021" y="7204"/>
                  </a:cubicBezTo>
                  <a:cubicBezTo>
                    <a:pt x="36749" y="7241"/>
                    <a:pt x="36464" y="7278"/>
                    <a:pt x="36167" y="7328"/>
                  </a:cubicBezTo>
                  <a:cubicBezTo>
                    <a:pt x="34992" y="7488"/>
                    <a:pt x="33669" y="7674"/>
                    <a:pt x="32358" y="7971"/>
                  </a:cubicBezTo>
                  <a:cubicBezTo>
                    <a:pt x="31220" y="8231"/>
                    <a:pt x="30342" y="8738"/>
                    <a:pt x="29426" y="9282"/>
                  </a:cubicBezTo>
                  <a:cubicBezTo>
                    <a:pt x="28202" y="9999"/>
                    <a:pt x="26940" y="10741"/>
                    <a:pt x="24936" y="10952"/>
                  </a:cubicBezTo>
                  <a:cubicBezTo>
                    <a:pt x="24639" y="10989"/>
                    <a:pt x="24330" y="11014"/>
                    <a:pt x="24009" y="11014"/>
                  </a:cubicBezTo>
                  <a:cubicBezTo>
                    <a:pt x="23427" y="11034"/>
                    <a:pt x="22791" y="11050"/>
                    <a:pt x="22135" y="11050"/>
                  </a:cubicBezTo>
                  <a:cubicBezTo>
                    <a:pt x="20768" y="11050"/>
                    <a:pt x="19308" y="10980"/>
                    <a:pt x="18047" y="10729"/>
                  </a:cubicBezTo>
                  <a:cubicBezTo>
                    <a:pt x="17490" y="10618"/>
                    <a:pt x="16971" y="10482"/>
                    <a:pt x="16463" y="10346"/>
                  </a:cubicBezTo>
                  <a:cubicBezTo>
                    <a:pt x="15635" y="10111"/>
                    <a:pt x="14843" y="9900"/>
                    <a:pt x="13829" y="9789"/>
                  </a:cubicBezTo>
                  <a:cubicBezTo>
                    <a:pt x="12122" y="9628"/>
                    <a:pt x="10699" y="9406"/>
                    <a:pt x="9326" y="9195"/>
                  </a:cubicBezTo>
                  <a:cubicBezTo>
                    <a:pt x="8659" y="9084"/>
                    <a:pt x="8028" y="8985"/>
                    <a:pt x="7385" y="8898"/>
                  </a:cubicBezTo>
                  <a:cubicBezTo>
                    <a:pt x="3229" y="8317"/>
                    <a:pt x="643" y="6907"/>
                    <a:pt x="297" y="5027"/>
                  </a:cubicBezTo>
                  <a:cubicBezTo>
                    <a:pt x="37" y="3592"/>
                    <a:pt x="1126" y="2924"/>
                    <a:pt x="2833" y="2083"/>
                  </a:cubicBezTo>
                  <a:cubicBezTo>
                    <a:pt x="2994" y="2009"/>
                    <a:pt x="3167" y="1922"/>
                    <a:pt x="3352" y="1823"/>
                  </a:cubicBezTo>
                  <a:cubicBezTo>
                    <a:pt x="4614" y="1180"/>
                    <a:pt x="6333" y="302"/>
                    <a:pt x="8102" y="116"/>
                  </a:cubicBezTo>
                  <a:cubicBezTo>
                    <a:pt x="8597" y="67"/>
                    <a:pt x="9079" y="42"/>
                    <a:pt x="9537" y="42"/>
                  </a:cubicBezTo>
                  <a:close/>
                  <a:moveTo>
                    <a:pt x="9501" y="1"/>
                  </a:moveTo>
                  <a:cubicBezTo>
                    <a:pt x="9052" y="1"/>
                    <a:pt x="8589" y="26"/>
                    <a:pt x="8102" y="79"/>
                  </a:cubicBezTo>
                  <a:cubicBezTo>
                    <a:pt x="6321" y="265"/>
                    <a:pt x="4602" y="1143"/>
                    <a:pt x="3340" y="1786"/>
                  </a:cubicBezTo>
                  <a:cubicBezTo>
                    <a:pt x="3154" y="1885"/>
                    <a:pt x="2969" y="1972"/>
                    <a:pt x="2808" y="2058"/>
                  </a:cubicBezTo>
                  <a:cubicBezTo>
                    <a:pt x="1101" y="2899"/>
                    <a:pt x="0" y="3567"/>
                    <a:pt x="260" y="5039"/>
                  </a:cubicBezTo>
                  <a:cubicBezTo>
                    <a:pt x="606" y="6932"/>
                    <a:pt x="3204" y="8354"/>
                    <a:pt x="7385" y="8936"/>
                  </a:cubicBezTo>
                  <a:cubicBezTo>
                    <a:pt x="8028" y="9022"/>
                    <a:pt x="8659" y="9121"/>
                    <a:pt x="9326" y="9232"/>
                  </a:cubicBezTo>
                  <a:cubicBezTo>
                    <a:pt x="10699" y="9443"/>
                    <a:pt x="12122" y="9665"/>
                    <a:pt x="13829" y="9838"/>
                  </a:cubicBezTo>
                  <a:cubicBezTo>
                    <a:pt x="14831" y="9937"/>
                    <a:pt x="15622" y="10148"/>
                    <a:pt x="16451" y="10383"/>
                  </a:cubicBezTo>
                  <a:cubicBezTo>
                    <a:pt x="16958" y="10519"/>
                    <a:pt x="17478" y="10655"/>
                    <a:pt x="18047" y="10766"/>
                  </a:cubicBezTo>
                  <a:cubicBezTo>
                    <a:pt x="19308" y="11026"/>
                    <a:pt x="20780" y="11088"/>
                    <a:pt x="22153" y="11088"/>
                  </a:cubicBezTo>
                  <a:cubicBezTo>
                    <a:pt x="22796" y="11088"/>
                    <a:pt x="23427" y="11075"/>
                    <a:pt x="24009" y="11063"/>
                  </a:cubicBezTo>
                  <a:cubicBezTo>
                    <a:pt x="24330" y="11051"/>
                    <a:pt x="24639" y="11026"/>
                    <a:pt x="24936" y="10989"/>
                  </a:cubicBezTo>
                  <a:cubicBezTo>
                    <a:pt x="26940" y="10779"/>
                    <a:pt x="28214" y="10036"/>
                    <a:pt x="29439" y="9319"/>
                  </a:cubicBezTo>
                  <a:cubicBezTo>
                    <a:pt x="30366" y="8775"/>
                    <a:pt x="31232" y="8268"/>
                    <a:pt x="32370" y="8008"/>
                  </a:cubicBezTo>
                  <a:cubicBezTo>
                    <a:pt x="33669" y="7711"/>
                    <a:pt x="35005" y="7525"/>
                    <a:pt x="36180" y="7365"/>
                  </a:cubicBezTo>
                  <a:cubicBezTo>
                    <a:pt x="36464" y="7315"/>
                    <a:pt x="36761" y="7278"/>
                    <a:pt x="37033" y="7241"/>
                  </a:cubicBezTo>
                  <a:cubicBezTo>
                    <a:pt x="38678" y="7006"/>
                    <a:pt x="39965" y="6771"/>
                    <a:pt x="40299" y="6227"/>
                  </a:cubicBezTo>
                  <a:cubicBezTo>
                    <a:pt x="40385" y="6066"/>
                    <a:pt x="40398" y="5880"/>
                    <a:pt x="40323" y="5670"/>
                  </a:cubicBezTo>
                  <a:cubicBezTo>
                    <a:pt x="39754" y="4099"/>
                    <a:pt x="37911" y="3110"/>
                    <a:pt x="35277" y="2949"/>
                  </a:cubicBezTo>
                  <a:cubicBezTo>
                    <a:pt x="34881" y="2924"/>
                    <a:pt x="34498" y="2899"/>
                    <a:pt x="34139" y="2850"/>
                  </a:cubicBezTo>
                  <a:cubicBezTo>
                    <a:pt x="32976" y="2702"/>
                    <a:pt x="32135" y="2454"/>
                    <a:pt x="31331" y="2219"/>
                  </a:cubicBezTo>
                  <a:cubicBezTo>
                    <a:pt x="30366" y="1922"/>
                    <a:pt x="29463" y="1663"/>
                    <a:pt x="28078" y="1551"/>
                  </a:cubicBezTo>
                  <a:cubicBezTo>
                    <a:pt x="26891" y="1452"/>
                    <a:pt x="25542" y="1440"/>
                    <a:pt x="24120" y="1428"/>
                  </a:cubicBezTo>
                  <a:cubicBezTo>
                    <a:pt x="22648" y="1415"/>
                    <a:pt x="21139" y="1390"/>
                    <a:pt x="19556" y="1291"/>
                  </a:cubicBezTo>
                  <a:cubicBezTo>
                    <a:pt x="17255" y="1155"/>
                    <a:pt x="15424" y="821"/>
                    <a:pt x="13816" y="537"/>
                  </a:cubicBezTo>
                  <a:cubicBezTo>
                    <a:pt x="12604" y="314"/>
                    <a:pt x="11454" y="104"/>
                    <a:pt x="10328" y="30"/>
                  </a:cubicBezTo>
                  <a:cubicBezTo>
                    <a:pt x="10057" y="11"/>
                    <a:pt x="9782" y="1"/>
                    <a:pt x="9501"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8"/>
            <p:cNvSpPr/>
            <p:nvPr/>
          </p:nvSpPr>
          <p:spPr>
            <a:xfrm>
              <a:off x="4387480" y="1394704"/>
              <a:ext cx="1244384" cy="313741"/>
            </a:xfrm>
            <a:custGeom>
              <a:avLst/>
              <a:gdLst/>
              <a:ahLst/>
              <a:cxnLst/>
              <a:rect l="l" t="t" r="r" b="b"/>
              <a:pathLst>
                <a:path w="30231" h="7622" extrusionOk="0">
                  <a:moveTo>
                    <a:pt x="6433" y="39"/>
                  </a:moveTo>
                  <a:cubicBezTo>
                    <a:pt x="6680" y="39"/>
                    <a:pt x="6928" y="52"/>
                    <a:pt x="7163" y="64"/>
                  </a:cubicBezTo>
                  <a:cubicBezTo>
                    <a:pt x="8028" y="126"/>
                    <a:pt x="9018" y="299"/>
                    <a:pt x="10168" y="497"/>
                  </a:cubicBezTo>
                  <a:cubicBezTo>
                    <a:pt x="11343" y="707"/>
                    <a:pt x="12654" y="942"/>
                    <a:pt x="14040" y="1078"/>
                  </a:cubicBezTo>
                  <a:cubicBezTo>
                    <a:pt x="16551" y="1326"/>
                    <a:pt x="18703" y="1524"/>
                    <a:pt x="20435" y="1660"/>
                  </a:cubicBezTo>
                  <a:cubicBezTo>
                    <a:pt x="21362" y="1734"/>
                    <a:pt x="22080" y="1858"/>
                    <a:pt x="22785" y="1981"/>
                  </a:cubicBezTo>
                  <a:cubicBezTo>
                    <a:pt x="23502" y="2117"/>
                    <a:pt x="24182" y="2241"/>
                    <a:pt x="25061" y="2290"/>
                  </a:cubicBezTo>
                  <a:cubicBezTo>
                    <a:pt x="25320" y="2303"/>
                    <a:pt x="25580" y="2315"/>
                    <a:pt x="25852" y="2315"/>
                  </a:cubicBezTo>
                  <a:lnTo>
                    <a:pt x="25926" y="2315"/>
                  </a:lnTo>
                  <a:cubicBezTo>
                    <a:pt x="28079" y="2328"/>
                    <a:pt x="29464" y="2785"/>
                    <a:pt x="30058" y="3676"/>
                  </a:cubicBezTo>
                  <a:cubicBezTo>
                    <a:pt x="30169" y="3849"/>
                    <a:pt x="30194" y="3997"/>
                    <a:pt x="30144" y="4121"/>
                  </a:cubicBezTo>
                  <a:cubicBezTo>
                    <a:pt x="30021" y="4443"/>
                    <a:pt x="29427" y="4653"/>
                    <a:pt x="28573" y="4863"/>
                  </a:cubicBezTo>
                  <a:cubicBezTo>
                    <a:pt x="28239" y="4950"/>
                    <a:pt x="27844" y="5036"/>
                    <a:pt x="27435" y="5123"/>
                  </a:cubicBezTo>
                  <a:cubicBezTo>
                    <a:pt x="26916" y="5247"/>
                    <a:pt x="26335" y="5370"/>
                    <a:pt x="25741" y="5531"/>
                  </a:cubicBezTo>
                  <a:cubicBezTo>
                    <a:pt x="25048" y="5704"/>
                    <a:pt x="24393" y="5976"/>
                    <a:pt x="23712" y="6261"/>
                  </a:cubicBezTo>
                  <a:cubicBezTo>
                    <a:pt x="22500" y="6768"/>
                    <a:pt x="21251" y="7288"/>
                    <a:pt x="19482" y="7461"/>
                  </a:cubicBezTo>
                  <a:cubicBezTo>
                    <a:pt x="19235" y="7485"/>
                    <a:pt x="18987" y="7510"/>
                    <a:pt x="18740" y="7523"/>
                  </a:cubicBezTo>
                  <a:cubicBezTo>
                    <a:pt x="17939" y="7562"/>
                    <a:pt x="17204" y="7582"/>
                    <a:pt x="16530" y="7582"/>
                  </a:cubicBezTo>
                  <a:cubicBezTo>
                    <a:pt x="15519" y="7582"/>
                    <a:pt x="14643" y="7537"/>
                    <a:pt x="13879" y="7448"/>
                  </a:cubicBezTo>
                  <a:cubicBezTo>
                    <a:pt x="13347" y="7386"/>
                    <a:pt x="12852" y="7300"/>
                    <a:pt x="12370" y="7213"/>
                  </a:cubicBezTo>
                  <a:cubicBezTo>
                    <a:pt x="11752" y="7114"/>
                    <a:pt x="11108" y="7003"/>
                    <a:pt x="10403" y="6941"/>
                  </a:cubicBezTo>
                  <a:cubicBezTo>
                    <a:pt x="8127" y="6743"/>
                    <a:pt x="6420" y="6397"/>
                    <a:pt x="5184" y="6125"/>
                  </a:cubicBezTo>
                  <a:cubicBezTo>
                    <a:pt x="2487" y="5531"/>
                    <a:pt x="780" y="4566"/>
                    <a:pt x="384" y="3416"/>
                  </a:cubicBezTo>
                  <a:cubicBezTo>
                    <a:pt x="50" y="2427"/>
                    <a:pt x="681" y="1944"/>
                    <a:pt x="1547" y="1412"/>
                  </a:cubicBezTo>
                  <a:cubicBezTo>
                    <a:pt x="2128" y="1054"/>
                    <a:pt x="3675" y="225"/>
                    <a:pt x="5505" y="76"/>
                  </a:cubicBezTo>
                  <a:cubicBezTo>
                    <a:pt x="5827" y="52"/>
                    <a:pt x="6136" y="39"/>
                    <a:pt x="6433" y="39"/>
                  </a:cubicBezTo>
                  <a:close/>
                  <a:moveTo>
                    <a:pt x="6412" y="0"/>
                  </a:moveTo>
                  <a:cubicBezTo>
                    <a:pt x="6118" y="0"/>
                    <a:pt x="5817" y="13"/>
                    <a:pt x="5505" y="39"/>
                  </a:cubicBezTo>
                  <a:cubicBezTo>
                    <a:pt x="3662" y="188"/>
                    <a:pt x="2116" y="1029"/>
                    <a:pt x="1535" y="1375"/>
                  </a:cubicBezTo>
                  <a:cubicBezTo>
                    <a:pt x="681" y="1895"/>
                    <a:pt x="1" y="2414"/>
                    <a:pt x="347" y="3428"/>
                  </a:cubicBezTo>
                  <a:cubicBezTo>
                    <a:pt x="755" y="4591"/>
                    <a:pt x="2462" y="5568"/>
                    <a:pt x="5171" y="6162"/>
                  </a:cubicBezTo>
                  <a:cubicBezTo>
                    <a:pt x="6408" y="6434"/>
                    <a:pt x="8115" y="6780"/>
                    <a:pt x="10391" y="6978"/>
                  </a:cubicBezTo>
                  <a:cubicBezTo>
                    <a:pt x="11096" y="7040"/>
                    <a:pt x="11739" y="7151"/>
                    <a:pt x="12370" y="7250"/>
                  </a:cubicBezTo>
                  <a:cubicBezTo>
                    <a:pt x="12852" y="7337"/>
                    <a:pt x="13347" y="7424"/>
                    <a:pt x="13879" y="7485"/>
                  </a:cubicBezTo>
                  <a:cubicBezTo>
                    <a:pt x="14634" y="7572"/>
                    <a:pt x="15487" y="7622"/>
                    <a:pt x="16489" y="7622"/>
                  </a:cubicBezTo>
                  <a:cubicBezTo>
                    <a:pt x="17169" y="7622"/>
                    <a:pt x="17924" y="7597"/>
                    <a:pt x="18740" y="7560"/>
                  </a:cubicBezTo>
                  <a:cubicBezTo>
                    <a:pt x="18987" y="7547"/>
                    <a:pt x="19247" y="7523"/>
                    <a:pt x="19482" y="7498"/>
                  </a:cubicBezTo>
                  <a:cubicBezTo>
                    <a:pt x="21263" y="7325"/>
                    <a:pt x="22574" y="6780"/>
                    <a:pt x="23725" y="6298"/>
                  </a:cubicBezTo>
                  <a:cubicBezTo>
                    <a:pt x="24405" y="6014"/>
                    <a:pt x="25061" y="5741"/>
                    <a:pt x="25753" y="5568"/>
                  </a:cubicBezTo>
                  <a:cubicBezTo>
                    <a:pt x="26335" y="5407"/>
                    <a:pt x="26928" y="5284"/>
                    <a:pt x="27448" y="5160"/>
                  </a:cubicBezTo>
                  <a:cubicBezTo>
                    <a:pt x="27856" y="5073"/>
                    <a:pt x="28239" y="4987"/>
                    <a:pt x="28586" y="4900"/>
                  </a:cubicBezTo>
                  <a:cubicBezTo>
                    <a:pt x="29452" y="4690"/>
                    <a:pt x="30045" y="4467"/>
                    <a:pt x="30181" y="4133"/>
                  </a:cubicBezTo>
                  <a:cubicBezTo>
                    <a:pt x="30231" y="3997"/>
                    <a:pt x="30206" y="3837"/>
                    <a:pt x="30082" y="3651"/>
                  </a:cubicBezTo>
                  <a:cubicBezTo>
                    <a:pt x="29489" y="2748"/>
                    <a:pt x="28091" y="2290"/>
                    <a:pt x="25926" y="2266"/>
                  </a:cubicBezTo>
                  <a:lnTo>
                    <a:pt x="25852" y="2266"/>
                  </a:lnTo>
                  <a:cubicBezTo>
                    <a:pt x="25580" y="2266"/>
                    <a:pt x="25320" y="2266"/>
                    <a:pt x="25061" y="2253"/>
                  </a:cubicBezTo>
                  <a:cubicBezTo>
                    <a:pt x="24195" y="2204"/>
                    <a:pt x="23514" y="2080"/>
                    <a:pt x="22785" y="1944"/>
                  </a:cubicBezTo>
                  <a:cubicBezTo>
                    <a:pt x="22092" y="1820"/>
                    <a:pt x="21375" y="1684"/>
                    <a:pt x="20435" y="1610"/>
                  </a:cubicBezTo>
                  <a:cubicBezTo>
                    <a:pt x="18703" y="1474"/>
                    <a:pt x="16563" y="1276"/>
                    <a:pt x="14052" y="1029"/>
                  </a:cubicBezTo>
                  <a:cubicBezTo>
                    <a:pt x="12667" y="893"/>
                    <a:pt x="11343" y="670"/>
                    <a:pt x="10181" y="460"/>
                  </a:cubicBezTo>
                  <a:cubicBezTo>
                    <a:pt x="9030" y="262"/>
                    <a:pt x="8041" y="89"/>
                    <a:pt x="7163" y="27"/>
                  </a:cubicBezTo>
                  <a:cubicBezTo>
                    <a:pt x="6916" y="10"/>
                    <a:pt x="6666" y="0"/>
                    <a:pt x="6412"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8"/>
            <p:cNvSpPr/>
            <p:nvPr/>
          </p:nvSpPr>
          <p:spPr>
            <a:xfrm>
              <a:off x="4593210" y="1462087"/>
              <a:ext cx="839592" cy="173047"/>
            </a:xfrm>
            <a:custGeom>
              <a:avLst/>
              <a:gdLst/>
              <a:ahLst/>
              <a:cxnLst/>
              <a:rect l="l" t="t" r="r" b="b"/>
              <a:pathLst>
                <a:path w="20397" h="4204" extrusionOk="0">
                  <a:moveTo>
                    <a:pt x="3241" y="35"/>
                  </a:moveTo>
                  <a:cubicBezTo>
                    <a:pt x="3513" y="35"/>
                    <a:pt x="3797" y="47"/>
                    <a:pt x="4082" y="72"/>
                  </a:cubicBezTo>
                  <a:cubicBezTo>
                    <a:pt x="4577" y="109"/>
                    <a:pt x="7125" y="307"/>
                    <a:pt x="8609" y="814"/>
                  </a:cubicBezTo>
                  <a:cubicBezTo>
                    <a:pt x="10819" y="1574"/>
                    <a:pt x="12698" y="1779"/>
                    <a:pt x="14246" y="1779"/>
                  </a:cubicBezTo>
                  <a:cubicBezTo>
                    <a:pt x="14915" y="1779"/>
                    <a:pt x="15522" y="1741"/>
                    <a:pt x="16067" y="1692"/>
                  </a:cubicBezTo>
                  <a:cubicBezTo>
                    <a:pt x="16513" y="1655"/>
                    <a:pt x="16933" y="1606"/>
                    <a:pt x="17304" y="1569"/>
                  </a:cubicBezTo>
                  <a:cubicBezTo>
                    <a:pt x="17904" y="1495"/>
                    <a:pt x="18424" y="1433"/>
                    <a:pt x="18858" y="1433"/>
                  </a:cubicBezTo>
                  <a:cubicBezTo>
                    <a:pt x="19293" y="1433"/>
                    <a:pt x="19642" y="1495"/>
                    <a:pt x="19902" y="1668"/>
                  </a:cubicBezTo>
                  <a:cubicBezTo>
                    <a:pt x="20211" y="1878"/>
                    <a:pt x="20359" y="2088"/>
                    <a:pt x="20335" y="2286"/>
                  </a:cubicBezTo>
                  <a:cubicBezTo>
                    <a:pt x="20298" y="2571"/>
                    <a:pt x="19914" y="2830"/>
                    <a:pt x="19197" y="3090"/>
                  </a:cubicBezTo>
                  <a:cubicBezTo>
                    <a:pt x="18121" y="3461"/>
                    <a:pt x="16315" y="3783"/>
                    <a:pt x="14125" y="3968"/>
                  </a:cubicBezTo>
                  <a:cubicBezTo>
                    <a:pt x="12536" y="4108"/>
                    <a:pt x="11043" y="4169"/>
                    <a:pt x="9693" y="4169"/>
                  </a:cubicBezTo>
                  <a:cubicBezTo>
                    <a:pt x="6484" y="4169"/>
                    <a:pt x="4077" y="3824"/>
                    <a:pt x="3068" y="3362"/>
                  </a:cubicBezTo>
                  <a:cubicBezTo>
                    <a:pt x="1843" y="2793"/>
                    <a:pt x="1002" y="2261"/>
                    <a:pt x="557" y="1791"/>
                  </a:cubicBezTo>
                  <a:cubicBezTo>
                    <a:pt x="173" y="1383"/>
                    <a:pt x="111" y="1025"/>
                    <a:pt x="371" y="728"/>
                  </a:cubicBezTo>
                  <a:cubicBezTo>
                    <a:pt x="742" y="295"/>
                    <a:pt x="1855" y="35"/>
                    <a:pt x="3241" y="35"/>
                  </a:cubicBezTo>
                  <a:close/>
                  <a:moveTo>
                    <a:pt x="3190" y="0"/>
                  </a:moveTo>
                  <a:cubicBezTo>
                    <a:pt x="1799" y="0"/>
                    <a:pt x="723" y="263"/>
                    <a:pt x="334" y="703"/>
                  </a:cubicBezTo>
                  <a:cubicBezTo>
                    <a:pt x="0" y="1099"/>
                    <a:pt x="260" y="1532"/>
                    <a:pt x="532" y="1816"/>
                  </a:cubicBezTo>
                  <a:cubicBezTo>
                    <a:pt x="977" y="2299"/>
                    <a:pt x="1818" y="2830"/>
                    <a:pt x="3055" y="3387"/>
                  </a:cubicBezTo>
                  <a:cubicBezTo>
                    <a:pt x="3921" y="3795"/>
                    <a:pt x="5529" y="4055"/>
                    <a:pt x="7718" y="4154"/>
                  </a:cubicBezTo>
                  <a:cubicBezTo>
                    <a:pt x="8349" y="4191"/>
                    <a:pt x="9029" y="4203"/>
                    <a:pt x="9710" y="4203"/>
                  </a:cubicBezTo>
                  <a:cubicBezTo>
                    <a:pt x="11157" y="4203"/>
                    <a:pt x="12666" y="4142"/>
                    <a:pt x="14125" y="4005"/>
                  </a:cubicBezTo>
                  <a:cubicBezTo>
                    <a:pt x="16327" y="3820"/>
                    <a:pt x="18133" y="3498"/>
                    <a:pt x="19209" y="3127"/>
                  </a:cubicBezTo>
                  <a:cubicBezTo>
                    <a:pt x="19939" y="2868"/>
                    <a:pt x="20335" y="2583"/>
                    <a:pt x="20372" y="2286"/>
                  </a:cubicBezTo>
                  <a:cubicBezTo>
                    <a:pt x="20397" y="2076"/>
                    <a:pt x="20248" y="1853"/>
                    <a:pt x="19914" y="1643"/>
                  </a:cubicBezTo>
                  <a:lnTo>
                    <a:pt x="19927" y="1643"/>
                  </a:lnTo>
                  <a:cubicBezTo>
                    <a:pt x="19661" y="1464"/>
                    <a:pt x="19308" y="1402"/>
                    <a:pt x="18871" y="1402"/>
                  </a:cubicBezTo>
                  <a:cubicBezTo>
                    <a:pt x="18433" y="1402"/>
                    <a:pt x="17910" y="1464"/>
                    <a:pt x="17304" y="1532"/>
                  </a:cubicBezTo>
                  <a:cubicBezTo>
                    <a:pt x="16933" y="1569"/>
                    <a:pt x="16513" y="1618"/>
                    <a:pt x="16067" y="1655"/>
                  </a:cubicBezTo>
                  <a:cubicBezTo>
                    <a:pt x="15522" y="1704"/>
                    <a:pt x="14916" y="1742"/>
                    <a:pt x="14248" y="1742"/>
                  </a:cubicBezTo>
                  <a:cubicBezTo>
                    <a:pt x="12705" y="1742"/>
                    <a:pt x="10832" y="1537"/>
                    <a:pt x="8621" y="777"/>
                  </a:cubicBezTo>
                  <a:cubicBezTo>
                    <a:pt x="7137" y="270"/>
                    <a:pt x="4589" y="72"/>
                    <a:pt x="4094" y="35"/>
                  </a:cubicBezTo>
                  <a:cubicBezTo>
                    <a:pt x="3781" y="12"/>
                    <a:pt x="3479" y="0"/>
                    <a:pt x="3190"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947"/>
        <p:cNvGrpSpPr/>
        <p:nvPr/>
      </p:nvGrpSpPr>
      <p:grpSpPr>
        <a:xfrm>
          <a:off x="0" y="0"/>
          <a:ext cx="0" cy="0"/>
          <a:chOff x="0" y="0"/>
          <a:chExt cx="0" cy="0"/>
        </a:xfrm>
      </p:grpSpPr>
      <p:sp>
        <p:nvSpPr>
          <p:cNvPr id="948" name="Google Shape;948;p59"/>
          <p:cNvSpPr txBox="1">
            <a:spLocks noGrp="1"/>
          </p:cNvSpPr>
          <p:nvPr>
            <p:ph type="title"/>
          </p:nvPr>
        </p:nvSpPr>
        <p:spPr>
          <a:xfrm>
            <a:off x="720000" y="463800"/>
            <a:ext cx="7704000" cy="59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949" name="Google Shape;949;p59"/>
          <p:cNvSpPr txBox="1">
            <a:spLocks noGrp="1"/>
          </p:cNvSpPr>
          <p:nvPr>
            <p:ph type="body" idx="1"/>
          </p:nvPr>
        </p:nvSpPr>
        <p:spPr>
          <a:xfrm>
            <a:off x="720000" y="1401575"/>
            <a:ext cx="3666900" cy="3207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Get them for free at our other websites.</a:t>
            </a:r>
            <a:endParaRPr/>
          </a:p>
          <a:p>
            <a:pPr marL="0" lvl="0" indent="0" algn="l" rtl="0">
              <a:spcBef>
                <a:spcPts val="1000"/>
              </a:spcBef>
              <a:spcAft>
                <a:spcPts val="0"/>
              </a:spcAft>
              <a:buNone/>
            </a:pPr>
            <a:r>
              <a:rPr lang="en" sz="1900">
                <a:latin typeface="Outfit Black"/>
                <a:ea typeface="Outfit Black"/>
                <a:cs typeface="Outfit Black"/>
                <a:sym typeface="Outfit Black"/>
              </a:rPr>
              <a:t>VECTORS</a:t>
            </a:r>
            <a:endParaRPr sz="1900">
              <a:latin typeface="Outfit Black"/>
              <a:ea typeface="Outfit Black"/>
              <a:cs typeface="Outfit Black"/>
              <a:sym typeface="Outfit Black"/>
            </a:endParaRPr>
          </a:p>
          <a:p>
            <a:pPr marL="457200" lvl="0" indent="-317500" algn="l" rtl="0">
              <a:spcBef>
                <a:spcPts val="1000"/>
              </a:spcBef>
              <a:spcAft>
                <a:spcPts val="0"/>
              </a:spcAft>
              <a:buSzPts val="1400"/>
              <a:buChar char="●"/>
            </a:pPr>
            <a:r>
              <a:rPr lang="en">
                <a:solidFill>
                  <a:schemeClr val="hlink"/>
                </a:solidFill>
                <a:uFill>
                  <a:noFill/>
                </a:uFill>
                <a:hlinkClick r:id="rId3"/>
              </a:rPr>
              <a:t>Topographic lines background</a:t>
            </a:r>
            <a:endParaRPr/>
          </a:p>
          <a:p>
            <a:pPr marL="0" lvl="0" indent="0" algn="l" rtl="0">
              <a:spcBef>
                <a:spcPts val="1000"/>
              </a:spcBef>
              <a:spcAft>
                <a:spcPts val="0"/>
              </a:spcAft>
              <a:buNone/>
            </a:pPr>
            <a:r>
              <a:rPr lang="en" sz="1900">
                <a:latin typeface="Outfit Black"/>
                <a:ea typeface="Outfit Black"/>
                <a:cs typeface="Outfit Black"/>
                <a:sym typeface="Outfit Black"/>
              </a:rPr>
              <a:t>PHOTOS</a:t>
            </a:r>
            <a:endParaRPr sz="1900">
              <a:latin typeface="Outfit Black"/>
              <a:ea typeface="Outfit Black"/>
              <a:cs typeface="Outfit Black"/>
              <a:sym typeface="Outfit Black"/>
            </a:endParaRPr>
          </a:p>
          <a:p>
            <a:pPr marL="457200" lvl="0" indent="-317500" algn="l" rtl="0">
              <a:spcBef>
                <a:spcPts val="1000"/>
              </a:spcBef>
              <a:spcAft>
                <a:spcPts val="0"/>
              </a:spcAft>
              <a:buSzPts val="1400"/>
              <a:buChar char="●"/>
            </a:pPr>
            <a:r>
              <a:rPr lang="en">
                <a:solidFill>
                  <a:schemeClr val="hlink"/>
                </a:solidFill>
                <a:uFill>
                  <a:noFill/>
                </a:uFill>
                <a:hlinkClick r:id="rId4"/>
              </a:rPr>
              <a:t>Beautiful middle aged woman portrait</a:t>
            </a:r>
            <a:endParaRPr/>
          </a:p>
          <a:p>
            <a:pPr marL="457200" lvl="0" indent="-317500" algn="l" rtl="0">
              <a:spcBef>
                <a:spcPts val="0"/>
              </a:spcBef>
              <a:spcAft>
                <a:spcPts val="0"/>
              </a:spcAft>
              <a:buSzPts val="1400"/>
              <a:buChar char="●"/>
            </a:pPr>
            <a:r>
              <a:rPr lang="en">
                <a:solidFill>
                  <a:schemeClr val="hlink"/>
                </a:solidFill>
                <a:uFill>
                  <a:noFill/>
                </a:uFill>
                <a:hlinkClick r:id="rId5"/>
              </a:rPr>
              <a:t>Portrait young male</a:t>
            </a:r>
            <a:endParaRPr/>
          </a:p>
        </p:txBody>
      </p:sp>
      <p:sp>
        <p:nvSpPr>
          <p:cNvPr id="950" name="Google Shape;950;p59"/>
          <p:cNvSpPr txBox="1">
            <a:spLocks noGrp="1"/>
          </p:cNvSpPr>
          <p:nvPr>
            <p:ph type="body" idx="2"/>
          </p:nvPr>
        </p:nvSpPr>
        <p:spPr>
          <a:xfrm>
            <a:off x="4757100" y="1401625"/>
            <a:ext cx="3666900" cy="32070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solidFill>
                  <a:schemeClr val="hlink"/>
                </a:solidFill>
                <a:uFill>
                  <a:noFill/>
                </a:uFill>
                <a:hlinkClick r:id="rId6"/>
              </a:rPr>
              <a:t>Black woman with blank shirt full shot</a:t>
            </a:r>
            <a:endParaRPr/>
          </a:p>
          <a:p>
            <a:pPr marL="457200" lvl="0" indent="-317500" algn="l" rtl="0">
              <a:spcBef>
                <a:spcPts val="0"/>
              </a:spcBef>
              <a:spcAft>
                <a:spcPts val="0"/>
              </a:spcAft>
              <a:buSzPts val="1400"/>
              <a:buChar char="●"/>
            </a:pPr>
            <a:r>
              <a:rPr lang="en">
                <a:solidFill>
                  <a:schemeClr val="hlink"/>
                </a:solidFill>
                <a:uFill>
                  <a:noFill/>
                </a:uFill>
                <a:hlinkClick r:id="rId7"/>
              </a:rPr>
              <a:t>People meeting at community center</a:t>
            </a:r>
            <a:endParaRPr/>
          </a:p>
          <a:p>
            <a:pPr marL="457200" lvl="0" indent="-317500" algn="l" rtl="0">
              <a:spcBef>
                <a:spcPts val="0"/>
              </a:spcBef>
              <a:spcAft>
                <a:spcPts val="0"/>
              </a:spcAft>
              <a:buSzPts val="1400"/>
              <a:buChar char="●"/>
            </a:pPr>
            <a:r>
              <a:rPr lang="en">
                <a:solidFill>
                  <a:schemeClr val="hlink"/>
                </a:solidFill>
                <a:uFill>
                  <a:noFill/>
                </a:uFill>
                <a:hlinkClick r:id="rId8"/>
              </a:rPr>
              <a:t>Medium shot smiley man posing</a:t>
            </a:r>
            <a:endParaRPr/>
          </a:p>
          <a:p>
            <a:pPr marL="457200" lvl="0" indent="-317500" algn="l" rtl="0">
              <a:spcBef>
                <a:spcPts val="0"/>
              </a:spcBef>
              <a:spcAft>
                <a:spcPts val="0"/>
              </a:spcAft>
              <a:buSzPts val="1400"/>
              <a:buChar char="●"/>
            </a:pPr>
            <a:r>
              <a:rPr lang="en">
                <a:solidFill>
                  <a:schemeClr val="hlink"/>
                </a:solidFill>
                <a:uFill>
                  <a:noFill/>
                </a:uFill>
                <a:hlinkClick r:id="rId9"/>
              </a:rPr>
              <a:t>Close up smiley woman posing</a:t>
            </a:r>
            <a:endParaRPr/>
          </a:p>
          <a:p>
            <a:pPr marL="457200" lvl="0" indent="-317500" algn="l" rtl="0">
              <a:spcBef>
                <a:spcPts val="0"/>
              </a:spcBef>
              <a:spcAft>
                <a:spcPts val="0"/>
              </a:spcAft>
              <a:buSzPts val="1400"/>
              <a:buChar char="●"/>
            </a:pPr>
            <a:r>
              <a:rPr lang="en">
                <a:solidFill>
                  <a:schemeClr val="hlink"/>
                </a:solidFill>
                <a:uFill>
                  <a:noFill/>
                </a:uFill>
                <a:hlinkClick r:id="rId10"/>
              </a:rPr>
              <a:t>Portrait of afro american man</a:t>
            </a:r>
            <a:endParaRPr/>
          </a:p>
          <a:p>
            <a:pPr marL="457200" lvl="0" indent="-317500" algn="l" rtl="0">
              <a:spcBef>
                <a:spcPts val="0"/>
              </a:spcBef>
              <a:spcAft>
                <a:spcPts val="0"/>
              </a:spcAft>
              <a:buSzPts val="1400"/>
              <a:buChar char="●"/>
            </a:pPr>
            <a:r>
              <a:rPr lang="en">
                <a:solidFill>
                  <a:schemeClr val="hlink"/>
                </a:solidFill>
                <a:uFill>
                  <a:noFill/>
                </a:uFill>
                <a:hlinkClick r:id="rId11"/>
              </a:rPr>
              <a:t>Female standing with arms crossed</a:t>
            </a:r>
            <a:endParaRPr/>
          </a:p>
        </p:txBody>
      </p:sp>
      <p:cxnSp>
        <p:nvCxnSpPr>
          <p:cNvPr id="951" name="Google Shape;951;p59"/>
          <p:cNvCxnSpPr/>
          <p:nvPr/>
        </p:nvCxnSpPr>
        <p:spPr>
          <a:xfrm>
            <a:off x="825075" y="1095888"/>
            <a:ext cx="2045700" cy="0"/>
          </a:xfrm>
          <a:prstGeom prst="straightConnector1">
            <a:avLst/>
          </a:prstGeom>
          <a:noFill/>
          <a:ln w="19050" cap="rnd" cmpd="sng">
            <a:solidFill>
              <a:schemeClr val="accent1"/>
            </a:solidFill>
            <a:prstDash val="solid"/>
            <a:round/>
            <a:headEnd type="none" w="med" len="med"/>
            <a:tailEnd type="none" w="med" len="med"/>
          </a:ln>
        </p:spPr>
      </p:cxn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5"/>
        <p:cNvGrpSpPr/>
        <p:nvPr/>
      </p:nvGrpSpPr>
      <p:grpSpPr>
        <a:xfrm>
          <a:off x="0" y="0"/>
          <a:ext cx="0" cy="0"/>
          <a:chOff x="0" y="0"/>
          <a:chExt cx="0" cy="0"/>
        </a:xfrm>
      </p:grpSpPr>
      <p:sp>
        <p:nvSpPr>
          <p:cNvPr id="956" name="Google Shape;956;p60"/>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957" name="Google Shape;957;p60"/>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1"/>
        <p:cNvGrpSpPr/>
        <p:nvPr/>
      </p:nvGrpSpPr>
      <p:grpSpPr>
        <a:xfrm>
          <a:off x="0" y="0"/>
          <a:ext cx="0" cy="0"/>
          <a:chOff x="0" y="0"/>
          <a:chExt cx="0" cy="0"/>
        </a:xfrm>
      </p:grpSpPr>
      <p:sp>
        <p:nvSpPr>
          <p:cNvPr id="962" name="Google Shape;962;p61"/>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963" name="Google Shape;963;p6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7"/>
        <p:cNvGrpSpPr/>
        <p:nvPr/>
      </p:nvGrpSpPr>
      <p:grpSpPr>
        <a:xfrm>
          <a:off x="0" y="0"/>
          <a:ext cx="0" cy="0"/>
          <a:chOff x="0" y="0"/>
          <a:chExt cx="0" cy="0"/>
        </a:xfrm>
      </p:grpSpPr>
      <p:sp>
        <p:nvSpPr>
          <p:cNvPr id="968" name="Google Shape;968;p62"/>
          <p:cNvSpPr txBox="1">
            <a:spLocks noGrp="1"/>
          </p:cNvSpPr>
          <p:nvPr>
            <p:ph type="body" idx="4294967295"/>
          </p:nvPr>
        </p:nvSpPr>
        <p:spPr>
          <a:xfrm>
            <a:off x="716775" y="1188000"/>
            <a:ext cx="7710600" cy="1466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marL="0" lvl="0" indent="0" algn="ctr" rtl="0">
              <a:lnSpc>
                <a:spcPct val="100000"/>
              </a:lnSpc>
              <a:spcBef>
                <a:spcPts val="1000"/>
              </a:spcBef>
              <a:spcAft>
                <a:spcPts val="0"/>
              </a:spcAft>
              <a:buClr>
                <a:schemeClr val="dk1"/>
              </a:buClr>
              <a:buSzPts val="1100"/>
              <a:buFont typeface="Arial"/>
              <a:buNone/>
            </a:pPr>
            <a:r>
              <a:rPr lang="en" b="1">
                <a:solidFill>
                  <a:schemeClr val="lt1"/>
                </a:solidFill>
                <a:latin typeface="Arial"/>
                <a:ea typeface="Arial"/>
                <a:cs typeface="Arial"/>
                <a:sym typeface="Arial"/>
              </a:rPr>
              <a:t>Outfit</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https://fonts.google.com/specimen/Outfit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b="1">
                <a:solidFill>
                  <a:schemeClr val="lt1"/>
                </a:solidFill>
                <a:latin typeface="Arial"/>
                <a:ea typeface="Arial"/>
                <a:cs typeface="Arial"/>
                <a:sym typeface="Arial"/>
              </a:rPr>
              <a:t>Lato</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https://fonts.google.com/specimen/Lato</a:t>
            </a:r>
            <a:r>
              <a:rPr lang="en">
                <a:solidFill>
                  <a:schemeClr val="lt1"/>
                </a:solidFill>
                <a:latin typeface="Arial"/>
                <a:ea typeface="Arial"/>
                <a:cs typeface="Arial"/>
                <a:sym typeface="Arial"/>
              </a:rPr>
              <a:t>)</a:t>
            </a:r>
            <a:endParaRPr sz="1300">
              <a:solidFill>
                <a:schemeClr val="lt1"/>
              </a:solidFill>
              <a:latin typeface="Arial"/>
              <a:ea typeface="Arial"/>
              <a:cs typeface="Arial"/>
              <a:sym typeface="Arial"/>
            </a:endParaRPr>
          </a:p>
        </p:txBody>
      </p:sp>
      <p:sp>
        <p:nvSpPr>
          <p:cNvPr id="969" name="Google Shape;969;p62"/>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
        <p:nvSpPr>
          <p:cNvPr id="970" name="Google Shape;970;p62"/>
          <p:cNvSpPr/>
          <p:nvPr/>
        </p:nvSpPr>
        <p:spPr>
          <a:xfrm>
            <a:off x="2052650" y="2988225"/>
            <a:ext cx="791400" cy="754200"/>
          </a:xfrm>
          <a:prstGeom prst="roundRect">
            <a:avLst>
              <a:gd name="adj" fmla="val 16667"/>
            </a:avLst>
          </a:prstGeom>
          <a:solidFill>
            <a:srgbClr val="092E4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62"/>
          <p:cNvSpPr/>
          <p:nvPr/>
        </p:nvSpPr>
        <p:spPr>
          <a:xfrm>
            <a:off x="3114470"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62"/>
          <p:cNvSpPr/>
          <p:nvPr/>
        </p:nvSpPr>
        <p:spPr>
          <a:xfrm>
            <a:off x="4176289" y="2988225"/>
            <a:ext cx="791400" cy="754200"/>
          </a:xfrm>
          <a:prstGeom prst="roundRect">
            <a:avLst>
              <a:gd name="adj" fmla="val 16667"/>
            </a:avLst>
          </a:prstGeom>
          <a:solidFill>
            <a:srgbClr val="52A9D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62"/>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#092e4b</a:t>
            </a:r>
            <a:endParaRPr sz="1000">
              <a:solidFill>
                <a:srgbClr val="FFFFFF"/>
              </a:solidFill>
            </a:endParaRPr>
          </a:p>
        </p:txBody>
      </p:sp>
      <p:sp>
        <p:nvSpPr>
          <p:cNvPr id="974" name="Google Shape;974;p62"/>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#ffffff</a:t>
            </a:r>
            <a:endParaRPr sz="1000"/>
          </a:p>
        </p:txBody>
      </p:sp>
      <p:sp>
        <p:nvSpPr>
          <p:cNvPr id="975" name="Google Shape;975;p62"/>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#52a9d4</a:t>
            </a:r>
            <a:endParaRPr sz="1000">
              <a:solidFill>
                <a:srgbClr val="FFFFFF"/>
              </a:solidFill>
            </a:endParaRPr>
          </a:p>
        </p:txBody>
      </p:sp>
      <p:sp>
        <p:nvSpPr>
          <p:cNvPr id="976" name="Google Shape;976;p62"/>
          <p:cNvSpPr/>
          <p:nvPr/>
        </p:nvSpPr>
        <p:spPr>
          <a:xfrm>
            <a:off x="5238125" y="2988225"/>
            <a:ext cx="791400" cy="754200"/>
          </a:xfrm>
          <a:prstGeom prst="roundRect">
            <a:avLst>
              <a:gd name="adj" fmla="val 16667"/>
            </a:avLst>
          </a:prstGeom>
          <a:solidFill>
            <a:srgbClr val="06BB8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62"/>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#06bb8a</a:t>
            </a:r>
            <a:endParaRPr sz="1000">
              <a:solidFill>
                <a:srgbClr val="FFFFFF"/>
              </a:solidFill>
            </a:endParaRPr>
          </a:p>
        </p:txBody>
      </p:sp>
      <p:sp>
        <p:nvSpPr>
          <p:cNvPr id="978" name="Google Shape;978;p62"/>
          <p:cNvSpPr/>
          <p:nvPr/>
        </p:nvSpPr>
        <p:spPr>
          <a:xfrm>
            <a:off x="3645388" y="3919325"/>
            <a:ext cx="791400" cy="754200"/>
          </a:xfrm>
          <a:prstGeom prst="roundRect">
            <a:avLst>
              <a:gd name="adj" fmla="val 16667"/>
            </a:avLst>
          </a:prstGeom>
          <a:solidFill>
            <a:srgbClr val="CFCFC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62"/>
          <p:cNvSpPr/>
          <p:nvPr/>
        </p:nvSpPr>
        <p:spPr>
          <a:xfrm>
            <a:off x="4707207" y="3919325"/>
            <a:ext cx="791400" cy="754200"/>
          </a:xfrm>
          <a:prstGeom prst="roundRect">
            <a:avLst>
              <a:gd name="adj" fmla="val 16667"/>
            </a:avLst>
          </a:prstGeom>
          <a:solidFill>
            <a:srgbClr val="97979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62"/>
          <p:cNvSpPr txBox="1"/>
          <p:nvPr/>
        </p:nvSpPr>
        <p:spPr>
          <a:xfrm>
            <a:off x="3645388"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#cfcfcf</a:t>
            </a:r>
            <a:endParaRPr sz="1000"/>
          </a:p>
        </p:txBody>
      </p:sp>
      <p:sp>
        <p:nvSpPr>
          <p:cNvPr id="981" name="Google Shape;981;p62"/>
          <p:cNvSpPr txBox="1"/>
          <p:nvPr/>
        </p:nvSpPr>
        <p:spPr>
          <a:xfrm>
            <a:off x="4707213"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#979797</a:t>
            </a:r>
            <a:endParaRPr sz="1000">
              <a:solidFill>
                <a:srgbClr val="FFFFFF"/>
              </a:solidFill>
            </a:endParaRPr>
          </a:p>
        </p:txBody>
      </p:sp>
      <p:sp>
        <p:nvSpPr>
          <p:cNvPr id="982" name="Google Shape;982;p62"/>
          <p:cNvSpPr/>
          <p:nvPr/>
        </p:nvSpPr>
        <p:spPr>
          <a:xfrm>
            <a:off x="6299950" y="2988225"/>
            <a:ext cx="791400" cy="754200"/>
          </a:xfrm>
          <a:prstGeom prst="roundRect">
            <a:avLst>
              <a:gd name="adj" fmla="val 16667"/>
            </a:avLst>
          </a:prstGeom>
          <a:solidFill>
            <a:srgbClr val="577D9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62"/>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#577d90</a:t>
            </a:r>
            <a:endParaRPr sz="1000">
              <a:solidFill>
                <a:srgbClr val="FFFFF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7"/>
        <p:cNvGrpSpPr/>
        <p:nvPr/>
      </p:nvGrpSpPr>
      <p:grpSpPr>
        <a:xfrm>
          <a:off x="0" y="0"/>
          <a:ext cx="0" cy="0"/>
          <a:chOff x="0" y="0"/>
          <a:chExt cx="0" cy="0"/>
        </a:xfrm>
      </p:grpSpPr>
      <p:sp>
        <p:nvSpPr>
          <p:cNvPr id="988" name="Google Shape;988;p63"/>
          <p:cNvSpPr txBox="1"/>
          <p:nvPr/>
        </p:nvSpPr>
        <p:spPr>
          <a:xfrm>
            <a:off x="716700" y="1188000"/>
            <a:ext cx="7710600" cy="85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989" name="Google Shape;989;p63"/>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990" name="Google Shape;990;p63"/>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991" name="Google Shape;991;p63">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992" name="Google Shape;992;p63">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993" name="Google Shape;993;p63">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994" name="Google Shape;994;p63">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995" name="Google Shape;995;p63"/>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996" name="Google Shape;996;p63"/>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997" name="Google Shape;997;p63"/>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998" name="Google Shape;998;p63"/>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999" name="Google Shape;999;p63">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3"/>
        <p:cNvGrpSpPr/>
        <p:nvPr/>
      </p:nvGrpSpPr>
      <p:grpSpPr>
        <a:xfrm>
          <a:off x="0" y="0"/>
          <a:ext cx="0" cy="0"/>
          <a:chOff x="0" y="0"/>
          <a:chExt cx="0" cy="0"/>
        </a:xfrm>
      </p:grpSpPr>
      <p:sp>
        <p:nvSpPr>
          <p:cNvPr id="1004" name="Google Shape;1004;p64"/>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005" name="Google Shape;1005;p64"/>
          <p:cNvGrpSpPr/>
          <p:nvPr/>
        </p:nvGrpSpPr>
        <p:grpSpPr>
          <a:xfrm>
            <a:off x="5117640" y="3085736"/>
            <a:ext cx="474294" cy="551291"/>
            <a:chOff x="4727025" y="1332775"/>
            <a:chExt cx="59900" cy="69625"/>
          </a:xfrm>
        </p:grpSpPr>
        <p:sp>
          <p:nvSpPr>
            <p:cNvPr id="1006" name="Google Shape;1006;p6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6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 name="Google Shape;1008;p64"/>
          <p:cNvGrpSpPr/>
          <p:nvPr/>
        </p:nvGrpSpPr>
        <p:grpSpPr>
          <a:xfrm>
            <a:off x="5731296" y="2314340"/>
            <a:ext cx="555653" cy="557031"/>
            <a:chOff x="4820425" y="1329900"/>
            <a:chExt cx="70175" cy="70350"/>
          </a:xfrm>
        </p:grpSpPr>
        <p:sp>
          <p:nvSpPr>
            <p:cNvPr id="1009" name="Google Shape;1009;p6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6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6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6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 name="Google Shape;1013;p64"/>
          <p:cNvGrpSpPr/>
          <p:nvPr/>
        </p:nvGrpSpPr>
        <p:grpSpPr>
          <a:xfrm>
            <a:off x="6357664" y="2318845"/>
            <a:ext cx="582574" cy="533871"/>
            <a:chOff x="4903200" y="1331525"/>
            <a:chExt cx="73575" cy="67425"/>
          </a:xfrm>
        </p:grpSpPr>
        <p:sp>
          <p:nvSpPr>
            <p:cNvPr id="1014" name="Google Shape;1014;p6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6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 name="Google Shape;1016;p64"/>
          <p:cNvGrpSpPr/>
          <p:nvPr/>
        </p:nvGrpSpPr>
        <p:grpSpPr>
          <a:xfrm>
            <a:off x="5717142" y="3078709"/>
            <a:ext cx="583960" cy="565345"/>
            <a:chOff x="4815575" y="1416800"/>
            <a:chExt cx="73750" cy="71400"/>
          </a:xfrm>
        </p:grpSpPr>
        <p:sp>
          <p:nvSpPr>
            <p:cNvPr id="1017" name="Google Shape;1017;p6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6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6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 name="Google Shape;1020;p64"/>
          <p:cNvGrpSpPr/>
          <p:nvPr/>
        </p:nvGrpSpPr>
        <p:grpSpPr>
          <a:xfrm>
            <a:off x="6351924" y="3108896"/>
            <a:ext cx="589898" cy="504970"/>
            <a:chOff x="4902475" y="1418875"/>
            <a:chExt cx="74500" cy="63775"/>
          </a:xfrm>
        </p:grpSpPr>
        <p:sp>
          <p:nvSpPr>
            <p:cNvPr id="1021" name="Google Shape;1021;p6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64"/>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 name="Google Shape;1023;p64"/>
          <p:cNvGrpSpPr/>
          <p:nvPr/>
        </p:nvGrpSpPr>
        <p:grpSpPr>
          <a:xfrm>
            <a:off x="5727139" y="3826000"/>
            <a:ext cx="563967" cy="567127"/>
            <a:chOff x="4818100" y="1507675"/>
            <a:chExt cx="71225" cy="71625"/>
          </a:xfrm>
        </p:grpSpPr>
        <p:sp>
          <p:nvSpPr>
            <p:cNvPr id="1024" name="Google Shape;1024;p6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6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6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6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 name="Google Shape;1028;p64"/>
          <p:cNvGrpSpPr/>
          <p:nvPr/>
        </p:nvGrpSpPr>
        <p:grpSpPr>
          <a:xfrm>
            <a:off x="5040636" y="3829461"/>
            <a:ext cx="628301" cy="588505"/>
            <a:chOff x="4721450" y="1509475"/>
            <a:chExt cx="79350" cy="74325"/>
          </a:xfrm>
        </p:grpSpPr>
        <p:sp>
          <p:nvSpPr>
            <p:cNvPr id="1029" name="Google Shape;1029;p6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6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6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6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 name="Google Shape;1033;p64"/>
          <p:cNvGrpSpPr/>
          <p:nvPr/>
        </p:nvGrpSpPr>
        <p:grpSpPr>
          <a:xfrm>
            <a:off x="6386170" y="3814027"/>
            <a:ext cx="557038" cy="562772"/>
            <a:chOff x="4906800" y="1507500"/>
            <a:chExt cx="70350" cy="71075"/>
          </a:xfrm>
        </p:grpSpPr>
        <p:sp>
          <p:nvSpPr>
            <p:cNvPr id="1034" name="Google Shape;1034;p6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6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6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6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6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 name="Google Shape;1039;p64"/>
          <p:cNvGrpSpPr/>
          <p:nvPr/>
        </p:nvGrpSpPr>
        <p:grpSpPr>
          <a:xfrm>
            <a:off x="4423778" y="2340963"/>
            <a:ext cx="517934" cy="517934"/>
            <a:chOff x="3736598" y="2170606"/>
            <a:chExt cx="404889" cy="404889"/>
          </a:xfrm>
        </p:grpSpPr>
        <p:sp>
          <p:nvSpPr>
            <p:cNvPr id="1040" name="Google Shape;1040;p6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6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6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6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 name="Google Shape;1044;p64"/>
          <p:cNvGrpSpPr/>
          <p:nvPr/>
        </p:nvGrpSpPr>
        <p:grpSpPr>
          <a:xfrm>
            <a:off x="3690839" y="2341061"/>
            <a:ext cx="586986" cy="517740"/>
            <a:chOff x="3161917" y="2170682"/>
            <a:chExt cx="458870" cy="404737"/>
          </a:xfrm>
        </p:grpSpPr>
        <p:sp>
          <p:nvSpPr>
            <p:cNvPr id="1045" name="Google Shape;1045;p6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6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6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 name="Google Shape;1048;p64"/>
          <p:cNvGrpSpPr/>
          <p:nvPr/>
        </p:nvGrpSpPr>
        <p:grpSpPr>
          <a:xfrm>
            <a:off x="3713860" y="3102400"/>
            <a:ext cx="540943" cy="517963"/>
            <a:chOff x="3179914" y="2889488"/>
            <a:chExt cx="422876" cy="404911"/>
          </a:xfrm>
        </p:grpSpPr>
        <p:sp>
          <p:nvSpPr>
            <p:cNvPr id="1049" name="Google Shape;1049;p6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6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6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6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6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6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 name="Google Shape;1055;p64"/>
          <p:cNvGrpSpPr/>
          <p:nvPr/>
        </p:nvGrpSpPr>
        <p:grpSpPr>
          <a:xfrm>
            <a:off x="4414654" y="3102358"/>
            <a:ext cx="536180" cy="518047"/>
            <a:chOff x="3729467" y="2889422"/>
            <a:chExt cx="419153" cy="404977"/>
          </a:xfrm>
        </p:grpSpPr>
        <p:sp>
          <p:nvSpPr>
            <p:cNvPr id="1056" name="Google Shape;1056;p6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6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6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6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6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6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6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 name="Google Shape;1063;p64"/>
          <p:cNvGrpSpPr/>
          <p:nvPr/>
        </p:nvGrpSpPr>
        <p:grpSpPr>
          <a:xfrm>
            <a:off x="1951688" y="3445787"/>
            <a:ext cx="965351" cy="134611"/>
            <a:chOff x="4411970" y="2962952"/>
            <a:chExt cx="706544" cy="104212"/>
          </a:xfrm>
        </p:grpSpPr>
        <p:sp>
          <p:nvSpPr>
            <p:cNvPr id="1064" name="Google Shape;1064;p6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6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6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6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 name="Google Shape;1068;p64"/>
          <p:cNvGrpSpPr/>
          <p:nvPr/>
        </p:nvGrpSpPr>
        <p:grpSpPr>
          <a:xfrm>
            <a:off x="1951688" y="3041077"/>
            <a:ext cx="960158" cy="289172"/>
            <a:chOff x="4411970" y="2726085"/>
            <a:chExt cx="643107" cy="193659"/>
          </a:xfrm>
        </p:grpSpPr>
        <p:sp>
          <p:nvSpPr>
            <p:cNvPr id="1069" name="Google Shape;1069;p6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6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6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 name="Google Shape;1072;p64"/>
          <p:cNvGrpSpPr/>
          <p:nvPr/>
        </p:nvGrpSpPr>
        <p:grpSpPr>
          <a:xfrm>
            <a:off x="960185" y="3295400"/>
            <a:ext cx="811503" cy="252584"/>
            <a:chOff x="4411970" y="4340222"/>
            <a:chExt cx="779467" cy="242683"/>
          </a:xfrm>
        </p:grpSpPr>
        <p:sp>
          <p:nvSpPr>
            <p:cNvPr id="1073" name="Google Shape;1073;p6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6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6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64"/>
          <p:cNvGrpSpPr/>
          <p:nvPr/>
        </p:nvGrpSpPr>
        <p:grpSpPr>
          <a:xfrm>
            <a:off x="1951688" y="2709308"/>
            <a:ext cx="965160" cy="216230"/>
            <a:chOff x="4411970" y="2468674"/>
            <a:chExt cx="747317" cy="167425"/>
          </a:xfrm>
        </p:grpSpPr>
        <p:sp>
          <p:nvSpPr>
            <p:cNvPr id="1077" name="Google Shape;1077;p6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6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 name="Google Shape;1079;p64"/>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 name="Google Shape;1080;p64"/>
          <p:cNvGrpSpPr/>
          <p:nvPr/>
        </p:nvGrpSpPr>
        <p:grpSpPr>
          <a:xfrm>
            <a:off x="959254" y="2334687"/>
            <a:ext cx="1959041" cy="208784"/>
            <a:chOff x="6336019" y="3733725"/>
            <a:chExt cx="2566206" cy="351310"/>
          </a:xfrm>
        </p:grpSpPr>
        <p:sp>
          <p:nvSpPr>
            <p:cNvPr id="1081" name="Google Shape;1081;p64"/>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64"/>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64"/>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64"/>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 name="Google Shape;1085;p64"/>
          <p:cNvGrpSpPr/>
          <p:nvPr/>
        </p:nvGrpSpPr>
        <p:grpSpPr>
          <a:xfrm>
            <a:off x="1951688" y="3950602"/>
            <a:ext cx="946551" cy="153200"/>
            <a:chOff x="4404545" y="3301592"/>
            <a:chExt cx="782403" cy="129272"/>
          </a:xfrm>
        </p:grpSpPr>
        <p:sp>
          <p:nvSpPr>
            <p:cNvPr id="1086" name="Google Shape;1086;p6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64"/>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 name="Google Shape;1088;p64"/>
          <p:cNvGrpSpPr/>
          <p:nvPr/>
        </p:nvGrpSpPr>
        <p:grpSpPr>
          <a:xfrm>
            <a:off x="1951688" y="3695937"/>
            <a:ext cx="962257" cy="139127"/>
            <a:chOff x="4411970" y="3131459"/>
            <a:chExt cx="710520" cy="117397"/>
          </a:xfrm>
        </p:grpSpPr>
        <p:sp>
          <p:nvSpPr>
            <p:cNvPr id="1089" name="Google Shape;1089;p6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6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 name="Google Shape;1091;p64"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 name="Google Shape;1092;p64"/>
          <p:cNvGrpSpPr/>
          <p:nvPr/>
        </p:nvGrpSpPr>
        <p:grpSpPr>
          <a:xfrm>
            <a:off x="951833" y="3621603"/>
            <a:ext cx="823838" cy="458988"/>
            <a:chOff x="4411970" y="1801825"/>
            <a:chExt cx="734586" cy="409262"/>
          </a:xfrm>
        </p:grpSpPr>
        <p:sp>
          <p:nvSpPr>
            <p:cNvPr id="1093" name="Google Shape;1093;p6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6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 name="Google Shape;1095;p64"/>
          <p:cNvGrpSpPr/>
          <p:nvPr/>
        </p:nvGrpSpPr>
        <p:grpSpPr>
          <a:xfrm>
            <a:off x="3056804" y="2339173"/>
            <a:ext cx="521514" cy="521514"/>
            <a:chOff x="5681300" y="2527788"/>
            <a:chExt cx="805800" cy="805800"/>
          </a:xfrm>
        </p:grpSpPr>
        <p:sp>
          <p:nvSpPr>
            <p:cNvPr id="1096" name="Google Shape;1096;p64"/>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6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 name="Google Shape;1098;p64"/>
          <p:cNvGrpSpPr/>
          <p:nvPr/>
        </p:nvGrpSpPr>
        <p:grpSpPr>
          <a:xfrm>
            <a:off x="3051044" y="3094865"/>
            <a:ext cx="533033" cy="533033"/>
            <a:chOff x="4049800" y="640400"/>
            <a:chExt cx="858900" cy="858900"/>
          </a:xfrm>
        </p:grpSpPr>
        <p:sp>
          <p:nvSpPr>
            <p:cNvPr id="1099" name="Google Shape;1099;p64"/>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64"/>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 name="Google Shape;1101;p64"/>
          <p:cNvGrpSpPr/>
          <p:nvPr/>
        </p:nvGrpSpPr>
        <p:grpSpPr>
          <a:xfrm>
            <a:off x="2976527" y="3772543"/>
            <a:ext cx="682068" cy="682068"/>
            <a:chOff x="5080188" y="927900"/>
            <a:chExt cx="961200" cy="961200"/>
          </a:xfrm>
        </p:grpSpPr>
        <p:sp>
          <p:nvSpPr>
            <p:cNvPr id="1102" name="Google Shape;1102;p64"/>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64"/>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64"/>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64"/>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6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6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6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6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 name="Google Shape;1110;p64"/>
          <p:cNvGrpSpPr/>
          <p:nvPr/>
        </p:nvGrpSpPr>
        <p:grpSpPr>
          <a:xfrm>
            <a:off x="4440026" y="3869234"/>
            <a:ext cx="505650" cy="504006"/>
            <a:chOff x="6039282" y="1042577"/>
            <a:chExt cx="734315" cy="731929"/>
          </a:xfrm>
        </p:grpSpPr>
        <p:sp>
          <p:nvSpPr>
            <p:cNvPr id="1111" name="Google Shape;1111;p6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6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6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6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6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6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6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6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6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6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6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6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6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6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6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6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6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6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6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6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6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 name="Google Shape;1132;p64"/>
          <p:cNvGrpSpPr/>
          <p:nvPr/>
        </p:nvGrpSpPr>
        <p:grpSpPr>
          <a:xfrm>
            <a:off x="5052628" y="2298862"/>
            <a:ext cx="567744" cy="602136"/>
            <a:chOff x="1825800" y="1651625"/>
            <a:chExt cx="539989" cy="571775"/>
          </a:xfrm>
        </p:grpSpPr>
        <p:sp>
          <p:nvSpPr>
            <p:cNvPr id="1133" name="Google Shape;1133;p64"/>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64"/>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64"/>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6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 name="Google Shape;1137;p64"/>
          <p:cNvGrpSpPr/>
          <p:nvPr/>
        </p:nvGrpSpPr>
        <p:grpSpPr>
          <a:xfrm>
            <a:off x="3727557" y="3855579"/>
            <a:ext cx="508123" cy="507955"/>
            <a:chOff x="1897577" y="2802432"/>
            <a:chExt cx="492176" cy="492014"/>
          </a:xfrm>
        </p:grpSpPr>
        <p:sp>
          <p:nvSpPr>
            <p:cNvPr id="1138" name="Google Shape;1138;p64"/>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64"/>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64"/>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64"/>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64"/>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64"/>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64"/>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64"/>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64"/>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64"/>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6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6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 name="Google Shape;1150;p64"/>
          <p:cNvGrpSpPr/>
          <p:nvPr/>
        </p:nvGrpSpPr>
        <p:grpSpPr>
          <a:xfrm>
            <a:off x="959087" y="4169123"/>
            <a:ext cx="809227" cy="200842"/>
            <a:chOff x="2013045" y="4813233"/>
            <a:chExt cx="921986" cy="228854"/>
          </a:xfrm>
        </p:grpSpPr>
        <p:sp>
          <p:nvSpPr>
            <p:cNvPr id="1151" name="Google Shape;1151;p64"/>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64"/>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 name="Google Shape;1153;p64"/>
          <p:cNvGrpSpPr/>
          <p:nvPr/>
        </p:nvGrpSpPr>
        <p:grpSpPr>
          <a:xfrm>
            <a:off x="967547" y="2656004"/>
            <a:ext cx="792421" cy="269941"/>
            <a:chOff x="1046767" y="4756633"/>
            <a:chExt cx="859646" cy="292841"/>
          </a:xfrm>
        </p:grpSpPr>
        <p:sp>
          <p:nvSpPr>
            <p:cNvPr id="1154" name="Google Shape;1154;p64"/>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64"/>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4"/>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7" name="Google Shape;1157;p64"/>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64"/>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64"/>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4"/>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 name="Google Shape;1161;p64"/>
          <p:cNvGrpSpPr/>
          <p:nvPr/>
        </p:nvGrpSpPr>
        <p:grpSpPr>
          <a:xfrm>
            <a:off x="7103403" y="2550562"/>
            <a:ext cx="166473" cy="141497"/>
            <a:chOff x="4660325" y="1866850"/>
            <a:chExt cx="68350" cy="58100"/>
          </a:xfrm>
        </p:grpSpPr>
        <p:sp>
          <p:nvSpPr>
            <p:cNvPr id="1162" name="Google Shape;1162;p6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6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 name="Google Shape;1164;p64"/>
          <p:cNvGrpSpPr/>
          <p:nvPr/>
        </p:nvGrpSpPr>
        <p:grpSpPr>
          <a:xfrm>
            <a:off x="7412747" y="2576286"/>
            <a:ext cx="162515" cy="90049"/>
            <a:chOff x="4791775" y="1877500"/>
            <a:chExt cx="66725" cy="36975"/>
          </a:xfrm>
        </p:grpSpPr>
        <p:sp>
          <p:nvSpPr>
            <p:cNvPr id="1165" name="Google Shape;1165;p6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6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 name="Google Shape;1167;p64"/>
          <p:cNvGrpSpPr/>
          <p:nvPr/>
        </p:nvGrpSpPr>
        <p:grpSpPr>
          <a:xfrm>
            <a:off x="7734460" y="2576286"/>
            <a:ext cx="144979" cy="90049"/>
            <a:chOff x="4923925" y="1877500"/>
            <a:chExt cx="59525" cy="36975"/>
          </a:xfrm>
        </p:grpSpPr>
        <p:sp>
          <p:nvSpPr>
            <p:cNvPr id="1168" name="Google Shape;1168;p6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6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 name="Google Shape;1170;p64"/>
          <p:cNvGrpSpPr/>
          <p:nvPr/>
        </p:nvGrpSpPr>
        <p:grpSpPr>
          <a:xfrm>
            <a:off x="8028952" y="2558477"/>
            <a:ext cx="141447" cy="125667"/>
            <a:chOff x="5058450" y="1870100"/>
            <a:chExt cx="58075" cy="51600"/>
          </a:xfrm>
        </p:grpSpPr>
        <p:sp>
          <p:nvSpPr>
            <p:cNvPr id="1171" name="Google Shape;1171;p6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6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 name="Google Shape;1173;p64"/>
          <p:cNvGrpSpPr/>
          <p:nvPr/>
        </p:nvGrpSpPr>
        <p:grpSpPr>
          <a:xfrm>
            <a:off x="7443466" y="2980885"/>
            <a:ext cx="101077" cy="107645"/>
            <a:chOff x="4811425" y="2065025"/>
            <a:chExt cx="41500" cy="44200"/>
          </a:xfrm>
        </p:grpSpPr>
        <p:sp>
          <p:nvSpPr>
            <p:cNvPr id="1174" name="Google Shape;1174;p6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6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 name="Google Shape;1176;p64"/>
          <p:cNvGrpSpPr/>
          <p:nvPr/>
        </p:nvGrpSpPr>
        <p:grpSpPr>
          <a:xfrm>
            <a:off x="7735904" y="2981098"/>
            <a:ext cx="120867" cy="107218"/>
            <a:chOff x="4929875" y="2065025"/>
            <a:chExt cx="49625" cy="44025"/>
          </a:xfrm>
        </p:grpSpPr>
        <p:sp>
          <p:nvSpPr>
            <p:cNvPr id="1177" name="Google Shape;1177;p6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6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 name="Google Shape;1179;p64"/>
          <p:cNvGrpSpPr/>
          <p:nvPr/>
        </p:nvGrpSpPr>
        <p:grpSpPr>
          <a:xfrm>
            <a:off x="8064572" y="2984112"/>
            <a:ext cx="70206" cy="101191"/>
            <a:chOff x="5083925" y="2066350"/>
            <a:chExt cx="28825" cy="41550"/>
          </a:xfrm>
        </p:grpSpPr>
        <p:sp>
          <p:nvSpPr>
            <p:cNvPr id="1180" name="Google Shape;1180;p6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 name="Google Shape;1182;p64"/>
          <p:cNvGrpSpPr/>
          <p:nvPr/>
        </p:nvGrpSpPr>
        <p:grpSpPr>
          <a:xfrm>
            <a:off x="7096126" y="2999759"/>
            <a:ext cx="181026" cy="69896"/>
            <a:chOff x="4659775" y="2072775"/>
            <a:chExt cx="74325" cy="28700"/>
          </a:xfrm>
        </p:grpSpPr>
        <p:sp>
          <p:nvSpPr>
            <p:cNvPr id="1183" name="Google Shape;1183;p6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6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6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 name="Google Shape;1186;p64"/>
          <p:cNvGrpSpPr/>
          <p:nvPr/>
        </p:nvGrpSpPr>
        <p:grpSpPr>
          <a:xfrm>
            <a:off x="8015982" y="2790324"/>
            <a:ext cx="167387" cy="89197"/>
            <a:chOff x="4662475" y="1976500"/>
            <a:chExt cx="68725" cy="36625"/>
          </a:xfrm>
        </p:grpSpPr>
        <p:sp>
          <p:nvSpPr>
            <p:cNvPr id="1187" name="Google Shape;1187;p6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 name="Google Shape;1190;p64"/>
          <p:cNvGrpSpPr/>
          <p:nvPr/>
        </p:nvGrpSpPr>
        <p:grpSpPr>
          <a:xfrm>
            <a:off x="7712887" y="2793764"/>
            <a:ext cx="166899" cy="82317"/>
            <a:chOff x="4920150" y="1977875"/>
            <a:chExt cx="68525" cy="33800"/>
          </a:xfrm>
        </p:grpSpPr>
        <p:sp>
          <p:nvSpPr>
            <p:cNvPr id="1191" name="Google Shape;1191;p6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6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 name="Google Shape;1194;p64"/>
          <p:cNvGrpSpPr/>
          <p:nvPr/>
        </p:nvGrpSpPr>
        <p:grpSpPr>
          <a:xfrm>
            <a:off x="7124044" y="3197682"/>
            <a:ext cx="125190" cy="127859"/>
            <a:chOff x="4676550" y="2160575"/>
            <a:chExt cx="51400" cy="52500"/>
          </a:xfrm>
        </p:grpSpPr>
        <p:sp>
          <p:nvSpPr>
            <p:cNvPr id="1195" name="Google Shape;1195;p6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6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6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 name="Google Shape;1198;p64"/>
          <p:cNvGrpSpPr/>
          <p:nvPr/>
        </p:nvGrpSpPr>
        <p:grpSpPr>
          <a:xfrm>
            <a:off x="7421302" y="3204714"/>
            <a:ext cx="145405" cy="113794"/>
            <a:chOff x="4768325" y="2163475"/>
            <a:chExt cx="59700" cy="46725"/>
          </a:xfrm>
        </p:grpSpPr>
        <p:sp>
          <p:nvSpPr>
            <p:cNvPr id="1199" name="Google Shape;1199;p6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6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 name="Google Shape;1201;p64"/>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64"/>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64"/>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4"/>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64"/>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64"/>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 name="Google Shape;1207;p64"/>
          <p:cNvGrpSpPr/>
          <p:nvPr/>
        </p:nvGrpSpPr>
        <p:grpSpPr>
          <a:xfrm>
            <a:off x="7437621" y="3459808"/>
            <a:ext cx="112768" cy="106853"/>
            <a:chOff x="4768575" y="2253950"/>
            <a:chExt cx="46300" cy="43875"/>
          </a:xfrm>
        </p:grpSpPr>
        <p:sp>
          <p:nvSpPr>
            <p:cNvPr id="1208" name="Google Shape;1208;p6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6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 name="Google Shape;1210;p64"/>
          <p:cNvGrpSpPr/>
          <p:nvPr/>
        </p:nvGrpSpPr>
        <p:grpSpPr>
          <a:xfrm>
            <a:off x="7737243" y="3948834"/>
            <a:ext cx="118187" cy="146246"/>
            <a:chOff x="4960900" y="2433225"/>
            <a:chExt cx="48525" cy="60050"/>
          </a:xfrm>
        </p:grpSpPr>
        <p:sp>
          <p:nvSpPr>
            <p:cNvPr id="1211" name="Google Shape;1211;p6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64"/>
          <p:cNvGrpSpPr/>
          <p:nvPr/>
        </p:nvGrpSpPr>
        <p:grpSpPr>
          <a:xfrm>
            <a:off x="7425808" y="4212895"/>
            <a:ext cx="136394" cy="143810"/>
            <a:chOff x="4854075" y="2527625"/>
            <a:chExt cx="56000" cy="59050"/>
          </a:xfrm>
        </p:grpSpPr>
        <p:sp>
          <p:nvSpPr>
            <p:cNvPr id="1214" name="Google Shape;1214;p6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6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 name="Google Shape;1216;p64"/>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4"/>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64"/>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 name="Google Shape;1219;p64"/>
          <p:cNvGrpSpPr/>
          <p:nvPr/>
        </p:nvGrpSpPr>
        <p:grpSpPr>
          <a:xfrm>
            <a:off x="8050020" y="3676639"/>
            <a:ext cx="99312" cy="160797"/>
            <a:chOff x="5059700" y="2334775"/>
            <a:chExt cx="40775" cy="66025"/>
          </a:xfrm>
        </p:grpSpPr>
        <p:sp>
          <p:nvSpPr>
            <p:cNvPr id="1220" name="Google Shape;1220;p6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6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6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6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6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6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6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6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6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 name="Google Shape;1229;p64"/>
          <p:cNvGrpSpPr/>
          <p:nvPr/>
        </p:nvGrpSpPr>
        <p:grpSpPr>
          <a:xfrm>
            <a:off x="8007184" y="3941771"/>
            <a:ext cx="184984" cy="160371"/>
            <a:chOff x="5037700" y="2430325"/>
            <a:chExt cx="75950" cy="65850"/>
          </a:xfrm>
        </p:grpSpPr>
        <p:sp>
          <p:nvSpPr>
            <p:cNvPr id="1230" name="Google Shape;1230;p6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6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 name="Google Shape;1232;p64"/>
          <p:cNvGrpSpPr/>
          <p:nvPr/>
        </p:nvGrpSpPr>
        <p:grpSpPr>
          <a:xfrm>
            <a:off x="7426689" y="3708223"/>
            <a:ext cx="173014" cy="97629"/>
            <a:chOff x="4756975" y="2341800"/>
            <a:chExt cx="91975" cy="51925"/>
          </a:xfrm>
        </p:grpSpPr>
        <p:sp>
          <p:nvSpPr>
            <p:cNvPr id="1233" name="Google Shape;1233;p6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6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6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6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6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6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6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6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6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6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6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6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6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6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6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6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6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6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6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6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 name="Google Shape;1253;p64"/>
          <p:cNvGrpSpPr/>
          <p:nvPr/>
        </p:nvGrpSpPr>
        <p:grpSpPr>
          <a:xfrm>
            <a:off x="7693626" y="4196920"/>
            <a:ext cx="212497" cy="175761"/>
            <a:chOff x="4943575" y="2516350"/>
            <a:chExt cx="98675" cy="81700"/>
          </a:xfrm>
        </p:grpSpPr>
        <p:sp>
          <p:nvSpPr>
            <p:cNvPr id="1254" name="Google Shape;1254;p6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6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6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6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6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6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6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6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6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6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6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6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6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6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6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6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6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6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6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6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6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6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6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6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6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6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6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6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6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6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6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6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6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6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6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6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6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6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6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6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6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6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6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6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6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6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6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6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6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6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6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6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6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6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6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6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6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6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6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6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6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6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6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6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6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6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6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6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6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6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6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6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6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6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6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6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6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 name="Google Shape;1332;p64"/>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64"/>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64"/>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64"/>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64"/>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340"/>
        <p:cNvGrpSpPr/>
        <p:nvPr/>
      </p:nvGrpSpPr>
      <p:grpSpPr>
        <a:xfrm>
          <a:off x="0" y="0"/>
          <a:ext cx="0" cy="0"/>
          <a:chOff x="0" y="0"/>
          <a:chExt cx="0" cy="0"/>
        </a:xfrm>
      </p:grpSpPr>
      <p:grpSp>
        <p:nvGrpSpPr>
          <p:cNvPr id="1341" name="Google Shape;1341;p65"/>
          <p:cNvGrpSpPr/>
          <p:nvPr/>
        </p:nvGrpSpPr>
        <p:grpSpPr>
          <a:xfrm>
            <a:off x="752796" y="2869970"/>
            <a:ext cx="2622876" cy="1333540"/>
            <a:chOff x="238125" y="1038125"/>
            <a:chExt cx="7146800" cy="3633625"/>
          </a:xfrm>
        </p:grpSpPr>
        <p:sp>
          <p:nvSpPr>
            <p:cNvPr id="1342" name="Google Shape;1342;p6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6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6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6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6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6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6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6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6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6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6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6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6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6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6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6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6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6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6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6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6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6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6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6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6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6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6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6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6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6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6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6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6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6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6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6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6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6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6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6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6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6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6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6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6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6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6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6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6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6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6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6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6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6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6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6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6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6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6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6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6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6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6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6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6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6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6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6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6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6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6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6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6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6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6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6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6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6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6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6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6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6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6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6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6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6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6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6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6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6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6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6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6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6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6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6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6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6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6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6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6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6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6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6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6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6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6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6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6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6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6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6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6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6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6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6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6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6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6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6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6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6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6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6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6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6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6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6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6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6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6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6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6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6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6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6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6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6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6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6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6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6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6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6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6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6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6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6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6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6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6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6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6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6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6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6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6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6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6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6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6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6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6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6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6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6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6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6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6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6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6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6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6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6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6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6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6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6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6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6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6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6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6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6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6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6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6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6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6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6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6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6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6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6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6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6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6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6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6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6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6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6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6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6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6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6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6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6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6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6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6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6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6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6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6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6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6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6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6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6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6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6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6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6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6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6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6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6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6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6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6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6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6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6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6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6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6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6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6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6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6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6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6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6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6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6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6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6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6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6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6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6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6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6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6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6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6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6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6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6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6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6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6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6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6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6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6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6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6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6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6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6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6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6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6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6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6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6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6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6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6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6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6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6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6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6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6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6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6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6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6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6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6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6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6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6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6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6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6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6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6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6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6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6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6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6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6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6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6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6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6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6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6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6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6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6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6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6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6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6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6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6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6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6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6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6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6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6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6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6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6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6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6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6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6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6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6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6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6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6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6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6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6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6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6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6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6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6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6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6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6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6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6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6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6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6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6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6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6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6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6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6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6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6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6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6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6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6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6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6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6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6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6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6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6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6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6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6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6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6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6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6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6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6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6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6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6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6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6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6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6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6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6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6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6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6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6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6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6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6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6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6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6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6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6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6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6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6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6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6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6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6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6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6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6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6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6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6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6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6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6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6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6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6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6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6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6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6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6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6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6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6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6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6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6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6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6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6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6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6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6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6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6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6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6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6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6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6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6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6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6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6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6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6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6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6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6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6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6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6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6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6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6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6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6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6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6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6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6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6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6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6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6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6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6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6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6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6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6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6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6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6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6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6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6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6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6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6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6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6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6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6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6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6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6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6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6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6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6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6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6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6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6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6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6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6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6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6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6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6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6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6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6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6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6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6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6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6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6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6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6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6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6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6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6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6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6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6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6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6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6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6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6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6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6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6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6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6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6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6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6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6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6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6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6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6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6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6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6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6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6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6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6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6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6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6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6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6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6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6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6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6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6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6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6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6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6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6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6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6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6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6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6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6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6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6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6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6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6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6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6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6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6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6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6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6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6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6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6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6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6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6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6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6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6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6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6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6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6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6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6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6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6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6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6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6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6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6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6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6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6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6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6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6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6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6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6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6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6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6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6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6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6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6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6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6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6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6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6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6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6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6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6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6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6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6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6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6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6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6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6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6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6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6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6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6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6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6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6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6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6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6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6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6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6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6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6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6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6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6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6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6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6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6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6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6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6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6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6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6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6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6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6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6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6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6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6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6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6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6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6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6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6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6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6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6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6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6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6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6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6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6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6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6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6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6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6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6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6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6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6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6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6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6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6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6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6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6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6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6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6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6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6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6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6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6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6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6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6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6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6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6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6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6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6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6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6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6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6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6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6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6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6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6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6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6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6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6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6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6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6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6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6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6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6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6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6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6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6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6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6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6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6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6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6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6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6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6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6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6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6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6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6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4" name="Google Shape;2914;p65"/>
          <p:cNvGrpSpPr/>
          <p:nvPr/>
        </p:nvGrpSpPr>
        <p:grpSpPr>
          <a:xfrm>
            <a:off x="6681268" y="3584496"/>
            <a:ext cx="560636" cy="516497"/>
            <a:chOff x="6652051" y="3714143"/>
            <a:chExt cx="560636" cy="516497"/>
          </a:xfrm>
        </p:grpSpPr>
        <p:grpSp>
          <p:nvGrpSpPr>
            <p:cNvPr id="2915" name="Google Shape;2915;p65"/>
            <p:cNvGrpSpPr/>
            <p:nvPr/>
          </p:nvGrpSpPr>
          <p:grpSpPr>
            <a:xfrm>
              <a:off x="6669657" y="3716715"/>
              <a:ext cx="466768" cy="464314"/>
              <a:chOff x="3139766" y="765669"/>
              <a:chExt cx="886380" cy="881888"/>
            </a:xfrm>
          </p:grpSpPr>
          <p:grpSp>
            <p:nvGrpSpPr>
              <p:cNvPr id="2916" name="Google Shape;2916;p65"/>
              <p:cNvGrpSpPr/>
              <p:nvPr/>
            </p:nvGrpSpPr>
            <p:grpSpPr>
              <a:xfrm>
                <a:off x="3139766" y="765669"/>
                <a:ext cx="886380" cy="881888"/>
                <a:chOff x="3139766" y="765669"/>
                <a:chExt cx="886380" cy="881888"/>
              </a:xfrm>
            </p:grpSpPr>
            <p:sp>
              <p:nvSpPr>
                <p:cNvPr id="2917" name="Google Shape;2917;p65"/>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5"/>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5"/>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5"/>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5"/>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5"/>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5"/>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5"/>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5"/>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26" name="Google Shape;2926;p65"/>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5"/>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65"/>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65"/>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0" name="Google Shape;2930;p65"/>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1" name="Google Shape;2931;p65"/>
          <p:cNvGrpSpPr/>
          <p:nvPr/>
        </p:nvGrpSpPr>
        <p:grpSpPr>
          <a:xfrm>
            <a:off x="7679978" y="3065079"/>
            <a:ext cx="104231" cy="320340"/>
            <a:chOff x="7564426" y="3224343"/>
            <a:chExt cx="119985" cy="368801"/>
          </a:xfrm>
        </p:grpSpPr>
        <p:sp>
          <p:nvSpPr>
            <p:cNvPr id="2932" name="Google Shape;2932;p6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4" name="Google Shape;2934;p65"/>
          <p:cNvGrpSpPr/>
          <p:nvPr/>
        </p:nvGrpSpPr>
        <p:grpSpPr>
          <a:xfrm>
            <a:off x="7379466" y="3059180"/>
            <a:ext cx="189489" cy="332132"/>
            <a:chOff x="8370831" y="3202002"/>
            <a:chExt cx="218129" cy="382376"/>
          </a:xfrm>
        </p:grpSpPr>
        <p:sp>
          <p:nvSpPr>
            <p:cNvPr id="2935" name="Google Shape;2935;p6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7" name="Google Shape;2937;p65"/>
          <p:cNvGrpSpPr/>
          <p:nvPr/>
        </p:nvGrpSpPr>
        <p:grpSpPr>
          <a:xfrm>
            <a:off x="8102855" y="3470312"/>
            <a:ext cx="309429" cy="267000"/>
            <a:chOff x="6742064" y="3750480"/>
            <a:chExt cx="399315" cy="344560"/>
          </a:xfrm>
        </p:grpSpPr>
        <p:sp>
          <p:nvSpPr>
            <p:cNvPr id="2938" name="Google Shape;2938;p6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0" name="Google Shape;2940;p65"/>
          <p:cNvGrpSpPr/>
          <p:nvPr/>
        </p:nvGrpSpPr>
        <p:grpSpPr>
          <a:xfrm>
            <a:off x="7641874" y="3821360"/>
            <a:ext cx="180437" cy="281608"/>
            <a:chOff x="7248525" y="3739696"/>
            <a:chExt cx="230531" cy="359790"/>
          </a:xfrm>
        </p:grpSpPr>
        <p:sp>
          <p:nvSpPr>
            <p:cNvPr id="2941" name="Google Shape;2941;p6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6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3" name="Google Shape;2943;p65"/>
          <p:cNvGrpSpPr/>
          <p:nvPr/>
        </p:nvGrpSpPr>
        <p:grpSpPr>
          <a:xfrm>
            <a:off x="7887794" y="3464584"/>
            <a:ext cx="162896" cy="278710"/>
            <a:chOff x="7601242" y="3729267"/>
            <a:chExt cx="222566" cy="380803"/>
          </a:xfrm>
        </p:grpSpPr>
        <p:sp>
          <p:nvSpPr>
            <p:cNvPr id="2944" name="Google Shape;2944;p6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46" name="Google Shape;2946;p65"/>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47" name="Google Shape;2947;p65"/>
          <p:cNvGrpSpPr/>
          <p:nvPr/>
        </p:nvGrpSpPr>
        <p:grpSpPr>
          <a:xfrm>
            <a:off x="7377439" y="3465724"/>
            <a:ext cx="193543" cy="275990"/>
            <a:chOff x="8304647" y="3738687"/>
            <a:chExt cx="225076" cy="320956"/>
          </a:xfrm>
        </p:grpSpPr>
        <p:sp>
          <p:nvSpPr>
            <p:cNvPr id="2948" name="Google Shape;2948;p65"/>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1" name="Google Shape;2951;p65"/>
          <p:cNvGrpSpPr/>
          <p:nvPr/>
        </p:nvGrpSpPr>
        <p:grpSpPr>
          <a:xfrm>
            <a:off x="7649932" y="3465724"/>
            <a:ext cx="178492" cy="275990"/>
            <a:chOff x="8615101" y="3738687"/>
            <a:chExt cx="207573" cy="320956"/>
          </a:xfrm>
        </p:grpSpPr>
        <p:sp>
          <p:nvSpPr>
            <p:cNvPr id="2952" name="Google Shape;2952;p65"/>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6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5" name="Google Shape;2955;p65"/>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6" name="Google Shape;2956;p65"/>
          <p:cNvGrpSpPr/>
          <p:nvPr/>
        </p:nvGrpSpPr>
        <p:grpSpPr>
          <a:xfrm>
            <a:off x="7875463" y="3868385"/>
            <a:ext cx="187557" cy="187557"/>
            <a:chOff x="8565775" y="671075"/>
            <a:chExt cx="441000" cy="441000"/>
          </a:xfrm>
        </p:grpSpPr>
        <p:sp>
          <p:nvSpPr>
            <p:cNvPr id="2957" name="Google Shape;2957;p65"/>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5"/>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9" name="Google Shape;2959;p65"/>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5"/>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61" name="Google Shape;2961;p65"/>
          <p:cNvGrpSpPr/>
          <p:nvPr/>
        </p:nvGrpSpPr>
        <p:grpSpPr>
          <a:xfrm>
            <a:off x="6029935" y="2940910"/>
            <a:ext cx="587865" cy="517731"/>
            <a:chOff x="6000718" y="3070557"/>
            <a:chExt cx="587865" cy="517731"/>
          </a:xfrm>
        </p:grpSpPr>
        <p:sp>
          <p:nvSpPr>
            <p:cNvPr id="2962" name="Google Shape;2962;p65"/>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5"/>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5"/>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5"/>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5"/>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5"/>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5"/>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65"/>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65"/>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5"/>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2" name="Google Shape;2972;p65"/>
          <p:cNvGrpSpPr/>
          <p:nvPr/>
        </p:nvGrpSpPr>
        <p:grpSpPr>
          <a:xfrm>
            <a:off x="6044740" y="3584570"/>
            <a:ext cx="557665" cy="516387"/>
            <a:chOff x="6015523" y="3714217"/>
            <a:chExt cx="557665" cy="516387"/>
          </a:xfrm>
        </p:grpSpPr>
        <p:grpSp>
          <p:nvGrpSpPr>
            <p:cNvPr id="2973" name="Google Shape;2973;p65"/>
            <p:cNvGrpSpPr/>
            <p:nvPr/>
          </p:nvGrpSpPr>
          <p:grpSpPr>
            <a:xfrm>
              <a:off x="6036094" y="3716980"/>
              <a:ext cx="529822" cy="510480"/>
              <a:chOff x="3148311" y="-545634"/>
              <a:chExt cx="1006118" cy="969572"/>
            </a:xfrm>
          </p:grpSpPr>
          <p:sp>
            <p:nvSpPr>
              <p:cNvPr id="2974" name="Google Shape;2974;p65"/>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5"/>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5"/>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65"/>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65"/>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5"/>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5"/>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5"/>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5"/>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5"/>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84" name="Google Shape;2984;p65"/>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5" name="Google Shape;2985;p65"/>
          <p:cNvGrpSpPr/>
          <p:nvPr/>
        </p:nvGrpSpPr>
        <p:grpSpPr>
          <a:xfrm>
            <a:off x="6673522" y="2943981"/>
            <a:ext cx="576302" cy="511871"/>
            <a:chOff x="6644304" y="3073628"/>
            <a:chExt cx="576302" cy="511871"/>
          </a:xfrm>
        </p:grpSpPr>
        <p:grpSp>
          <p:nvGrpSpPr>
            <p:cNvPr id="2986" name="Google Shape;2986;p65"/>
            <p:cNvGrpSpPr/>
            <p:nvPr/>
          </p:nvGrpSpPr>
          <p:grpSpPr>
            <a:xfrm>
              <a:off x="6712169" y="3073651"/>
              <a:ext cx="481611" cy="506713"/>
              <a:chOff x="1833536" y="-546641"/>
              <a:chExt cx="914567" cy="962419"/>
            </a:xfrm>
          </p:grpSpPr>
          <p:grpSp>
            <p:nvGrpSpPr>
              <p:cNvPr id="2987" name="Google Shape;2987;p65"/>
              <p:cNvGrpSpPr/>
              <p:nvPr/>
            </p:nvGrpSpPr>
            <p:grpSpPr>
              <a:xfrm>
                <a:off x="1833536" y="-524249"/>
                <a:ext cx="914567" cy="940027"/>
                <a:chOff x="1833536" y="-524249"/>
                <a:chExt cx="914567" cy="940027"/>
              </a:xfrm>
            </p:grpSpPr>
            <p:sp>
              <p:nvSpPr>
                <p:cNvPr id="2988" name="Google Shape;2988;p65"/>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5"/>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65"/>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65"/>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5"/>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3" name="Google Shape;2993;p65"/>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5"/>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5"/>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5"/>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7" name="Google Shape;2997;p6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8" name="Google Shape;2998;p65"/>
          <p:cNvGrpSpPr/>
          <p:nvPr/>
        </p:nvGrpSpPr>
        <p:grpSpPr>
          <a:xfrm>
            <a:off x="5938558" y="1033351"/>
            <a:ext cx="2435960" cy="1297725"/>
            <a:chOff x="233350" y="949250"/>
            <a:chExt cx="7137300" cy="3802300"/>
          </a:xfrm>
        </p:grpSpPr>
        <p:sp>
          <p:nvSpPr>
            <p:cNvPr id="2999" name="Google Shape;2999;p6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6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6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6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6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6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6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6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6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6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6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6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6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6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6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6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6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6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6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6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6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6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6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6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6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6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6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6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6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6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6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6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6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6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6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6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6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6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6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6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6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6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6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6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0" name="Google Shape;3050;p65"/>
          <p:cNvGrpSpPr/>
          <p:nvPr/>
        </p:nvGrpSpPr>
        <p:grpSpPr>
          <a:xfrm>
            <a:off x="731715" y="995041"/>
            <a:ext cx="2665073" cy="1317140"/>
            <a:chOff x="793334" y="1192826"/>
            <a:chExt cx="2665073" cy="1317140"/>
          </a:xfrm>
        </p:grpSpPr>
        <p:sp>
          <p:nvSpPr>
            <p:cNvPr id="3051" name="Google Shape;3051;p65"/>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65"/>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65"/>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65"/>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65"/>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65"/>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65"/>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65"/>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65"/>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65"/>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65"/>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65"/>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65"/>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65"/>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65"/>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65"/>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65"/>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65"/>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65"/>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65"/>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65"/>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65"/>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65"/>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65"/>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65"/>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65"/>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65"/>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65"/>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65"/>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65"/>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65"/>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65"/>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65"/>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65"/>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65"/>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65"/>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65"/>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65"/>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65"/>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65"/>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65"/>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65"/>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65"/>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65"/>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65"/>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65"/>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65"/>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65"/>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65"/>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65"/>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65"/>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65"/>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65"/>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65"/>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65"/>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65"/>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65"/>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65"/>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65"/>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65"/>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65"/>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65"/>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65"/>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65"/>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65"/>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65"/>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65"/>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65"/>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65"/>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65"/>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5"/>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65"/>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65"/>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65"/>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65"/>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65"/>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65"/>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65"/>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65"/>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65"/>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65"/>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65"/>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65"/>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65"/>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65"/>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65"/>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65"/>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65"/>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65"/>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65"/>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65"/>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65"/>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65"/>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65"/>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65"/>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65"/>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65"/>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65"/>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65"/>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65"/>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65"/>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65"/>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65"/>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65"/>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5"/>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65"/>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65"/>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65"/>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5"/>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65"/>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65"/>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65"/>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65"/>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65"/>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65"/>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65"/>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65"/>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65"/>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65"/>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65"/>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65"/>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65"/>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65"/>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65"/>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65"/>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65"/>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65"/>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65"/>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65"/>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65"/>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5"/>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65"/>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65"/>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65"/>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65"/>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65"/>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65"/>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65"/>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65"/>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65"/>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65"/>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65"/>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65"/>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65"/>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65"/>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65"/>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65"/>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65"/>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65"/>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65"/>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65"/>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65"/>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65"/>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65"/>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65"/>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65"/>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65"/>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5"/>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65"/>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65"/>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65"/>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65"/>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65"/>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5"/>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65"/>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65"/>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65"/>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65"/>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65"/>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65"/>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65"/>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65"/>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65"/>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65"/>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65"/>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65"/>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65"/>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65"/>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65"/>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65"/>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65"/>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5"/>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65"/>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65"/>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65"/>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65"/>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65"/>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5"/>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65"/>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65"/>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65"/>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65"/>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65"/>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65"/>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65"/>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65"/>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5"/>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65"/>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65"/>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65"/>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65"/>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5"/>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5"/>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65"/>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65"/>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65"/>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5"/>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5"/>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5"/>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5"/>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65"/>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65"/>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65"/>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65"/>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5"/>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65"/>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65"/>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65"/>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65"/>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65"/>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65"/>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65"/>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65"/>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65"/>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65"/>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65"/>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65"/>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65"/>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65"/>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65"/>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65"/>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65"/>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5"/>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65"/>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65"/>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65"/>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65"/>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65"/>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5"/>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65"/>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65"/>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65"/>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65"/>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65"/>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65"/>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65"/>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65"/>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65"/>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65"/>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65"/>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65"/>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65"/>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65"/>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65"/>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65"/>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65"/>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65"/>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65"/>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65"/>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65"/>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65"/>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65"/>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65"/>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65"/>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65"/>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65"/>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65"/>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65"/>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65"/>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65"/>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65"/>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65"/>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65"/>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65"/>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65"/>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65"/>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65"/>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65"/>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65"/>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65"/>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65"/>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65"/>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65"/>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65"/>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65"/>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65"/>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65"/>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65"/>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65"/>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65"/>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65"/>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65"/>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65"/>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65"/>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65"/>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65"/>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65"/>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65"/>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65"/>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65"/>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65"/>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65"/>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65"/>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65"/>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65"/>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65"/>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65"/>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65"/>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65"/>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65"/>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65"/>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65"/>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65"/>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65"/>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65"/>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65"/>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65"/>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65"/>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65"/>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65"/>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65"/>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65"/>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65"/>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65"/>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65"/>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65"/>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65"/>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65"/>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65"/>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65"/>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65"/>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65"/>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65"/>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65"/>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65"/>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65"/>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65"/>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65"/>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65"/>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65"/>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65"/>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65"/>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65"/>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65"/>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65"/>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65"/>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65"/>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65"/>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65"/>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65"/>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65"/>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65"/>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65"/>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65"/>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65"/>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65"/>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65"/>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65"/>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65"/>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65"/>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65"/>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65"/>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65"/>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65"/>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65"/>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65"/>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65"/>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65"/>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65"/>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65"/>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65"/>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65"/>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65"/>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5"/>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65"/>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65"/>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65"/>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65"/>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5"/>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65"/>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65"/>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5"/>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5"/>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65"/>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5"/>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65"/>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65"/>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5"/>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65"/>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65"/>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65"/>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65"/>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65"/>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65"/>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65"/>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65"/>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5"/>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5"/>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65"/>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65"/>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65"/>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65"/>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65"/>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65"/>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65"/>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5"/>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5"/>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65"/>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5"/>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65"/>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65"/>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5"/>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65"/>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65"/>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65"/>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65"/>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65"/>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5"/>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65"/>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65"/>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65"/>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65"/>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65"/>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5"/>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5"/>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65"/>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65"/>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65"/>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5"/>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5"/>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65"/>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65"/>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65"/>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65"/>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65"/>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5"/>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5"/>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65"/>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65"/>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65"/>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65"/>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65"/>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65"/>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65"/>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65"/>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65"/>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65"/>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65"/>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65"/>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65"/>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65"/>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65"/>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5"/>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5"/>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5"/>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5"/>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65"/>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5"/>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5"/>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5"/>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5"/>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5"/>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5"/>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5"/>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5"/>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5"/>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5"/>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5"/>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5"/>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5"/>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5"/>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5"/>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5"/>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5"/>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5"/>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5"/>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5"/>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5"/>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5"/>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5"/>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5"/>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5"/>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5"/>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5"/>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5"/>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5"/>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5"/>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5"/>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5"/>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5"/>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5"/>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5"/>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5"/>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5"/>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5"/>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5"/>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5"/>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65"/>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5"/>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5"/>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65"/>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5"/>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5"/>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5"/>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5"/>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5"/>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5"/>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5"/>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5"/>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5"/>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5"/>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5"/>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5"/>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5"/>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5"/>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5"/>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65"/>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65"/>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5"/>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5"/>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5"/>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5"/>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65"/>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65"/>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5"/>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5"/>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5"/>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5"/>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5"/>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65"/>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65"/>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5"/>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5"/>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65"/>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5"/>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65"/>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65"/>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65"/>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65"/>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65"/>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65"/>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65"/>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65"/>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65"/>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65"/>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65"/>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5"/>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65"/>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65"/>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65"/>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65"/>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5"/>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5"/>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65"/>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65"/>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5"/>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65"/>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65"/>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65"/>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65"/>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65"/>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5"/>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65"/>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5"/>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5"/>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65"/>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65"/>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5"/>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5"/>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5"/>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5"/>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5"/>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5"/>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5"/>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5"/>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5"/>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5"/>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5"/>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5"/>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5"/>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65"/>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65"/>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5"/>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5"/>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5"/>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5"/>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5"/>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5"/>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5"/>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5"/>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5"/>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5"/>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5"/>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5"/>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5"/>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5"/>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5"/>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5"/>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5"/>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65"/>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5"/>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5"/>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5"/>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5"/>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5"/>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5"/>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5"/>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5"/>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5"/>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5"/>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5"/>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5"/>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5"/>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5"/>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5"/>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5"/>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5"/>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5"/>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5"/>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5"/>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5"/>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5"/>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5"/>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5"/>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5"/>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5"/>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5"/>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5"/>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5"/>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5"/>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5"/>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5"/>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5"/>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5"/>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5"/>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5"/>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5"/>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65"/>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65"/>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5"/>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5"/>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5"/>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5"/>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5"/>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5"/>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5"/>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5"/>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5"/>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5"/>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5"/>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5"/>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5"/>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5"/>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5"/>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5"/>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5"/>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5"/>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5"/>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5"/>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5"/>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5"/>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5"/>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5"/>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5"/>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5"/>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5"/>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5"/>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5"/>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5"/>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5"/>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5"/>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5"/>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5"/>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5"/>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5"/>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5"/>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5"/>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5"/>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5"/>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5"/>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5"/>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5"/>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5"/>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5"/>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5"/>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5"/>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5"/>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5"/>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5"/>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5"/>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5"/>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5"/>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5"/>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5"/>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5"/>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5"/>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5"/>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5"/>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5"/>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5"/>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5"/>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5"/>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5"/>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5"/>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5"/>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5"/>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5"/>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5"/>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5"/>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5"/>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5"/>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5"/>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5"/>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5"/>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5"/>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5"/>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5"/>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5"/>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5"/>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5"/>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5"/>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5"/>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5"/>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5"/>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5"/>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5"/>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5"/>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5"/>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5"/>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5"/>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5"/>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5"/>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5"/>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5"/>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5"/>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5"/>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5"/>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5"/>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5"/>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5"/>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5"/>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5"/>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5"/>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5"/>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5"/>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5"/>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5"/>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5"/>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5"/>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5"/>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65"/>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5"/>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5"/>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5"/>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5"/>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5"/>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65"/>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65"/>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5"/>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65"/>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5"/>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5"/>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5"/>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5"/>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5"/>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5"/>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5"/>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5"/>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65"/>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65"/>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5"/>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65"/>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5"/>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5"/>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5"/>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5"/>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5"/>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5"/>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5"/>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5"/>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5"/>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5"/>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5"/>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5"/>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5"/>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65"/>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65"/>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5"/>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5"/>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5"/>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65"/>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65"/>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65"/>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5"/>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5"/>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5"/>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5"/>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5"/>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5"/>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5"/>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65"/>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5"/>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5"/>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5"/>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5"/>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5"/>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5"/>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5"/>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5"/>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5"/>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5"/>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5"/>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5"/>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5"/>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5"/>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5"/>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5"/>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5"/>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5"/>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5"/>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5"/>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5"/>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5"/>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5"/>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5"/>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5"/>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5"/>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5"/>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5"/>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5"/>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5"/>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5"/>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5"/>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5"/>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5"/>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5"/>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5"/>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5"/>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5"/>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5"/>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5"/>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5"/>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5"/>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5"/>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5"/>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5"/>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5"/>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5"/>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5"/>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5"/>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5"/>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5"/>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5"/>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5"/>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5"/>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5"/>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5"/>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5"/>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5"/>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5"/>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5"/>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5"/>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5"/>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5"/>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5"/>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5"/>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5"/>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5"/>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5"/>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5"/>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5"/>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5"/>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5"/>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5"/>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5"/>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5"/>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5"/>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5"/>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5"/>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5"/>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5"/>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5"/>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5"/>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5"/>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5"/>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5"/>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5"/>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5"/>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5"/>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5"/>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5"/>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5"/>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5"/>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5"/>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5"/>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5"/>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5"/>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5"/>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5"/>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5"/>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5"/>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5"/>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5"/>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5"/>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5"/>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5"/>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5"/>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5"/>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5"/>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5"/>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5"/>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5"/>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5"/>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5"/>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5"/>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5"/>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5"/>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5"/>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5"/>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5"/>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5"/>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5"/>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5"/>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5"/>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5"/>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5"/>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5"/>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5"/>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5"/>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5"/>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5"/>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5"/>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5"/>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5"/>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5"/>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5"/>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5"/>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5"/>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5"/>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5"/>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5"/>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5"/>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5"/>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5"/>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5"/>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5"/>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5"/>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5"/>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5"/>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5"/>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5"/>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5"/>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5"/>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5"/>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5"/>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5"/>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5"/>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5"/>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5"/>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5"/>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5"/>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5"/>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5"/>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5"/>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5"/>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5"/>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5"/>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5"/>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5"/>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5"/>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5"/>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5"/>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5"/>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5"/>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5"/>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5"/>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5"/>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5"/>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5"/>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5"/>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5"/>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5"/>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5"/>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5"/>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5"/>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5"/>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5"/>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5"/>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5"/>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5"/>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5"/>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5"/>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5"/>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5"/>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5"/>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5"/>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5"/>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5"/>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5"/>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5"/>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5"/>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5"/>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5"/>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5"/>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5"/>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5"/>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5"/>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5"/>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5"/>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5"/>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5"/>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5"/>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5"/>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5"/>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5"/>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5"/>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5"/>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5"/>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5"/>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5"/>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5"/>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5"/>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5"/>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5"/>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5"/>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5"/>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5"/>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5"/>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5"/>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5"/>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5"/>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5"/>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5"/>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5"/>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5"/>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5"/>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5"/>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5"/>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5"/>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5"/>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5"/>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5"/>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5"/>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5"/>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5"/>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5"/>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5"/>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5"/>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5"/>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5"/>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5"/>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5"/>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5"/>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5"/>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5"/>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5"/>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5"/>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5"/>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5"/>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5"/>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5"/>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5"/>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5"/>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5"/>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5"/>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5"/>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5"/>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5"/>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5"/>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5"/>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5"/>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5"/>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5"/>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5"/>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5"/>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5"/>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5"/>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5"/>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5"/>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5"/>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5"/>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5"/>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5"/>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5"/>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5"/>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5"/>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5"/>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5"/>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5"/>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5"/>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5"/>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5"/>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5"/>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5"/>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5"/>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5"/>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5"/>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5"/>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5"/>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5"/>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5"/>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5"/>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5"/>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5"/>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5"/>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5"/>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5"/>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5"/>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5"/>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5"/>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5"/>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5"/>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5"/>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5"/>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5"/>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5"/>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5"/>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5"/>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5"/>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5"/>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5"/>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5"/>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5"/>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5"/>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5"/>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5"/>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5"/>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5"/>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5"/>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5"/>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5"/>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5"/>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5"/>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5"/>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5"/>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5"/>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5"/>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5"/>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5"/>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5"/>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5"/>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5"/>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5"/>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5"/>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5"/>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5"/>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5"/>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5"/>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5"/>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5"/>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5"/>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5"/>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5"/>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65"/>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65"/>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5"/>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5"/>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5"/>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5"/>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5"/>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5"/>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5"/>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5"/>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5"/>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5"/>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65"/>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65"/>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5"/>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5"/>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5"/>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5"/>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5"/>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5"/>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5"/>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5"/>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65"/>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65"/>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5"/>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5"/>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5"/>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5"/>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5"/>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5"/>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5"/>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5"/>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5"/>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5"/>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5"/>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5"/>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5"/>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5"/>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5"/>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65"/>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65"/>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65"/>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5"/>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5"/>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5"/>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5"/>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5"/>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5"/>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5"/>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5"/>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5"/>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5"/>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5"/>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5"/>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5"/>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5"/>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5"/>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5"/>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5"/>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5"/>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5"/>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5"/>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5"/>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5"/>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5"/>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5"/>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5"/>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5"/>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5"/>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5"/>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5"/>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5"/>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5"/>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5"/>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5"/>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5"/>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5"/>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5"/>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5"/>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5"/>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5"/>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5"/>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5"/>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5"/>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5"/>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5"/>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5"/>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5"/>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5"/>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65"/>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65"/>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65"/>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65"/>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5"/>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5"/>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5"/>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5"/>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5"/>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5"/>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5"/>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5"/>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5"/>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5"/>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5"/>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5"/>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5"/>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5"/>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5"/>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5"/>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5"/>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5"/>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5"/>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5"/>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5"/>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5"/>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5"/>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5"/>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5"/>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5"/>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5"/>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5"/>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5"/>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5"/>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5"/>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5"/>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5"/>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5"/>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5"/>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5"/>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5"/>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5"/>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5"/>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5"/>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5"/>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5"/>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5"/>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5"/>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5"/>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5"/>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5"/>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5"/>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5"/>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5"/>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5"/>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5"/>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5"/>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5"/>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5"/>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5"/>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5"/>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65"/>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65"/>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5"/>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65"/>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65"/>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5"/>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5"/>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5"/>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5"/>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5"/>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5"/>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65"/>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65"/>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65"/>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65"/>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65"/>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65"/>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65"/>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65"/>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65"/>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65"/>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65"/>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65"/>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65"/>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65"/>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65"/>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65"/>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65"/>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65"/>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65"/>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65"/>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65"/>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5"/>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65"/>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65"/>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5"/>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65"/>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65"/>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5"/>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65"/>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65"/>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5"/>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65"/>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65"/>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65"/>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65"/>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65"/>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65"/>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65"/>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65"/>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65"/>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65"/>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65"/>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65"/>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65"/>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65"/>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65"/>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65"/>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5"/>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65"/>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65"/>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65"/>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65"/>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65"/>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65"/>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65"/>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65"/>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65"/>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65"/>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65"/>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65"/>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65"/>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65"/>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65"/>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65"/>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65"/>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65"/>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65"/>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65"/>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65"/>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65"/>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65"/>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65"/>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65"/>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65"/>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5"/>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65"/>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65"/>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5"/>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65"/>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65"/>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65"/>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65"/>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5"/>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65"/>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65"/>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65"/>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65"/>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5"/>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65"/>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65"/>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65"/>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65"/>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65"/>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65"/>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65"/>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65"/>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5"/>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65"/>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65"/>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65"/>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65"/>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65"/>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5"/>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65"/>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65"/>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65"/>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5"/>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5"/>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5"/>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5"/>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5"/>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5"/>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5"/>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5"/>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65"/>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65"/>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5"/>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5"/>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5"/>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5"/>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5"/>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5"/>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5"/>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5"/>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65"/>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65"/>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65"/>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65"/>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5"/>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5"/>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5"/>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5"/>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5"/>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5"/>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5"/>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5"/>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5"/>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5"/>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5"/>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5"/>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5"/>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5"/>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65"/>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65"/>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65"/>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65"/>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65"/>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65"/>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65"/>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65"/>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65"/>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65"/>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65"/>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65"/>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65"/>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65"/>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65"/>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5"/>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5"/>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65"/>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65"/>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65"/>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65"/>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65"/>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5"/>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65"/>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65"/>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5"/>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5"/>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5"/>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5"/>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5"/>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65"/>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65"/>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5"/>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65"/>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65"/>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65"/>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65"/>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5"/>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5"/>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5"/>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65"/>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65"/>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5"/>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65"/>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5"/>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5"/>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5"/>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65"/>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5"/>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5"/>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5"/>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5"/>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65"/>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5"/>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65"/>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5"/>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5"/>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5"/>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5"/>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5"/>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5"/>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5"/>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5"/>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5"/>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5"/>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5"/>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5"/>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5"/>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5"/>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5"/>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5"/>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5"/>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5"/>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5"/>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5"/>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5"/>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5"/>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5"/>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5"/>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5"/>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5"/>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65"/>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65"/>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5"/>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5"/>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65"/>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5"/>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65"/>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65"/>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5"/>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5"/>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5"/>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5"/>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65"/>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5"/>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65"/>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65"/>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5"/>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5"/>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5"/>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5"/>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5"/>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65"/>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5"/>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5"/>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5"/>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5"/>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65"/>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65"/>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65"/>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5"/>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5"/>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5"/>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5"/>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5"/>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5"/>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65"/>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65"/>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65"/>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5"/>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65"/>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5"/>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5"/>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65"/>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65"/>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65"/>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65"/>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5"/>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65"/>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65"/>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5"/>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65"/>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65"/>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65"/>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65"/>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65"/>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5"/>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65"/>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65"/>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65"/>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65"/>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65"/>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65"/>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5"/>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65"/>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65"/>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65"/>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65"/>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65"/>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65"/>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65"/>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65"/>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65"/>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65"/>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65"/>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65"/>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65"/>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65"/>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65"/>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65"/>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65"/>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65"/>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65"/>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65"/>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5"/>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65"/>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65"/>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65"/>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65"/>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65"/>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65"/>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65"/>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5"/>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5"/>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65"/>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65"/>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65"/>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65"/>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65"/>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65"/>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5"/>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5"/>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65"/>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5"/>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65"/>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65"/>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65"/>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65"/>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65"/>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65"/>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5"/>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65"/>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65"/>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5"/>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65"/>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65"/>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5"/>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5"/>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5"/>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65"/>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65"/>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5"/>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5"/>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65"/>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65"/>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5"/>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5"/>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5"/>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5"/>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5"/>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5"/>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5"/>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5"/>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5"/>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65"/>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65"/>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5"/>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65"/>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65"/>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5"/>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65"/>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65"/>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5"/>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65"/>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65"/>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5"/>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65"/>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65"/>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5"/>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65"/>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65"/>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65"/>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65"/>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65"/>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65"/>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65"/>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65"/>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65"/>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5"/>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65"/>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65"/>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65"/>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5"/>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65"/>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65"/>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65"/>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5"/>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5"/>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65"/>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65"/>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5"/>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65"/>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65"/>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5"/>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5"/>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5"/>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65"/>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5"/>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5"/>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65"/>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65"/>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5"/>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65"/>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65"/>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5"/>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65"/>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65"/>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5"/>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5"/>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5"/>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5"/>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5"/>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65"/>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65"/>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65"/>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5"/>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5"/>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5"/>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5"/>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5"/>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5"/>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5"/>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5"/>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5"/>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5"/>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65"/>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5"/>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5"/>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5"/>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65"/>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65"/>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5"/>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65"/>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65"/>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5"/>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65"/>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65"/>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5"/>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65"/>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65"/>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5"/>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5"/>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5"/>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65"/>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65"/>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5"/>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65"/>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65"/>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5"/>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5"/>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65"/>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65"/>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65"/>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65"/>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5"/>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5"/>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5"/>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65"/>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65"/>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65"/>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5"/>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5"/>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65"/>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65"/>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5"/>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5"/>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5"/>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5"/>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65"/>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65"/>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65"/>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5"/>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65"/>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65"/>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65"/>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65"/>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65"/>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65"/>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65"/>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65"/>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5"/>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5"/>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5"/>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5"/>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5"/>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5"/>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5"/>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5"/>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5"/>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5"/>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5"/>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5"/>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5"/>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5"/>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5"/>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5"/>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5"/>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5"/>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5"/>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5"/>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5"/>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5"/>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5"/>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5"/>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5"/>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5"/>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5"/>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5"/>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5"/>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5"/>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5"/>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5"/>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5"/>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5"/>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5"/>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5"/>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5"/>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5"/>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5"/>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5"/>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5"/>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5"/>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5"/>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5"/>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5"/>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65"/>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5"/>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5"/>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5"/>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5"/>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5"/>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5"/>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5"/>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5"/>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5"/>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5"/>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5"/>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5"/>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65"/>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65"/>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65"/>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5"/>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5"/>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5"/>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65"/>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65"/>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5"/>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5"/>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65"/>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65"/>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5"/>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5"/>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5"/>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5"/>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5"/>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5"/>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5"/>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65"/>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5"/>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5"/>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65"/>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5"/>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5"/>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65"/>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65"/>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65"/>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65"/>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65"/>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65"/>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65"/>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65"/>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65"/>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65"/>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65"/>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5"/>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5"/>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5"/>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65"/>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65"/>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5"/>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5"/>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5"/>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65"/>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65"/>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5"/>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5"/>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5"/>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65"/>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65"/>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65"/>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65"/>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65"/>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65"/>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65"/>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65"/>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65"/>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5"/>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5"/>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5"/>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65"/>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5"/>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5"/>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5"/>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65"/>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65"/>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65"/>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65"/>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65"/>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65"/>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65"/>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5"/>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5"/>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65"/>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65"/>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65"/>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65"/>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65"/>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65"/>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65"/>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65"/>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5"/>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5"/>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5"/>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5"/>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65"/>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65"/>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5"/>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5"/>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65"/>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5"/>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5"/>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65"/>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65"/>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5"/>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5"/>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65"/>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5"/>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5"/>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5"/>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65"/>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5"/>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5"/>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5"/>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5"/>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5"/>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5"/>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5"/>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5"/>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5"/>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5"/>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5"/>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5"/>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5"/>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5"/>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5"/>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65"/>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5"/>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5"/>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5"/>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65"/>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65"/>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5"/>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5"/>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5"/>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5"/>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5"/>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5"/>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5"/>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5"/>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5"/>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5"/>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5"/>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5"/>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5"/>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5"/>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5"/>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5"/>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5"/>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5"/>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5"/>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5"/>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65"/>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65"/>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65"/>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5"/>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5"/>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5"/>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5"/>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65"/>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5"/>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5"/>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65"/>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65"/>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5"/>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5"/>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5"/>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65"/>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65"/>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5"/>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5"/>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65"/>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5"/>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5"/>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65"/>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65"/>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65"/>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65"/>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65"/>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5"/>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65"/>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65"/>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65"/>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65"/>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65"/>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65"/>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65"/>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5"/>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5"/>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65"/>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5"/>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5"/>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65"/>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65"/>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5"/>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5"/>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5"/>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65"/>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5"/>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5"/>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5"/>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5"/>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5"/>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5"/>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5"/>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5"/>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5"/>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5"/>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5"/>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5"/>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5"/>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5"/>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5"/>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5"/>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65"/>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5"/>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5"/>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5"/>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5"/>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65"/>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65"/>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5"/>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5"/>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5"/>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5"/>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5"/>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5"/>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5"/>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5"/>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5"/>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5"/>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5"/>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5"/>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5"/>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5"/>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5"/>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5"/>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5"/>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5"/>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65"/>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5"/>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5"/>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5"/>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5"/>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5"/>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5"/>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5"/>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65"/>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5"/>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5"/>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5"/>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5"/>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5"/>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5"/>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5"/>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5"/>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5"/>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5"/>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5"/>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5"/>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5"/>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5"/>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5"/>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5"/>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5"/>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5"/>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5"/>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5"/>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65"/>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65"/>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5"/>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5"/>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65"/>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5"/>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5"/>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5"/>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5"/>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5"/>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5"/>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5"/>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5"/>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5"/>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5"/>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5"/>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5"/>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5"/>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5"/>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5"/>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5"/>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65"/>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65"/>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5"/>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5"/>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5"/>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5"/>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65"/>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5"/>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5"/>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65"/>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5"/>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5"/>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5"/>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5"/>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5"/>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5"/>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5"/>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5"/>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5"/>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5"/>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5"/>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5"/>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5"/>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65"/>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5"/>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5"/>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65"/>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5"/>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5"/>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5"/>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5"/>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5"/>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5"/>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5"/>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5"/>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5"/>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5"/>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5"/>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5"/>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5"/>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5"/>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5"/>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5"/>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5"/>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5"/>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5"/>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5"/>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5"/>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5"/>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5"/>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5"/>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5"/>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5"/>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5"/>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5"/>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5"/>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5"/>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5"/>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5"/>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5"/>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5"/>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5"/>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5"/>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5"/>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5"/>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5"/>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65"/>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65"/>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5"/>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5"/>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5"/>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5"/>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5"/>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5"/>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5"/>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5"/>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5"/>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5"/>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5"/>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5"/>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5"/>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5"/>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5"/>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5"/>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5"/>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5"/>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5"/>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65"/>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5"/>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65"/>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65"/>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5"/>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5"/>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65"/>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5"/>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5"/>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65"/>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5"/>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65"/>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65"/>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5"/>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65"/>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65"/>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5"/>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65"/>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65"/>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5"/>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5"/>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65"/>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5"/>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5"/>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5"/>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65"/>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5"/>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65"/>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65"/>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5"/>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5"/>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5"/>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5"/>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5"/>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5"/>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5"/>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5"/>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5"/>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65"/>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5"/>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5"/>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5"/>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65"/>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65"/>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65"/>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65"/>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65"/>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65"/>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65"/>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65"/>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65"/>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65"/>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65"/>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65"/>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65"/>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65"/>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65"/>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65"/>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65"/>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65"/>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65"/>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65"/>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65"/>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65"/>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65"/>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65"/>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65"/>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65"/>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65"/>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5"/>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65"/>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5"/>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5"/>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5"/>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5"/>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65"/>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65"/>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5"/>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5"/>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5"/>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65"/>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65"/>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65"/>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65"/>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65"/>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65"/>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65"/>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65"/>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65"/>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65"/>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65"/>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65"/>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65"/>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65"/>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65"/>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65"/>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65"/>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65"/>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65"/>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65"/>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65"/>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65"/>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65"/>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65"/>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65"/>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65"/>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65"/>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65"/>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65"/>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65"/>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65"/>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65"/>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65"/>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65"/>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65"/>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65"/>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65"/>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65"/>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65"/>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65"/>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65"/>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5"/>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65"/>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65"/>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65"/>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65"/>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65"/>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5"/>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65"/>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65"/>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65"/>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65"/>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65"/>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65"/>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65"/>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65"/>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65"/>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65"/>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65"/>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65"/>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65"/>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65"/>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65"/>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65"/>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65"/>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65"/>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65"/>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65"/>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65"/>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65"/>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65"/>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65"/>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65"/>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65"/>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65"/>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65"/>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65"/>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65"/>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65"/>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65"/>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65"/>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65"/>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65"/>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65"/>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65"/>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65"/>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65"/>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65"/>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65"/>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65"/>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65"/>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65"/>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65"/>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65"/>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65"/>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65"/>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65"/>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65"/>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65"/>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65"/>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65"/>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65"/>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65"/>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65"/>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65"/>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65"/>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65"/>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65"/>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65"/>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65"/>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65"/>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65"/>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65"/>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65"/>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65"/>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65"/>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65"/>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65"/>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65"/>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65"/>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65"/>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65"/>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65"/>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65"/>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65"/>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65"/>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65"/>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65"/>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65"/>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65"/>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65"/>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65"/>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65"/>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65"/>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65"/>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65"/>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65"/>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65"/>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65"/>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65"/>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65"/>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65"/>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65"/>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65"/>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65"/>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65"/>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65"/>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65"/>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65"/>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65"/>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65"/>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65"/>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65"/>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65"/>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65"/>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65"/>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65"/>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65"/>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65"/>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65"/>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65"/>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65"/>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65"/>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65"/>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65"/>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65"/>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65"/>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65"/>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65"/>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65"/>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65"/>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65"/>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65"/>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65"/>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65"/>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65"/>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65"/>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65"/>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65"/>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65"/>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65"/>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65"/>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65"/>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65"/>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65"/>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65"/>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65"/>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65"/>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65"/>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65"/>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65"/>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65"/>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65"/>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65"/>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65"/>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65"/>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65"/>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65"/>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65"/>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65"/>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65"/>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65"/>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65"/>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65"/>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65"/>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65"/>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65"/>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65"/>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65"/>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65"/>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65"/>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65"/>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65"/>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65"/>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65"/>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65"/>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65"/>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65"/>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65"/>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65"/>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65"/>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65"/>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65"/>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65"/>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65"/>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65"/>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65"/>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65"/>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65"/>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65"/>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65"/>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65"/>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65"/>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65"/>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65"/>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65"/>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65"/>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65"/>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65"/>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65"/>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65"/>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65"/>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65"/>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65"/>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65"/>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65"/>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65"/>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65"/>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65"/>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65"/>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65"/>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65"/>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65"/>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65"/>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65"/>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65"/>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65"/>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65"/>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65"/>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65"/>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65"/>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65"/>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65"/>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65"/>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65"/>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65"/>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65"/>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65"/>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65"/>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65"/>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65"/>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65"/>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65"/>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65"/>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65"/>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65"/>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65"/>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65"/>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65"/>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65"/>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65"/>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65"/>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65"/>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65"/>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65"/>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65"/>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65"/>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65"/>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65"/>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65"/>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65"/>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65"/>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65"/>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65"/>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65"/>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65"/>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65"/>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65"/>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65"/>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65"/>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65"/>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65"/>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65"/>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65"/>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65"/>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65"/>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65"/>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65"/>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65"/>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65"/>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65"/>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65"/>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65"/>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65"/>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65"/>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65"/>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65"/>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65"/>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65"/>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65"/>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65"/>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65"/>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65"/>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65"/>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65"/>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65"/>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65"/>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65"/>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65"/>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65"/>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65"/>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65"/>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65"/>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65"/>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65"/>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65"/>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65"/>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65"/>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65"/>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65"/>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65"/>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65"/>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65"/>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65"/>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65"/>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65"/>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65"/>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65"/>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65"/>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65"/>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65"/>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65"/>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65"/>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65"/>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65"/>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65"/>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65"/>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65"/>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65"/>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65"/>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65"/>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65"/>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65"/>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65"/>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65"/>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65"/>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65"/>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65"/>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65"/>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65"/>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65"/>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65"/>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65"/>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65"/>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65"/>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65"/>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65"/>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65"/>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65"/>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65"/>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65"/>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65"/>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65"/>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65"/>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65"/>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65"/>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65"/>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65"/>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65"/>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65"/>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65"/>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65"/>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65"/>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65"/>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65"/>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65"/>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65"/>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65"/>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65"/>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65"/>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65"/>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65"/>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65"/>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65"/>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65"/>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65"/>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65"/>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65"/>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65"/>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65"/>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65"/>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65"/>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65"/>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65"/>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65"/>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65"/>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65"/>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65"/>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65"/>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65"/>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65"/>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65"/>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65"/>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65"/>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65"/>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65"/>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65"/>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65"/>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65"/>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65"/>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65"/>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65"/>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65"/>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65"/>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65"/>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65"/>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65"/>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65"/>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65"/>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65"/>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65"/>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65"/>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65"/>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65"/>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65"/>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65"/>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65"/>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65"/>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65"/>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65"/>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65"/>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65"/>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65"/>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65"/>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65"/>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65"/>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65"/>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65"/>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65"/>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65"/>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65"/>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65"/>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65"/>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65"/>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65"/>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65"/>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65"/>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65"/>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65"/>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65"/>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65"/>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65"/>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65"/>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65"/>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65"/>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65"/>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65"/>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65"/>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65"/>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65"/>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65"/>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65"/>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65"/>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65"/>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65"/>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65"/>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65"/>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65"/>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65"/>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65"/>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65"/>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65"/>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65"/>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65"/>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65"/>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65"/>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65"/>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65"/>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65"/>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65"/>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65"/>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65"/>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65"/>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65"/>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65"/>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65"/>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65"/>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65"/>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65"/>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65"/>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65"/>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65"/>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65"/>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65"/>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65"/>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65"/>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65"/>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65"/>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65"/>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65"/>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65"/>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65"/>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65"/>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65"/>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65"/>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65"/>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65"/>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65"/>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65"/>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65"/>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65"/>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65"/>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65"/>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65"/>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65"/>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65"/>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65"/>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65"/>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65"/>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65"/>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65"/>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65"/>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65"/>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65"/>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65"/>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65"/>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65"/>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65"/>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65"/>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65"/>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65"/>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65"/>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65"/>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65"/>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65"/>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65"/>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65"/>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65"/>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65"/>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65"/>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65"/>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65"/>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65"/>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65"/>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65"/>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65"/>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65"/>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65"/>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65"/>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65"/>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65"/>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65"/>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65"/>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65"/>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65"/>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65"/>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65"/>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65"/>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65"/>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65"/>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65"/>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65"/>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65"/>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65"/>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65"/>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65"/>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65"/>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65"/>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65"/>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65"/>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65"/>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65"/>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65"/>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65"/>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65"/>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65"/>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65"/>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65"/>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65"/>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65"/>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65"/>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65"/>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65"/>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65"/>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65"/>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65"/>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65"/>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65"/>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65"/>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65"/>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65"/>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65"/>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65"/>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65"/>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65"/>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65"/>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65"/>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65"/>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65"/>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65"/>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65"/>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65"/>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65"/>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65"/>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65"/>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65"/>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65"/>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65"/>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65"/>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65"/>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65"/>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65"/>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65"/>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65"/>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65"/>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65"/>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65"/>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65"/>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65"/>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65"/>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65"/>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65"/>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65"/>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65"/>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65"/>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65"/>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65"/>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65"/>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65"/>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65"/>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65"/>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65"/>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65"/>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65"/>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65"/>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65"/>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65"/>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65"/>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65"/>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65"/>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65"/>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65"/>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65"/>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65"/>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65"/>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65"/>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65"/>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65"/>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65"/>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65"/>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65"/>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65"/>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65"/>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65"/>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65"/>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65"/>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65"/>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65"/>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65"/>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65"/>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65"/>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65"/>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65"/>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65"/>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65"/>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65"/>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65"/>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65"/>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65"/>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65"/>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65"/>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65"/>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65"/>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65"/>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65"/>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65"/>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65"/>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65"/>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65"/>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65"/>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65"/>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65"/>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65"/>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65"/>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65"/>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65"/>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65"/>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65"/>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65"/>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65"/>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65"/>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65"/>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65"/>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65"/>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65"/>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65"/>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65"/>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65"/>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65"/>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65"/>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65"/>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65"/>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65"/>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65"/>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65"/>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65"/>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65"/>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65"/>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65"/>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65"/>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65"/>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65"/>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65"/>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65"/>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65"/>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65"/>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65"/>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65"/>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65"/>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65"/>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65"/>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65"/>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65"/>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65"/>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65"/>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65"/>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65"/>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65"/>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65"/>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65"/>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65"/>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65"/>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65"/>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65"/>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65"/>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65"/>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65"/>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65"/>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65"/>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65"/>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65"/>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65"/>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65"/>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65"/>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65"/>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65"/>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65"/>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65"/>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65"/>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65"/>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65"/>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65"/>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65"/>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65"/>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65"/>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65"/>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65"/>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65"/>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65"/>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65"/>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65"/>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65"/>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65"/>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65"/>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65"/>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65"/>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65"/>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65"/>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65"/>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65"/>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65"/>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65"/>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65"/>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65"/>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65"/>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65"/>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65"/>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65"/>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65"/>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65"/>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65"/>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65"/>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65"/>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65"/>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65"/>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65"/>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65"/>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65"/>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65"/>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65"/>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65"/>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65"/>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65"/>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65"/>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65"/>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65"/>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65"/>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65"/>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65"/>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65"/>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65"/>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65"/>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65"/>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65"/>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65"/>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65"/>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65"/>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65"/>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65"/>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65"/>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65"/>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65"/>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65"/>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65"/>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65"/>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65"/>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65"/>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65"/>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65"/>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65"/>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65"/>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65"/>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65"/>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65"/>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65"/>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65"/>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65"/>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65"/>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65"/>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65"/>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65"/>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65"/>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65"/>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65"/>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65"/>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65"/>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65"/>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65"/>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65"/>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5"/>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5"/>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65"/>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65"/>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5"/>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5"/>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5"/>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5"/>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5"/>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5"/>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5"/>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65"/>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65"/>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5"/>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5"/>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5"/>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5"/>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5"/>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5"/>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5"/>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65"/>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65"/>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65"/>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5"/>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5"/>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5"/>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5"/>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5"/>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5"/>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5"/>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5"/>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65"/>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5"/>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5"/>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5"/>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5"/>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5"/>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65"/>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65"/>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5"/>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5"/>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5"/>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5"/>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65"/>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65"/>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65"/>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65"/>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65"/>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65"/>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65"/>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65"/>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65"/>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5"/>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5"/>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65"/>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65"/>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65"/>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65"/>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65"/>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65"/>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65"/>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65"/>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65"/>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65"/>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65"/>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65"/>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65"/>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65"/>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65"/>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65"/>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65"/>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5"/>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5"/>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65"/>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65"/>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5"/>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5"/>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5"/>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65"/>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5"/>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5"/>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5"/>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5"/>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5"/>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5"/>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5"/>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5"/>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5"/>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5"/>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5"/>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5"/>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5"/>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5"/>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5"/>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5"/>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5"/>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5"/>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5"/>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65"/>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65"/>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5"/>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5"/>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5"/>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5"/>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5"/>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5"/>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5"/>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5"/>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5"/>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5"/>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5"/>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5"/>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5"/>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5"/>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5"/>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5"/>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5"/>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5"/>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5"/>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5"/>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5"/>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5"/>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5"/>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5"/>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5"/>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5"/>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5"/>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5"/>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5"/>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5"/>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5"/>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5"/>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5"/>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5"/>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5"/>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5"/>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5"/>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5"/>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65"/>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5"/>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5"/>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5"/>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5"/>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5"/>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5"/>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5"/>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5"/>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5"/>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5"/>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5"/>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5"/>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5"/>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5"/>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5"/>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5"/>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5"/>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5"/>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5"/>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5"/>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65"/>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5"/>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5"/>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5"/>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5"/>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5"/>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5"/>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5"/>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5"/>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5"/>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5"/>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5"/>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5"/>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5"/>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5"/>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5"/>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5"/>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5"/>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5"/>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5"/>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5"/>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5"/>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5"/>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5"/>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5"/>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5"/>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5"/>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5"/>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5"/>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5"/>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5"/>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5"/>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5"/>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65"/>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5"/>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5"/>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5"/>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5"/>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5"/>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5"/>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5"/>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5"/>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65"/>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5"/>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5"/>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5"/>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5"/>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5"/>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5"/>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5"/>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65"/>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5"/>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5"/>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5"/>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5"/>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5"/>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5"/>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5"/>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65"/>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5"/>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5"/>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5"/>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5"/>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65"/>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5"/>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5"/>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5"/>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5"/>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5"/>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5"/>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5"/>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65"/>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65"/>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5"/>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5"/>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5"/>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5"/>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65"/>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5"/>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65"/>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65"/>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5"/>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5"/>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5"/>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5"/>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5"/>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5"/>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5"/>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5"/>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5"/>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5"/>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5"/>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65"/>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65"/>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5"/>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5"/>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5"/>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5"/>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5"/>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5"/>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5"/>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5"/>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5"/>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5"/>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5"/>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5"/>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5"/>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5"/>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5"/>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65"/>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5"/>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5"/>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5"/>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5"/>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5"/>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5"/>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5"/>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5"/>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5"/>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5"/>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5"/>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65"/>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65"/>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5"/>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5"/>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5"/>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5"/>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5"/>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5"/>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5"/>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5"/>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5"/>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5"/>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5"/>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5"/>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5"/>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5"/>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5"/>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65"/>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65"/>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5"/>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5"/>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5"/>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5"/>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5"/>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5"/>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5"/>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5"/>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5"/>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5"/>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5"/>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5"/>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5"/>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65"/>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5"/>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5"/>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5"/>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5"/>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5"/>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5"/>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5"/>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5"/>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5"/>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5"/>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5"/>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5"/>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5"/>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5"/>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5"/>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5"/>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5"/>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5"/>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5"/>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5"/>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5"/>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5"/>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5"/>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5"/>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5"/>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5"/>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5"/>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5"/>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5"/>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5"/>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5"/>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5"/>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5"/>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5"/>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5"/>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5"/>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5"/>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5"/>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5"/>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5"/>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5"/>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5"/>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5"/>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5"/>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5"/>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5"/>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5"/>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5"/>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5"/>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5"/>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5"/>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5"/>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5"/>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5"/>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5"/>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5"/>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5"/>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5"/>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5"/>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5"/>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5"/>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5"/>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5"/>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5"/>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5"/>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5"/>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5"/>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5"/>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5"/>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5"/>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5"/>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5"/>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5"/>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5"/>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5"/>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5"/>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5"/>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5"/>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5"/>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5"/>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5"/>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5"/>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5"/>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5"/>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5"/>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5"/>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5"/>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5"/>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5"/>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5"/>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5"/>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5"/>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5"/>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5"/>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5"/>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5"/>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5"/>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5"/>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5"/>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5"/>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5"/>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5"/>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5"/>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5"/>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5"/>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5"/>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5"/>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5"/>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5"/>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5"/>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5"/>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5"/>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5"/>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5"/>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5"/>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5"/>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5"/>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5"/>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5"/>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65"/>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65"/>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5"/>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5"/>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65"/>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5"/>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5"/>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5"/>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5"/>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5"/>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5"/>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5"/>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5"/>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5"/>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5"/>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5"/>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5"/>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5"/>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5"/>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5"/>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5"/>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5"/>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5"/>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5"/>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5"/>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5"/>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65"/>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65"/>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5"/>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5"/>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5"/>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5"/>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5"/>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5"/>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5"/>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5"/>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5"/>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5"/>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5"/>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5"/>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5"/>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5"/>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5"/>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5"/>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5"/>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5"/>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5"/>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5"/>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5"/>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5"/>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5"/>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5"/>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5"/>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5"/>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5"/>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5"/>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5"/>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65"/>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5"/>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5"/>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5"/>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5"/>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5"/>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65"/>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65"/>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5"/>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5"/>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5"/>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5"/>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5"/>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5"/>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5"/>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5"/>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5"/>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5"/>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5"/>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5"/>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5"/>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5"/>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5"/>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5"/>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5"/>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5"/>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65"/>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65"/>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5"/>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5"/>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5"/>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5"/>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5"/>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5"/>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5"/>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5"/>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65"/>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5"/>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5"/>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5"/>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5"/>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65"/>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5"/>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5"/>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5"/>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5"/>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5"/>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65"/>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65"/>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5"/>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5"/>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5"/>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5"/>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5"/>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5"/>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5"/>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5"/>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5"/>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5"/>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5"/>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5"/>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5"/>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65"/>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65"/>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5"/>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5"/>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5"/>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65"/>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5"/>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5"/>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65"/>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5"/>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5"/>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5"/>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5"/>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65"/>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65"/>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5"/>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5"/>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65"/>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5"/>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5"/>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5"/>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5"/>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5"/>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5"/>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5"/>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5"/>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5"/>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65"/>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65"/>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5"/>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5"/>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5"/>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5"/>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5"/>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5"/>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5"/>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5"/>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65"/>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65"/>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5"/>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5"/>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5"/>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5"/>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5"/>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5"/>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65"/>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5"/>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5"/>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5"/>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5"/>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5"/>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5"/>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5"/>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5"/>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5"/>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5"/>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5"/>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5"/>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5"/>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5"/>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5"/>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5"/>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5"/>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65"/>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65"/>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5"/>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5"/>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5"/>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5"/>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5"/>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5"/>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5"/>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65"/>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5"/>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5"/>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5"/>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5"/>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5"/>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5"/>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5"/>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65"/>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5"/>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5"/>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5"/>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65"/>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5"/>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5"/>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5"/>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5"/>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5"/>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5"/>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5"/>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5"/>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5"/>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5"/>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65"/>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5"/>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5"/>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5"/>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5"/>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5"/>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5"/>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5"/>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5"/>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5"/>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5"/>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5"/>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5"/>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5"/>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5"/>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5"/>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5"/>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5"/>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5"/>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5"/>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5"/>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5"/>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5"/>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5"/>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5"/>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5"/>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5"/>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5"/>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5"/>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5"/>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5"/>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5"/>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5"/>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5"/>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5"/>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5"/>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5"/>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5"/>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5"/>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5"/>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5"/>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5"/>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65"/>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65"/>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5"/>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5"/>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5"/>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5"/>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65"/>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65"/>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5"/>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5"/>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5"/>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65"/>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5"/>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5"/>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5"/>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5"/>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5"/>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5"/>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5"/>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65"/>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5"/>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5"/>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5"/>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5"/>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5"/>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5"/>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5"/>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5"/>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5"/>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5"/>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5"/>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5"/>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5"/>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5"/>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5"/>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5"/>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5"/>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5"/>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5"/>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5"/>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5"/>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5"/>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5"/>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5"/>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5"/>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5"/>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5"/>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5"/>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5"/>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5"/>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5"/>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5"/>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5"/>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65"/>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5"/>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5"/>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5"/>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5"/>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5"/>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5"/>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5"/>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5"/>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5"/>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5"/>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5"/>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5"/>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65"/>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5"/>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5"/>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5"/>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5"/>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5"/>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5"/>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5"/>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5"/>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5"/>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5"/>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5"/>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5"/>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5"/>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5"/>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5"/>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5"/>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5"/>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5"/>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5"/>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5"/>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5"/>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5"/>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5"/>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5"/>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5"/>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5"/>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5"/>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5"/>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5"/>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5"/>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5"/>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5"/>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5"/>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5"/>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5"/>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5"/>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5"/>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8" name="Google Shape;7018;p65"/>
          <p:cNvGrpSpPr/>
          <p:nvPr/>
        </p:nvGrpSpPr>
        <p:grpSpPr>
          <a:xfrm>
            <a:off x="3450485" y="919691"/>
            <a:ext cx="2310381" cy="1488888"/>
            <a:chOff x="229225" y="549050"/>
            <a:chExt cx="7161750" cy="4615275"/>
          </a:xfrm>
        </p:grpSpPr>
        <p:sp>
          <p:nvSpPr>
            <p:cNvPr id="7019" name="Google Shape;7019;p65"/>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5"/>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5"/>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5"/>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65"/>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65"/>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5"/>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5"/>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5"/>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5"/>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5"/>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5"/>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5"/>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5"/>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5"/>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5"/>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5"/>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5"/>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5"/>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5"/>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5"/>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5"/>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5"/>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5"/>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5"/>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5"/>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5"/>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5"/>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5"/>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5"/>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5"/>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5"/>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5"/>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5"/>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5"/>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5"/>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5"/>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5"/>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5"/>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5"/>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5"/>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5"/>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5"/>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5"/>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5"/>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5"/>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5"/>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5"/>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5"/>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65"/>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65"/>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5"/>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5"/>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5"/>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5"/>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5"/>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5"/>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5"/>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5"/>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5"/>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5"/>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5"/>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5"/>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5"/>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5"/>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5"/>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5"/>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5"/>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5"/>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5"/>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5"/>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5"/>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5"/>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5"/>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5"/>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5"/>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5"/>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5"/>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5"/>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5"/>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5"/>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5"/>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5"/>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5"/>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5"/>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5"/>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5"/>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5"/>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5"/>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5"/>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5"/>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5"/>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5"/>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5"/>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5"/>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5"/>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5"/>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5"/>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5"/>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5"/>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5"/>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5"/>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5"/>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5"/>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5"/>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5"/>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5"/>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5"/>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5"/>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5"/>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5"/>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5"/>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5"/>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5"/>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5"/>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5"/>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5"/>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6" name="Google Shape;7136;p65"/>
          <p:cNvGrpSpPr/>
          <p:nvPr/>
        </p:nvGrpSpPr>
        <p:grpSpPr>
          <a:xfrm>
            <a:off x="3548403" y="2849588"/>
            <a:ext cx="2310282" cy="1374222"/>
            <a:chOff x="238125" y="732525"/>
            <a:chExt cx="7130500" cy="4241425"/>
          </a:xfrm>
        </p:grpSpPr>
        <p:sp>
          <p:nvSpPr>
            <p:cNvPr id="7137" name="Google Shape;7137;p65"/>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5"/>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5"/>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5"/>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5"/>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5"/>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5"/>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5"/>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5"/>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5"/>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5"/>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5"/>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5"/>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5"/>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5"/>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5"/>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5"/>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5"/>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5"/>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5"/>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5"/>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5"/>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5"/>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5"/>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5"/>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5"/>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5"/>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5"/>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5"/>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5"/>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5"/>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5"/>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5"/>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5"/>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5"/>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5"/>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5"/>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5"/>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5"/>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5"/>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5"/>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5"/>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5"/>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5"/>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5"/>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5"/>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5"/>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5"/>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5"/>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5"/>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5"/>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5"/>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5"/>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5"/>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5"/>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5"/>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5"/>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5"/>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5"/>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5"/>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5"/>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5"/>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5"/>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5"/>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5"/>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5"/>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5"/>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5"/>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5"/>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5"/>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5"/>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5"/>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5"/>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5"/>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5"/>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5"/>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5"/>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5"/>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5"/>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5"/>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5"/>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5"/>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5"/>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5"/>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5"/>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5"/>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5"/>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5"/>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5"/>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5"/>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5"/>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5"/>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5"/>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5"/>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5"/>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5"/>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5"/>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5"/>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5"/>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5"/>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5"/>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5"/>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5"/>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5"/>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5"/>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5"/>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5"/>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5"/>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5"/>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5"/>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5"/>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5"/>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5"/>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5"/>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7254"/>
        <p:cNvGrpSpPr/>
        <p:nvPr/>
      </p:nvGrpSpPr>
      <p:grpSpPr>
        <a:xfrm>
          <a:off x="0" y="0"/>
          <a:ext cx="0" cy="0"/>
          <a:chOff x="0" y="0"/>
          <a:chExt cx="0" cy="0"/>
        </a:xfrm>
      </p:grpSpPr>
      <p:grpSp>
        <p:nvGrpSpPr>
          <p:cNvPr id="7255" name="Google Shape;7255;p66"/>
          <p:cNvGrpSpPr/>
          <p:nvPr/>
        </p:nvGrpSpPr>
        <p:grpSpPr>
          <a:xfrm>
            <a:off x="2100560" y="3398663"/>
            <a:ext cx="1102891" cy="760337"/>
            <a:chOff x="4967783" y="2151471"/>
            <a:chExt cx="3920692" cy="2702940"/>
          </a:xfrm>
        </p:grpSpPr>
        <p:grpSp>
          <p:nvGrpSpPr>
            <p:cNvPr id="7256" name="Google Shape;7256;p66"/>
            <p:cNvGrpSpPr/>
            <p:nvPr/>
          </p:nvGrpSpPr>
          <p:grpSpPr>
            <a:xfrm>
              <a:off x="5045709" y="2252109"/>
              <a:ext cx="3761071" cy="2501708"/>
              <a:chOff x="2691784" y="1805334"/>
              <a:chExt cx="3761071" cy="2501708"/>
            </a:xfrm>
          </p:grpSpPr>
          <p:sp>
            <p:nvSpPr>
              <p:cNvPr id="7257" name="Google Shape;7257;p66"/>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6"/>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6"/>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6"/>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6"/>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6"/>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6"/>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4" name="Google Shape;7264;p66"/>
            <p:cNvGrpSpPr/>
            <p:nvPr/>
          </p:nvGrpSpPr>
          <p:grpSpPr>
            <a:xfrm>
              <a:off x="4967783" y="2151471"/>
              <a:ext cx="3920692" cy="2702940"/>
              <a:chOff x="2613858" y="1704696"/>
              <a:chExt cx="3920692" cy="2702940"/>
            </a:xfrm>
          </p:grpSpPr>
          <p:sp>
            <p:nvSpPr>
              <p:cNvPr id="7265" name="Google Shape;7265;p66"/>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6"/>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6"/>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6"/>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6"/>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70" name="Google Shape;7270;p66"/>
          <p:cNvGrpSpPr/>
          <p:nvPr/>
        </p:nvGrpSpPr>
        <p:grpSpPr>
          <a:xfrm>
            <a:off x="3504468" y="1286940"/>
            <a:ext cx="1561911" cy="708580"/>
            <a:chOff x="3530532" y="1496185"/>
            <a:chExt cx="1561911" cy="708580"/>
          </a:xfrm>
        </p:grpSpPr>
        <p:grpSp>
          <p:nvGrpSpPr>
            <p:cNvPr id="7271" name="Google Shape;7271;p66"/>
            <p:cNvGrpSpPr/>
            <p:nvPr/>
          </p:nvGrpSpPr>
          <p:grpSpPr>
            <a:xfrm>
              <a:off x="3720318" y="1857562"/>
              <a:ext cx="1372125" cy="54"/>
              <a:chOff x="3720318" y="1857562"/>
              <a:chExt cx="1372125" cy="54"/>
            </a:xfrm>
          </p:grpSpPr>
          <p:cxnSp>
            <p:nvCxnSpPr>
              <p:cNvPr id="7272" name="Google Shape;7272;p66"/>
              <p:cNvCxnSpPr>
                <a:endCxn id="727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274" name="Google Shape;7274;p66"/>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275" name="Google Shape;7275;p66"/>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276" name="Google Shape;7276;p66"/>
              <p:cNvCxnSpPr>
                <a:stCxn id="727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277" name="Google Shape;7277;p66"/>
            <p:cNvGrpSpPr/>
            <p:nvPr/>
          </p:nvGrpSpPr>
          <p:grpSpPr>
            <a:xfrm>
              <a:off x="3567462" y="1496185"/>
              <a:ext cx="286500" cy="272914"/>
              <a:chOff x="3567462" y="1496185"/>
              <a:chExt cx="286500" cy="272914"/>
            </a:xfrm>
          </p:grpSpPr>
          <p:cxnSp>
            <p:nvCxnSpPr>
              <p:cNvPr id="7278" name="Google Shape;7278;p66"/>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279" name="Google Shape;7279;p66"/>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80" name="Google Shape;7280;p66"/>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6"/>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82" name="Google Shape;7282;p66"/>
            <p:cNvGrpSpPr/>
            <p:nvPr/>
          </p:nvGrpSpPr>
          <p:grpSpPr>
            <a:xfrm>
              <a:off x="3929014" y="1960574"/>
              <a:ext cx="286500" cy="242342"/>
              <a:chOff x="3929014" y="1960574"/>
              <a:chExt cx="286500" cy="242342"/>
            </a:xfrm>
          </p:grpSpPr>
          <p:cxnSp>
            <p:nvCxnSpPr>
              <p:cNvPr id="7283" name="Google Shape;7283;p66"/>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284" name="Google Shape;7284;p66"/>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5" name="Google Shape;7285;p66"/>
            <p:cNvGrpSpPr/>
            <p:nvPr/>
          </p:nvGrpSpPr>
          <p:grpSpPr>
            <a:xfrm>
              <a:off x="4290828" y="1496185"/>
              <a:ext cx="286500" cy="272914"/>
              <a:chOff x="4290828" y="1496185"/>
              <a:chExt cx="286500" cy="272914"/>
            </a:xfrm>
          </p:grpSpPr>
          <p:cxnSp>
            <p:nvCxnSpPr>
              <p:cNvPr id="7286" name="Google Shape;7286;p66"/>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287" name="Google Shape;7287;p66"/>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88" name="Google Shape;7288;p66"/>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6"/>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89" name="Google Shape;7289;p66"/>
            <p:cNvGrpSpPr/>
            <p:nvPr/>
          </p:nvGrpSpPr>
          <p:grpSpPr>
            <a:xfrm>
              <a:off x="4657726" y="1959674"/>
              <a:ext cx="286500" cy="245092"/>
              <a:chOff x="4657726" y="1959674"/>
              <a:chExt cx="286500" cy="245092"/>
            </a:xfrm>
          </p:grpSpPr>
          <p:cxnSp>
            <p:nvCxnSpPr>
              <p:cNvPr id="7290" name="Google Shape;7290;p66"/>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291" name="Google Shape;7291;p66"/>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92" name="Google Shape;7292;p66"/>
          <p:cNvGrpSpPr/>
          <p:nvPr/>
        </p:nvGrpSpPr>
        <p:grpSpPr>
          <a:xfrm>
            <a:off x="3486488" y="2149036"/>
            <a:ext cx="1597032" cy="378649"/>
            <a:chOff x="3512551" y="2358282"/>
            <a:chExt cx="1597032" cy="378649"/>
          </a:xfrm>
        </p:grpSpPr>
        <p:grpSp>
          <p:nvGrpSpPr>
            <p:cNvPr id="7293" name="Google Shape;7293;p66"/>
            <p:cNvGrpSpPr/>
            <p:nvPr/>
          </p:nvGrpSpPr>
          <p:grpSpPr>
            <a:xfrm>
              <a:off x="3738198" y="2553002"/>
              <a:ext cx="1145834" cy="117"/>
              <a:chOff x="3738198" y="2553002"/>
              <a:chExt cx="1145834" cy="117"/>
            </a:xfrm>
          </p:grpSpPr>
          <p:cxnSp>
            <p:nvCxnSpPr>
              <p:cNvPr id="7294" name="Google Shape;7294;p66"/>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295" name="Google Shape;7295;p66"/>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296" name="Google Shape;7296;p66"/>
              <p:cNvCxnSpPr>
                <a:stCxn id="7297" idx="6"/>
                <a:endCxn id="729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299" name="Google Shape;7299;p66"/>
            <p:cNvGrpSpPr/>
            <p:nvPr/>
          </p:nvGrpSpPr>
          <p:grpSpPr>
            <a:xfrm>
              <a:off x="3969644" y="2440153"/>
              <a:ext cx="225900" cy="296779"/>
              <a:chOff x="3969644" y="2440153"/>
              <a:chExt cx="225900" cy="296779"/>
            </a:xfrm>
          </p:grpSpPr>
          <p:cxnSp>
            <p:nvCxnSpPr>
              <p:cNvPr id="7300" name="Google Shape;7300;p66"/>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298" name="Google Shape;7298;p66"/>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6"/>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2" name="Google Shape;7302;p66"/>
            <p:cNvGrpSpPr/>
            <p:nvPr/>
          </p:nvGrpSpPr>
          <p:grpSpPr>
            <a:xfrm>
              <a:off x="4426818" y="2358282"/>
              <a:ext cx="225600" cy="307471"/>
              <a:chOff x="4426818" y="2358282"/>
              <a:chExt cx="225600" cy="307471"/>
            </a:xfrm>
          </p:grpSpPr>
          <p:cxnSp>
            <p:nvCxnSpPr>
              <p:cNvPr id="7303" name="Google Shape;7303;p66"/>
              <p:cNvCxnSpPr>
                <a:stCxn id="730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305" name="Google Shape;7305;p66"/>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6"/>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66"/>
            <p:cNvGrpSpPr/>
            <p:nvPr/>
          </p:nvGrpSpPr>
          <p:grpSpPr>
            <a:xfrm>
              <a:off x="4883984" y="2440153"/>
              <a:ext cx="225600" cy="296479"/>
              <a:chOff x="4883984" y="2440153"/>
              <a:chExt cx="225600" cy="296479"/>
            </a:xfrm>
          </p:grpSpPr>
          <p:cxnSp>
            <p:nvCxnSpPr>
              <p:cNvPr id="7307" name="Google Shape;7307;p66"/>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308" name="Google Shape;7308;p66"/>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6"/>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0" name="Google Shape;7310;p66"/>
            <p:cNvGrpSpPr/>
            <p:nvPr/>
          </p:nvGrpSpPr>
          <p:grpSpPr>
            <a:xfrm>
              <a:off x="3512551" y="2358356"/>
              <a:ext cx="225647" cy="307629"/>
              <a:chOff x="2182679" y="2005014"/>
              <a:chExt cx="792300" cy="1080158"/>
            </a:xfrm>
          </p:grpSpPr>
          <p:cxnSp>
            <p:nvCxnSpPr>
              <p:cNvPr id="7311" name="Google Shape;7311;p66"/>
              <p:cNvCxnSpPr>
                <a:stCxn id="731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297" name="Google Shape;7297;p66"/>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6"/>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13" name="Google Shape;7313;p66"/>
          <p:cNvGrpSpPr/>
          <p:nvPr/>
        </p:nvGrpSpPr>
        <p:grpSpPr>
          <a:xfrm>
            <a:off x="6846570" y="972834"/>
            <a:ext cx="1559809" cy="722610"/>
            <a:chOff x="634175" y="2986275"/>
            <a:chExt cx="3147949" cy="1458344"/>
          </a:xfrm>
        </p:grpSpPr>
        <p:cxnSp>
          <p:nvCxnSpPr>
            <p:cNvPr id="7314" name="Google Shape;7314;p66"/>
            <p:cNvCxnSpPr>
              <a:stCxn id="7315" idx="4"/>
              <a:endCxn id="731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317" name="Google Shape;7317;p66"/>
            <p:cNvCxnSpPr>
              <a:stCxn id="7316" idx="0"/>
              <a:endCxn id="731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319" name="Google Shape;7319;p66"/>
            <p:cNvCxnSpPr>
              <a:stCxn id="7318" idx="4"/>
              <a:endCxn id="732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321" name="Google Shape;7321;p66"/>
            <p:cNvCxnSpPr>
              <a:stCxn id="7320" idx="0"/>
              <a:endCxn id="732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322" name="Google Shape;7322;p66"/>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18" name="Google Shape;7318;p66"/>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15" name="Google Shape;7315;p66"/>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20" name="Google Shape;7320;p66"/>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16" name="Google Shape;7316;p66"/>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323" name="Google Shape;7323;p66"/>
          <p:cNvGrpSpPr/>
          <p:nvPr/>
        </p:nvGrpSpPr>
        <p:grpSpPr>
          <a:xfrm>
            <a:off x="3500360" y="2682741"/>
            <a:ext cx="1570719" cy="294123"/>
            <a:chOff x="998425" y="1182125"/>
            <a:chExt cx="1065400" cy="199500"/>
          </a:xfrm>
        </p:grpSpPr>
        <p:sp>
          <p:nvSpPr>
            <p:cNvPr id="7324" name="Google Shape;7324;p6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9" name="Google Shape;7329;p66"/>
          <p:cNvGrpSpPr/>
          <p:nvPr/>
        </p:nvGrpSpPr>
        <p:grpSpPr>
          <a:xfrm>
            <a:off x="6843616" y="1800228"/>
            <a:ext cx="1565716" cy="366729"/>
            <a:chOff x="1247650" y="2075423"/>
            <a:chExt cx="6648477" cy="1557238"/>
          </a:xfrm>
        </p:grpSpPr>
        <p:sp>
          <p:nvSpPr>
            <p:cNvPr id="7330" name="Google Shape;7330;p6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6" name="Google Shape;7336;p66"/>
          <p:cNvGrpSpPr/>
          <p:nvPr/>
        </p:nvGrpSpPr>
        <p:grpSpPr>
          <a:xfrm>
            <a:off x="6827928" y="2949043"/>
            <a:ext cx="1597061" cy="663440"/>
            <a:chOff x="6796238" y="3158297"/>
            <a:chExt cx="1630319" cy="677257"/>
          </a:xfrm>
        </p:grpSpPr>
        <p:cxnSp>
          <p:nvCxnSpPr>
            <p:cNvPr id="7337" name="Google Shape;7337;p66"/>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338" name="Google Shape;7338;p66"/>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339" name="Google Shape;7339;p66"/>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340" name="Google Shape;7340;p66"/>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341" name="Google Shape;7341;p66"/>
            <p:cNvGrpSpPr/>
            <p:nvPr/>
          </p:nvGrpSpPr>
          <p:grpSpPr>
            <a:xfrm>
              <a:off x="6796238" y="3311904"/>
              <a:ext cx="1630319" cy="377697"/>
              <a:chOff x="6796238" y="3311904"/>
              <a:chExt cx="1630319" cy="377697"/>
            </a:xfrm>
          </p:grpSpPr>
          <p:sp>
            <p:nvSpPr>
              <p:cNvPr id="7342" name="Google Shape;7342;p66"/>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6"/>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6"/>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45" name="Google Shape;7345;p66"/>
          <p:cNvGrpSpPr/>
          <p:nvPr/>
        </p:nvGrpSpPr>
        <p:grpSpPr>
          <a:xfrm>
            <a:off x="5349066" y="970435"/>
            <a:ext cx="1368606" cy="1593805"/>
            <a:chOff x="1839112" y="2209163"/>
            <a:chExt cx="1918159" cy="2233784"/>
          </a:xfrm>
        </p:grpSpPr>
        <p:sp>
          <p:nvSpPr>
            <p:cNvPr id="7346" name="Google Shape;7346;p66"/>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6"/>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6"/>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49" name="Google Shape;7349;p66"/>
            <p:cNvCxnSpPr>
              <a:stCxn id="7346" idx="6"/>
              <a:endCxn id="734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350" name="Google Shape;7350;p66"/>
            <p:cNvCxnSpPr>
              <a:stCxn id="7347" idx="4"/>
              <a:endCxn id="735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352" name="Google Shape;7352;p66"/>
            <p:cNvCxnSpPr>
              <a:stCxn id="7351" idx="6"/>
              <a:endCxn id="734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353" name="Google Shape;7353;p66"/>
            <p:cNvCxnSpPr>
              <a:stCxn id="7348" idx="4"/>
              <a:endCxn id="735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351" name="Google Shape;7351;p66"/>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6"/>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6"/>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56" name="Google Shape;7356;p66"/>
            <p:cNvCxnSpPr>
              <a:endCxn id="735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357" name="Google Shape;7357;p66"/>
          <p:cNvGrpSpPr/>
          <p:nvPr/>
        </p:nvGrpSpPr>
        <p:grpSpPr>
          <a:xfrm>
            <a:off x="3481439" y="976671"/>
            <a:ext cx="1637968" cy="154942"/>
            <a:chOff x="238125" y="2506075"/>
            <a:chExt cx="7115411" cy="673075"/>
          </a:xfrm>
        </p:grpSpPr>
        <p:sp>
          <p:nvSpPr>
            <p:cNvPr id="7358" name="Google Shape;7358;p6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3" name="Google Shape;7363;p66"/>
          <p:cNvGrpSpPr/>
          <p:nvPr/>
        </p:nvGrpSpPr>
        <p:grpSpPr>
          <a:xfrm>
            <a:off x="720124" y="1298269"/>
            <a:ext cx="2476762" cy="91743"/>
            <a:chOff x="1464850" y="436376"/>
            <a:chExt cx="6001362" cy="222300"/>
          </a:xfrm>
        </p:grpSpPr>
        <p:sp>
          <p:nvSpPr>
            <p:cNvPr id="7364" name="Google Shape;7364;p66"/>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6"/>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6"/>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6"/>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6"/>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69" name="Google Shape;7369;p66"/>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370" name="Google Shape;7370;p66"/>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371" name="Google Shape;7371;p66"/>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372" name="Google Shape;7372;p66"/>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373" name="Google Shape;7373;p66"/>
          <p:cNvGrpSpPr/>
          <p:nvPr/>
        </p:nvGrpSpPr>
        <p:grpSpPr>
          <a:xfrm>
            <a:off x="706391" y="2533734"/>
            <a:ext cx="1452710" cy="651923"/>
            <a:chOff x="803162" y="2667727"/>
            <a:chExt cx="1411906" cy="633611"/>
          </a:xfrm>
        </p:grpSpPr>
        <p:cxnSp>
          <p:nvCxnSpPr>
            <p:cNvPr id="7374" name="Google Shape;7374;p66"/>
            <p:cNvCxnSpPr>
              <a:stCxn id="7375" idx="2"/>
              <a:endCxn id="737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377" name="Google Shape;7377;p66"/>
            <p:cNvCxnSpPr>
              <a:stCxn id="7378" idx="0"/>
              <a:endCxn id="737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379" name="Google Shape;7379;p66"/>
            <p:cNvCxnSpPr>
              <a:stCxn id="7378" idx="2"/>
              <a:endCxn id="738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381" name="Google Shape;7381;p66"/>
            <p:cNvCxnSpPr>
              <a:stCxn id="7382" idx="0"/>
              <a:endCxn id="737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383" name="Google Shape;7383;p66"/>
            <p:cNvCxnSpPr>
              <a:stCxn id="7376" idx="2"/>
              <a:endCxn id="738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385" name="Google Shape;7385;p66"/>
            <p:cNvCxnSpPr>
              <a:stCxn id="7386" idx="0"/>
              <a:endCxn id="737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382" name="Google Shape;7382;p66"/>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80" name="Google Shape;7380;p66"/>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86" name="Google Shape;7386;p66"/>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84" name="Google Shape;7384;p66"/>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76" name="Google Shape;7376;p66"/>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78" name="Google Shape;7378;p66"/>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75" name="Google Shape;7375;p66"/>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387" name="Google Shape;7387;p66"/>
          <p:cNvGrpSpPr/>
          <p:nvPr/>
        </p:nvGrpSpPr>
        <p:grpSpPr>
          <a:xfrm>
            <a:off x="706393" y="969273"/>
            <a:ext cx="2518541" cy="209309"/>
            <a:chOff x="803163" y="1111966"/>
            <a:chExt cx="2447800" cy="203430"/>
          </a:xfrm>
        </p:grpSpPr>
        <p:grpSp>
          <p:nvGrpSpPr>
            <p:cNvPr id="7388" name="Google Shape;7388;p66"/>
            <p:cNvGrpSpPr/>
            <p:nvPr/>
          </p:nvGrpSpPr>
          <p:grpSpPr>
            <a:xfrm>
              <a:off x="1958180" y="1111966"/>
              <a:ext cx="588019" cy="121396"/>
              <a:chOff x="4808316" y="2800065"/>
              <a:chExt cx="1999386" cy="412910"/>
            </a:xfrm>
          </p:grpSpPr>
          <p:sp>
            <p:nvSpPr>
              <p:cNvPr id="7389" name="Google Shape;7389;p66"/>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0" name="Google Shape;7390;p66"/>
              <p:cNvGrpSpPr/>
              <p:nvPr/>
            </p:nvGrpSpPr>
            <p:grpSpPr>
              <a:xfrm>
                <a:off x="4808316" y="2800065"/>
                <a:ext cx="92400" cy="411825"/>
                <a:chOff x="845575" y="2563700"/>
                <a:chExt cx="92400" cy="411825"/>
              </a:xfrm>
            </p:grpSpPr>
            <p:cxnSp>
              <p:nvCxnSpPr>
                <p:cNvPr id="7391" name="Google Shape;7391;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392" name="Google Shape;7392;p6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393" name="Google Shape;7393;p66"/>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394" name="Google Shape;7394;p66"/>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5" name="Google Shape;7395;p66"/>
            <p:cNvGrpSpPr/>
            <p:nvPr/>
          </p:nvGrpSpPr>
          <p:grpSpPr>
            <a:xfrm>
              <a:off x="803163" y="1111974"/>
              <a:ext cx="591158" cy="121545"/>
              <a:chOff x="803163" y="1111974"/>
              <a:chExt cx="591158" cy="121545"/>
            </a:xfrm>
          </p:grpSpPr>
          <p:grpSp>
            <p:nvGrpSpPr>
              <p:cNvPr id="7396" name="Google Shape;7396;p66"/>
              <p:cNvGrpSpPr/>
              <p:nvPr/>
            </p:nvGrpSpPr>
            <p:grpSpPr>
              <a:xfrm>
                <a:off x="803163" y="1111974"/>
                <a:ext cx="27175" cy="121077"/>
                <a:chOff x="845575" y="2563700"/>
                <a:chExt cx="92400" cy="411825"/>
              </a:xfrm>
            </p:grpSpPr>
            <p:cxnSp>
              <p:nvCxnSpPr>
                <p:cNvPr id="7397" name="Google Shape;7397;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398" name="Google Shape;7398;p6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99" name="Google Shape;7399;p66"/>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0" name="Google Shape;7400;p66"/>
            <p:cNvGrpSpPr/>
            <p:nvPr/>
          </p:nvGrpSpPr>
          <p:grpSpPr>
            <a:xfrm>
              <a:off x="1381910" y="1194219"/>
              <a:ext cx="588341" cy="121177"/>
              <a:chOff x="1381910" y="1194219"/>
              <a:chExt cx="588341" cy="121177"/>
            </a:xfrm>
          </p:grpSpPr>
          <p:grpSp>
            <p:nvGrpSpPr>
              <p:cNvPr id="7401" name="Google Shape;7401;p66"/>
              <p:cNvGrpSpPr/>
              <p:nvPr/>
            </p:nvGrpSpPr>
            <p:grpSpPr>
              <a:xfrm rot="10800000">
                <a:off x="1381910" y="1194319"/>
                <a:ext cx="27175" cy="121077"/>
                <a:chOff x="2070100" y="2563700"/>
                <a:chExt cx="92400" cy="411825"/>
              </a:xfrm>
            </p:grpSpPr>
            <p:cxnSp>
              <p:nvCxnSpPr>
                <p:cNvPr id="7402" name="Google Shape;7402;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403" name="Google Shape;7403;p6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04" name="Google Shape;7404;p66"/>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5" name="Google Shape;7405;p66"/>
            <p:cNvGrpSpPr/>
            <p:nvPr/>
          </p:nvGrpSpPr>
          <p:grpSpPr>
            <a:xfrm>
              <a:off x="2532079" y="1194219"/>
              <a:ext cx="704927" cy="121177"/>
              <a:chOff x="2532079" y="1194219"/>
              <a:chExt cx="704927" cy="121177"/>
            </a:xfrm>
          </p:grpSpPr>
          <p:grpSp>
            <p:nvGrpSpPr>
              <p:cNvPr id="7406" name="Google Shape;7406;p66"/>
              <p:cNvGrpSpPr/>
              <p:nvPr/>
            </p:nvGrpSpPr>
            <p:grpSpPr>
              <a:xfrm rot="10800000">
                <a:off x="2532079" y="1194319"/>
                <a:ext cx="27175" cy="121077"/>
                <a:chOff x="2070100" y="2563700"/>
                <a:chExt cx="92400" cy="411825"/>
              </a:xfrm>
            </p:grpSpPr>
            <p:cxnSp>
              <p:nvCxnSpPr>
                <p:cNvPr id="7407" name="Google Shape;7407;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408" name="Google Shape;7408;p6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09" name="Google Shape;7409;p66"/>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10" name="Google Shape;7410;p66"/>
          <p:cNvGrpSpPr/>
          <p:nvPr/>
        </p:nvGrpSpPr>
        <p:grpSpPr>
          <a:xfrm>
            <a:off x="3499403" y="3665904"/>
            <a:ext cx="1567778" cy="491677"/>
            <a:chOff x="5194708" y="3484366"/>
            <a:chExt cx="3148148" cy="987304"/>
          </a:xfrm>
        </p:grpSpPr>
        <p:grpSp>
          <p:nvGrpSpPr>
            <p:cNvPr id="7411" name="Google Shape;7411;p66"/>
            <p:cNvGrpSpPr/>
            <p:nvPr/>
          </p:nvGrpSpPr>
          <p:grpSpPr>
            <a:xfrm>
              <a:off x="7531521" y="3484366"/>
              <a:ext cx="811335" cy="987304"/>
              <a:chOff x="3379425" y="1617275"/>
              <a:chExt cx="1090650" cy="1327200"/>
            </a:xfrm>
          </p:grpSpPr>
          <p:sp>
            <p:nvSpPr>
              <p:cNvPr id="7412" name="Google Shape;7412;p6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5" name="Google Shape;7415;p66"/>
            <p:cNvGrpSpPr/>
            <p:nvPr/>
          </p:nvGrpSpPr>
          <p:grpSpPr>
            <a:xfrm>
              <a:off x="6752546" y="3484366"/>
              <a:ext cx="811428" cy="987304"/>
              <a:chOff x="2332275" y="1617275"/>
              <a:chExt cx="1090775" cy="1327200"/>
            </a:xfrm>
          </p:grpSpPr>
          <p:sp>
            <p:nvSpPr>
              <p:cNvPr id="7416" name="Google Shape;7416;p6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9" name="Google Shape;7419;p66"/>
            <p:cNvGrpSpPr/>
            <p:nvPr/>
          </p:nvGrpSpPr>
          <p:grpSpPr>
            <a:xfrm>
              <a:off x="5973664" y="3484366"/>
              <a:ext cx="811335" cy="987304"/>
              <a:chOff x="1285250" y="1617275"/>
              <a:chExt cx="1090650" cy="1327200"/>
            </a:xfrm>
          </p:grpSpPr>
          <p:sp>
            <p:nvSpPr>
              <p:cNvPr id="7420" name="Google Shape;7420;p6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3" name="Google Shape;7423;p66"/>
            <p:cNvGrpSpPr/>
            <p:nvPr/>
          </p:nvGrpSpPr>
          <p:grpSpPr>
            <a:xfrm>
              <a:off x="5194708" y="3484366"/>
              <a:ext cx="811409" cy="987304"/>
              <a:chOff x="238125" y="1617275"/>
              <a:chExt cx="1090750" cy="1327200"/>
            </a:xfrm>
          </p:grpSpPr>
          <p:sp>
            <p:nvSpPr>
              <p:cNvPr id="7424" name="Google Shape;7424;p6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27" name="Google Shape;7427;p66"/>
          <p:cNvGrpSpPr/>
          <p:nvPr/>
        </p:nvGrpSpPr>
        <p:grpSpPr>
          <a:xfrm>
            <a:off x="3460012" y="3146315"/>
            <a:ext cx="1616964" cy="346256"/>
            <a:chOff x="1808063" y="4294338"/>
            <a:chExt cx="3370782" cy="721817"/>
          </a:xfrm>
        </p:grpSpPr>
        <p:sp>
          <p:nvSpPr>
            <p:cNvPr id="7428" name="Google Shape;7428;p6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8" name="Google Shape;7438;p66"/>
          <p:cNvGrpSpPr/>
          <p:nvPr/>
        </p:nvGrpSpPr>
        <p:grpSpPr>
          <a:xfrm>
            <a:off x="738224" y="3432344"/>
            <a:ext cx="1295882" cy="646587"/>
            <a:chOff x="834100" y="3642869"/>
            <a:chExt cx="1259483" cy="628426"/>
          </a:xfrm>
        </p:grpSpPr>
        <p:sp>
          <p:nvSpPr>
            <p:cNvPr id="7439" name="Google Shape;7439;p66"/>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6"/>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6"/>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6"/>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6"/>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6"/>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6"/>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6"/>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6"/>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6"/>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6"/>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6"/>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6"/>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6"/>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6"/>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6"/>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6"/>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6"/>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6"/>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6"/>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6"/>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6"/>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6"/>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6"/>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6"/>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64" name="Google Shape;7464;p66"/>
            <p:cNvGrpSpPr/>
            <p:nvPr/>
          </p:nvGrpSpPr>
          <p:grpSpPr>
            <a:xfrm>
              <a:off x="1360364" y="3847835"/>
              <a:ext cx="208119" cy="224359"/>
              <a:chOff x="1360769" y="3847100"/>
              <a:chExt cx="208119" cy="224359"/>
            </a:xfrm>
          </p:grpSpPr>
          <p:sp>
            <p:nvSpPr>
              <p:cNvPr id="7465" name="Google Shape;7465;p66"/>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6"/>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6"/>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6"/>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6"/>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6"/>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6"/>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6"/>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6"/>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6"/>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6"/>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6"/>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6"/>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6"/>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6"/>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6"/>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6"/>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6"/>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6"/>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6"/>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85" name="Google Shape;7485;p66"/>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6"/>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6"/>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6"/>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6"/>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6"/>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6"/>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6"/>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6"/>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6"/>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6"/>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6"/>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6"/>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6"/>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9" name="Google Shape;7499;p66"/>
          <p:cNvGrpSpPr/>
          <p:nvPr/>
        </p:nvGrpSpPr>
        <p:grpSpPr>
          <a:xfrm rot="5400000">
            <a:off x="5951337" y="3228841"/>
            <a:ext cx="164064" cy="1414916"/>
            <a:chOff x="4428249" y="1369375"/>
            <a:chExt cx="36905" cy="429569"/>
          </a:xfrm>
        </p:grpSpPr>
        <p:sp>
          <p:nvSpPr>
            <p:cNvPr id="7500" name="Google Shape;7500;p66"/>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6"/>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6"/>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6"/>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6"/>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6"/>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6"/>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6"/>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6"/>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6"/>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6"/>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6"/>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6"/>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6"/>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6"/>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6"/>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6"/>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6"/>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6"/>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6"/>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6"/>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6"/>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6"/>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6"/>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6"/>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6"/>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6"/>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6"/>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6"/>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6"/>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6"/>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6"/>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2" name="Google Shape;7532;p66"/>
          <p:cNvGrpSpPr/>
          <p:nvPr/>
        </p:nvGrpSpPr>
        <p:grpSpPr>
          <a:xfrm rot="10800000" flipH="1">
            <a:off x="5323766" y="2817385"/>
            <a:ext cx="1419207" cy="24808"/>
            <a:chOff x="219558" y="4738465"/>
            <a:chExt cx="5852400" cy="102300"/>
          </a:xfrm>
        </p:grpSpPr>
        <p:cxnSp>
          <p:nvCxnSpPr>
            <p:cNvPr id="7533" name="Google Shape;7533;p66"/>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534" name="Google Shape;7534;p66"/>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6"/>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6"/>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6"/>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6"/>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9" name="Google Shape;7539;p66"/>
          <p:cNvGrpSpPr/>
          <p:nvPr/>
        </p:nvGrpSpPr>
        <p:grpSpPr>
          <a:xfrm>
            <a:off x="5335084" y="3190448"/>
            <a:ext cx="1396570" cy="385016"/>
            <a:chOff x="5286284" y="2966544"/>
            <a:chExt cx="1396570" cy="385016"/>
          </a:xfrm>
        </p:grpSpPr>
        <p:cxnSp>
          <p:nvCxnSpPr>
            <p:cNvPr id="7540" name="Google Shape;7540;p66"/>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541" name="Google Shape;7541;p66"/>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542" name="Google Shape;7542;p66"/>
            <p:cNvGrpSpPr/>
            <p:nvPr/>
          </p:nvGrpSpPr>
          <p:grpSpPr>
            <a:xfrm>
              <a:off x="5287688" y="3173364"/>
              <a:ext cx="1395166" cy="74100"/>
              <a:chOff x="5287688" y="3173364"/>
              <a:chExt cx="1395166" cy="74100"/>
            </a:xfrm>
          </p:grpSpPr>
          <p:cxnSp>
            <p:nvCxnSpPr>
              <p:cNvPr id="7543" name="Google Shape;7543;p66"/>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544" name="Google Shape;7544;p66"/>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545" name="Google Shape;7545;p66"/>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46" name="Google Shape;7546;p66"/>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47" name="Google Shape;7547;p66"/>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48" name="Google Shape;7548;p66"/>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49" name="Google Shape;7549;p66"/>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50" name="Google Shape;7550;p66"/>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551" name="Google Shape;7551;p66"/>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552" name="Google Shape;7552;p66"/>
          <p:cNvGrpSpPr/>
          <p:nvPr/>
        </p:nvGrpSpPr>
        <p:grpSpPr>
          <a:xfrm>
            <a:off x="2021150" y="1609224"/>
            <a:ext cx="1182276" cy="662027"/>
            <a:chOff x="2029517" y="1732295"/>
            <a:chExt cx="1149068" cy="643432"/>
          </a:xfrm>
        </p:grpSpPr>
        <p:grpSp>
          <p:nvGrpSpPr>
            <p:cNvPr id="7553" name="Google Shape;7553;p66"/>
            <p:cNvGrpSpPr/>
            <p:nvPr/>
          </p:nvGrpSpPr>
          <p:grpSpPr>
            <a:xfrm>
              <a:off x="2708660" y="1746937"/>
              <a:ext cx="455427" cy="244429"/>
              <a:chOff x="2700693" y="1746937"/>
              <a:chExt cx="455427" cy="244429"/>
            </a:xfrm>
          </p:grpSpPr>
          <p:grpSp>
            <p:nvGrpSpPr>
              <p:cNvPr id="7554" name="Google Shape;7554;p66"/>
              <p:cNvGrpSpPr/>
              <p:nvPr/>
            </p:nvGrpSpPr>
            <p:grpSpPr>
              <a:xfrm>
                <a:off x="2905682" y="1782817"/>
                <a:ext cx="250438" cy="208549"/>
                <a:chOff x="2905682" y="1782817"/>
                <a:chExt cx="250438" cy="208549"/>
              </a:xfrm>
            </p:grpSpPr>
            <p:cxnSp>
              <p:nvCxnSpPr>
                <p:cNvPr id="7555" name="Google Shape;7555;p66"/>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56" name="Google Shape;7556;p66"/>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7" name="Google Shape;7557;p66"/>
              <p:cNvGrpSpPr/>
              <p:nvPr/>
            </p:nvGrpSpPr>
            <p:grpSpPr>
              <a:xfrm>
                <a:off x="2700693" y="1746937"/>
                <a:ext cx="449967" cy="72374"/>
                <a:chOff x="2700693" y="1746937"/>
                <a:chExt cx="449967" cy="72374"/>
              </a:xfrm>
            </p:grpSpPr>
            <p:cxnSp>
              <p:nvCxnSpPr>
                <p:cNvPr id="7558" name="Google Shape;7558;p66"/>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59" name="Google Shape;7559;p66"/>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60" name="Google Shape;7560;p66"/>
            <p:cNvGrpSpPr/>
            <p:nvPr/>
          </p:nvGrpSpPr>
          <p:grpSpPr>
            <a:xfrm>
              <a:off x="2029517" y="1732295"/>
              <a:ext cx="1149068" cy="643432"/>
              <a:chOff x="2029517" y="1732295"/>
              <a:chExt cx="1149068" cy="643432"/>
            </a:xfrm>
          </p:grpSpPr>
          <p:grpSp>
            <p:nvGrpSpPr>
              <p:cNvPr id="7561" name="Google Shape;7561;p66"/>
              <p:cNvGrpSpPr/>
              <p:nvPr/>
            </p:nvGrpSpPr>
            <p:grpSpPr>
              <a:xfrm>
                <a:off x="2703618" y="2103152"/>
                <a:ext cx="474966" cy="260017"/>
                <a:chOff x="2703618" y="2103152"/>
                <a:chExt cx="474966" cy="260017"/>
              </a:xfrm>
            </p:grpSpPr>
            <p:grpSp>
              <p:nvGrpSpPr>
                <p:cNvPr id="7562" name="Google Shape;7562;p66"/>
                <p:cNvGrpSpPr/>
                <p:nvPr/>
              </p:nvGrpSpPr>
              <p:grpSpPr>
                <a:xfrm>
                  <a:off x="2703618" y="2290640"/>
                  <a:ext cx="450291" cy="72529"/>
                  <a:chOff x="2703618" y="2290640"/>
                  <a:chExt cx="450291" cy="72529"/>
                </a:xfrm>
              </p:grpSpPr>
              <p:cxnSp>
                <p:nvCxnSpPr>
                  <p:cNvPr id="7563" name="Google Shape;7563;p66"/>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64" name="Google Shape;7564;p66"/>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5" name="Google Shape;7565;p66"/>
                <p:cNvGrpSpPr/>
                <p:nvPr/>
              </p:nvGrpSpPr>
              <p:grpSpPr>
                <a:xfrm>
                  <a:off x="2908607" y="2103152"/>
                  <a:ext cx="269977" cy="223538"/>
                  <a:chOff x="2908607" y="2103152"/>
                  <a:chExt cx="269977" cy="223538"/>
                </a:xfrm>
              </p:grpSpPr>
              <p:cxnSp>
                <p:nvCxnSpPr>
                  <p:cNvPr id="7566" name="Google Shape;7566;p66"/>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67" name="Google Shape;7567;p66"/>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68" name="Google Shape;7568;p66"/>
              <p:cNvGrpSpPr/>
              <p:nvPr/>
            </p:nvGrpSpPr>
            <p:grpSpPr>
              <a:xfrm>
                <a:off x="2029517" y="1732295"/>
                <a:ext cx="685827" cy="643432"/>
                <a:chOff x="2029517" y="1732295"/>
                <a:chExt cx="685827" cy="643432"/>
              </a:xfrm>
            </p:grpSpPr>
            <p:sp>
              <p:nvSpPr>
                <p:cNvPr id="7569" name="Google Shape;7569;p66"/>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0" name="Google Shape;7570;p66"/>
                <p:cNvGrpSpPr/>
                <p:nvPr/>
              </p:nvGrpSpPr>
              <p:grpSpPr>
                <a:xfrm>
                  <a:off x="2158948" y="1732295"/>
                  <a:ext cx="556396" cy="333108"/>
                  <a:chOff x="2158948" y="1732295"/>
                  <a:chExt cx="556396" cy="333108"/>
                </a:xfrm>
              </p:grpSpPr>
              <p:cxnSp>
                <p:nvCxnSpPr>
                  <p:cNvPr id="7571" name="Google Shape;7571;p66"/>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572" name="Google Shape;7572;p66"/>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3" name="Google Shape;7573;p66"/>
                <p:cNvGrpSpPr/>
                <p:nvPr/>
              </p:nvGrpSpPr>
              <p:grpSpPr>
                <a:xfrm>
                  <a:off x="2159908" y="2065057"/>
                  <a:ext cx="550884" cy="310670"/>
                  <a:chOff x="2159908" y="2065057"/>
                  <a:chExt cx="550884" cy="310670"/>
                </a:xfrm>
              </p:grpSpPr>
              <p:cxnSp>
                <p:nvCxnSpPr>
                  <p:cNvPr id="7574" name="Google Shape;7574;p66"/>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575" name="Google Shape;7575;p66"/>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576" name="Google Shape;7576;p66"/>
          <p:cNvGrpSpPr/>
          <p:nvPr/>
        </p:nvGrpSpPr>
        <p:grpSpPr>
          <a:xfrm>
            <a:off x="706399" y="1556837"/>
            <a:ext cx="962651" cy="810058"/>
            <a:chOff x="732462" y="1766083"/>
            <a:chExt cx="962651" cy="810058"/>
          </a:xfrm>
        </p:grpSpPr>
        <p:grpSp>
          <p:nvGrpSpPr>
            <p:cNvPr id="7577" name="Google Shape;7577;p66"/>
            <p:cNvGrpSpPr/>
            <p:nvPr/>
          </p:nvGrpSpPr>
          <p:grpSpPr>
            <a:xfrm>
              <a:off x="732462" y="1908333"/>
              <a:ext cx="339369" cy="524756"/>
              <a:chOff x="844912" y="1819635"/>
              <a:chExt cx="329836" cy="510016"/>
            </a:xfrm>
          </p:grpSpPr>
          <p:sp>
            <p:nvSpPr>
              <p:cNvPr id="7578" name="Google Shape;7578;p66"/>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6"/>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6"/>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6"/>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6"/>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6"/>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4" name="Google Shape;7584;p66"/>
            <p:cNvGrpSpPr/>
            <p:nvPr/>
          </p:nvGrpSpPr>
          <p:grpSpPr>
            <a:xfrm>
              <a:off x="1184858" y="2256650"/>
              <a:ext cx="510255" cy="319491"/>
              <a:chOff x="1284601" y="2158168"/>
              <a:chExt cx="495923" cy="310517"/>
            </a:xfrm>
          </p:grpSpPr>
          <p:sp>
            <p:nvSpPr>
              <p:cNvPr id="7585" name="Google Shape;7585;p66"/>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86" name="Google Shape;7586;p66"/>
              <p:cNvGrpSpPr/>
              <p:nvPr/>
            </p:nvGrpSpPr>
            <p:grpSpPr>
              <a:xfrm>
                <a:off x="1507666" y="2158168"/>
                <a:ext cx="272858" cy="310517"/>
                <a:chOff x="1507666" y="2158168"/>
                <a:chExt cx="272858" cy="310517"/>
              </a:xfrm>
            </p:grpSpPr>
            <p:grpSp>
              <p:nvGrpSpPr>
                <p:cNvPr id="7587" name="Google Shape;7587;p66"/>
                <p:cNvGrpSpPr/>
                <p:nvPr/>
              </p:nvGrpSpPr>
              <p:grpSpPr>
                <a:xfrm>
                  <a:off x="1507666" y="2176104"/>
                  <a:ext cx="166395" cy="273149"/>
                  <a:chOff x="1507666" y="2176104"/>
                  <a:chExt cx="166395" cy="273149"/>
                </a:xfrm>
              </p:grpSpPr>
              <p:sp>
                <p:nvSpPr>
                  <p:cNvPr id="7588" name="Google Shape;7588;p66"/>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6"/>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6"/>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6"/>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6"/>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6"/>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6"/>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5" name="Google Shape;7595;p66"/>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6"/>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97" name="Google Shape;7597;p66"/>
            <p:cNvGrpSpPr/>
            <p:nvPr/>
          </p:nvGrpSpPr>
          <p:grpSpPr>
            <a:xfrm>
              <a:off x="1184858" y="1766083"/>
              <a:ext cx="510255" cy="319491"/>
              <a:chOff x="1284601" y="1681380"/>
              <a:chExt cx="495923" cy="310517"/>
            </a:xfrm>
          </p:grpSpPr>
          <p:sp>
            <p:nvSpPr>
              <p:cNvPr id="7598" name="Google Shape;7598;p66"/>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99" name="Google Shape;7599;p66"/>
              <p:cNvGrpSpPr/>
              <p:nvPr/>
            </p:nvGrpSpPr>
            <p:grpSpPr>
              <a:xfrm>
                <a:off x="1507666" y="1681380"/>
                <a:ext cx="272858" cy="310517"/>
                <a:chOff x="1507666" y="1681380"/>
                <a:chExt cx="272858" cy="310517"/>
              </a:xfrm>
            </p:grpSpPr>
            <p:grpSp>
              <p:nvGrpSpPr>
                <p:cNvPr id="7600" name="Google Shape;7600;p66"/>
                <p:cNvGrpSpPr/>
                <p:nvPr/>
              </p:nvGrpSpPr>
              <p:grpSpPr>
                <a:xfrm>
                  <a:off x="1507666" y="1700120"/>
                  <a:ext cx="166395" cy="272984"/>
                  <a:chOff x="1507666" y="1700120"/>
                  <a:chExt cx="166395" cy="272984"/>
                </a:xfrm>
              </p:grpSpPr>
              <p:sp>
                <p:nvSpPr>
                  <p:cNvPr id="7601" name="Google Shape;7601;p66"/>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6"/>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6"/>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6"/>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6"/>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6"/>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6"/>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08" name="Google Shape;7608;p66"/>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6"/>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10" name="Google Shape;7610;p66"/>
          <p:cNvGrpSpPr/>
          <p:nvPr/>
        </p:nvGrpSpPr>
        <p:grpSpPr>
          <a:xfrm>
            <a:off x="6815339" y="2324267"/>
            <a:ext cx="1622269" cy="552443"/>
            <a:chOff x="6894650" y="2574740"/>
            <a:chExt cx="1445100" cy="492111"/>
          </a:xfrm>
        </p:grpSpPr>
        <p:sp>
          <p:nvSpPr>
            <p:cNvPr id="7611" name="Google Shape;7611;p66"/>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6"/>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6"/>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6"/>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6"/>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16" name="Google Shape;7616;p66"/>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617" name="Google Shape;7617;p66"/>
          <p:cNvGrpSpPr/>
          <p:nvPr/>
        </p:nvGrpSpPr>
        <p:grpSpPr>
          <a:xfrm>
            <a:off x="6834882" y="3698522"/>
            <a:ext cx="1583206" cy="475705"/>
            <a:chOff x="6953919" y="3907920"/>
            <a:chExt cx="1377300" cy="475705"/>
          </a:xfrm>
        </p:grpSpPr>
        <p:cxnSp>
          <p:nvCxnSpPr>
            <p:cNvPr id="7618" name="Google Shape;7618;p66"/>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619" name="Google Shape;7619;p66"/>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620" name="Google Shape;7620;p66"/>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621" name="Google Shape;7621;p66"/>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622" name="Google Shape;7622;p66"/>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623" name="Google Shape;7623;p66"/>
          <p:cNvGrpSpPr/>
          <p:nvPr/>
        </p:nvGrpSpPr>
        <p:grpSpPr>
          <a:xfrm>
            <a:off x="2338470" y="2459668"/>
            <a:ext cx="836286" cy="824529"/>
            <a:chOff x="2389399" y="2595741"/>
            <a:chExt cx="812796" cy="801369"/>
          </a:xfrm>
        </p:grpSpPr>
        <p:grpSp>
          <p:nvGrpSpPr>
            <p:cNvPr id="7624" name="Google Shape;7624;p66"/>
            <p:cNvGrpSpPr/>
            <p:nvPr/>
          </p:nvGrpSpPr>
          <p:grpSpPr>
            <a:xfrm>
              <a:off x="2492145" y="2881565"/>
              <a:ext cx="607300" cy="229751"/>
              <a:chOff x="2492145" y="2881565"/>
              <a:chExt cx="607300" cy="229751"/>
            </a:xfrm>
          </p:grpSpPr>
          <p:sp>
            <p:nvSpPr>
              <p:cNvPr id="7625" name="Google Shape;7625;p66"/>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6"/>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6"/>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8" name="Google Shape;7628;p66"/>
            <p:cNvGrpSpPr/>
            <p:nvPr/>
          </p:nvGrpSpPr>
          <p:grpSpPr>
            <a:xfrm>
              <a:off x="2389399" y="2595741"/>
              <a:ext cx="812796" cy="296825"/>
              <a:chOff x="2389399" y="2595741"/>
              <a:chExt cx="812796" cy="296825"/>
            </a:xfrm>
          </p:grpSpPr>
          <p:grpSp>
            <p:nvGrpSpPr>
              <p:cNvPr id="7629" name="Google Shape;7629;p66"/>
              <p:cNvGrpSpPr/>
              <p:nvPr/>
            </p:nvGrpSpPr>
            <p:grpSpPr>
              <a:xfrm>
                <a:off x="2389399" y="2595741"/>
                <a:ext cx="363638" cy="296825"/>
                <a:chOff x="2389399" y="2595741"/>
                <a:chExt cx="363638" cy="296825"/>
              </a:xfrm>
            </p:grpSpPr>
            <p:grpSp>
              <p:nvGrpSpPr>
                <p:cNvPr id="7630" name="Google Shape;7630;p66"/>
                <p:cNvGrpSpPr/>
                <p:nvPr/>
              </p:nvGrpSpPr>
              <p:grpSpPr>
                <a:xfrm>
                  <a:off x="2493852" y="2794333"/>
                  <a:ext cx="259185" cy="98232"/>
                  <a:chOff x="2493852" y="2794333"/>
                  <a:chExt cx="259185" cy="98232"/>
                </a:xfrm>
              </p:grpSpPr>
              <p:sp>
                <p:nvSpPr>
                  <p:cNvPr id="7631" name="Google Shape;7631;p66"/>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6"/>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6"/>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4" name="Google Shape;7634;p66"/>
                <p:cNvGrpSpPr/>
                <p:nvPr/>
              </p:nvGrpSpPr>
              <p:grpSpPr>
                <a:xfrm>
                  <a:off x="2389399" y="2595741"/>
                  <a:ext cx="224343" cy="182054"/>
                  <a:chOff x="2389399" y="2595741"/>
                  <a:chExt cx="224343" cy="182054"/>
                </a:xfrm>
              </p:grpSpPr>
              <p:sp>
                <p:nvSpPr>
                  <p:cNvPr id="7635" name="Google Shape;7635;p66"/>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6"/>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37" name="Google Shape;7637;p66"/>
              <p:cNvGrpSpPr/>
              <p:nvPr/>
            </p:nvGrpSpPr>
            <p:grpSpPr>
              <a:xfrm>
                <a:off x="2683630" y="2595741"/>
                <a:ext cx="224334" cy="296825"/>
                <a:chOff x="2683630" y="2595741"/>
                <a:chExt cx="224334" cy="296825"/>
              </a:xfrm>
            </p:grpSpPr>
            <p:grpSp>
              <p:nvGrpSpPr>
                <p:cNvPr id="7638" name="Google Shape;7638;p66"/>
                <p:cNvGrpSpPr/>
                <p:nvPr/>
              </p:nvGrpSpPr>
              <p:grpSpPr>
                <a:xfrm>
                  <a:off x="2788083" y="2794333"/>
                  <a:ext cx="15356" cy="98232"/>
                  <a:chOff x="2788083" y="2794333"/>
                  <a:chExt cx="15356" cy="98232"/>
                </a:xfrm>
              </p:grpSpPr>
              <p:sp>
                <p:nvSpPr>
                  <p:cNvPr id="7639" name="Google Shape;7639;p66"/>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6"/>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6"/>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2" name="Google Shape;7642;p66"/>
                <p:cNvGrpSpPr/>
                <p:nvPr/>
              </p:nvGrpSpPr>
              <p:grpSpPr>
                <a:xfrm>
                  <a:off x="2683630" y="2595741"/>
                  <a:ext cx="224334" cy="182054"/>
                  <a:chOff x="2683630" y="2595741"/>
                  <a:chExt cx="224334" cy="182054"/>
                </a:xfrm>
              </p:grpSpPr>
              <p:sp>
                <p:nvSpPr>
                  <p:cNvPr id="7643" name="Google Shape;7643;p66"/>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6"/>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45" name="Google Shape;7645;p66"/>
              <p:cNvGrpSpPr/>
              <p:nvPr/>
            </p:nvGrpSpPr>
            <p:grpSpPr>
              <a:xfrm>
                <a:off x="2838475" y="2595741"/>
                <a:ext cx="363719" cy="296825"/>
                <a:chOff x="2838475" y="2595741"/>
                <a:chExt cx="363719" cy="296825"/>
              </a:xfrm>
            </p:grpSpPr>
            <p:grpSp>
              <p:nvGrpSpPr>
                <p:cNvPr id="7646" name="Google Shape;7646;p66"/>
                <p:cNvGrpSpPr/>
                <p:nvPr/>
              </p:nvGrpSpPr>
              <p:grpSpPr>
                <a:xfrm>
                  <a:off x="2838475" y="2794333"/>
                  <a:ext cx="259185" cy="98232"/>
                  <a:chOff x="2838475" y="2794333"/>
                  <a:chExt cx="259185" cy="98232"/>
                </a:xfrm>
              </p:grpSpPr>
              <p:sp>
                <p:nvSpPr>
                  <p:cNvPr id="7647" name="Google Shape;7647;p66"/>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6"/>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6"/>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0" name="Google Shape;7650;p66"/>
                <p:cNvGrpSpPr/>
                <p:nvPr/>
              </p:nvGrpSpPr>
              <p:grpSpPr>
                <a:xfrm>
                  <a:off x="2977852" y="2595741"/>
                  <a:ext cx="224343" cy="182054"/>
                  <a:chOff x="2977852" y="2595741"/>
                  <a:chExt cx="224343" cy="182054"/>
                </a:xfrm>
              </p:grpSpPr>
              <p:sp>
                <p:nvSpPr>
                  <p:cNvPr id="7651" name="Google Shape;7651;p66"/>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6"/>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53" name="Google Shape;7653;p66"/>
            <p:cNvGrpSpPr/>
            <p:nvPr/>
          </p:nvGrpSpPr>
          <p:grpSpPr>
            <a:xfrm>
              <a:off x="2389399" y="3100241"/>
              <a:ext cx="812796" cy="296869"/>
              <a:chOff x="2389399" y="3100241"/>
              <a:chExt cx="812796" cy="296869"/>
            </a:xfrm>
          </p:grpSpPr>
          <p:grpSp>
            <p:nvGrpSpPr>
              <p:cNvPr id="7654" name="Google Shape;7654;p66"/>
              <p:cNvGrpSpPr/>
              <p:nvPr/>
            </p:nvGrpSpPr>
            <p:grpSpPr>
              <a:xfrm>
                <a:off x="2683630" y="3100241"/>
                <a:ext cx="224334" cy="296869"/>
                <a:chOff x="2683630" y="3100241"/>
                <a:chExt cx="224334" cy="296869"/>
              </a:xfrm>
            </p:grpSpPr>
            <p:grpSp>
              <p:nvGrpSpPr>
                <p:cNvPr id="7655" name="Google Shape;7655;p66"/>
                <p:cNvGrpSpPr/>
                <p:nvPr/>
              </p:nvGrpSpPr>
              <p:grpSpPr>
                <a:xfrm>
                  <a:off x="2788083" y="3100241"/>
                  <a:ext cx="15356" cy="98237"/>
                  <a:chOff x="2788083" y="3100241"/>
                  <a:chExt cx="15356" cy="98237"/>
                </a:xfrm>
              </p:grpSpPr>
              <p:sp>
                <p:nvSpPr>
                  <p:cNvPr id="7656" name="Google Shape;7656;p66"/>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6"/>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6"/>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9" name="Google Shape;7659;p66"/>
                <p:cNvGrpSpPr/>
                <p:nvPr/>
              </p:nvGrpSpPr>
              <p:grpSpPr>
                <a:xfrm>
                  <a:off x="2683630" y="3215065"/>
                  <a:ext cx="224334" cy="182045"/>
                  <a:chOff x="2683630" y="3215065"/>
                  <a:chExt cx="224334" cy="182045"/>
                </a:xfrm>
              </p:grpSpPr>
              <p:sp>
                <p:nvSpPr>
                  <p:cNvPr id="7660" name="Google Shape;7660;p66"/>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6"/>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62" name="Google Shape;7662;p66"/>
              <p:cNvGrpSpPr/>
              <p:nvPr/>
            </p:nvGrpSpPr>
            <p:grpSpPr>
              <a:xfrm>
                <a:off x="2389399" y="3100241"/>
                <a:ext cx="363638" cy="296869"/>
                <a:chOff x="2389399" y="3100241"/>
                <a:chExt cx="363638" cy="296869"/>
              </a:xfrm>
            </p:grpSpPr>
            <p:grpSp>
              <p:nvGrpSpPr>
                <p:cNvPr id="7663" name="Google Shape;7663;p66"/>
                <p:cNvGrpSpPr/>
                <p:nvPr/>
              </p:nvGrpSpPr>
              <p:grpSpPr>
                <a:xfrm>
                  <a:off x="2493852" y="3100241"/>
                  <a:ext cx="259185" cy="98237"/>
                  <a:chOff x="2493852" y="3100241"/>
                  <a:chExt cx="259185" cy="98237"/>
                </a:xfrm>
              </p:grpSpPr>
              <p:sp>
                <p:nvSpPr>
                  <p:cNvPr id="7664" name="Google Shape;7664;p66"/>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6"/>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6"/>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7" name="Google Shape;7667;p66"/>
                <p:cNvGrpSpPr/>
                <p:nvPr/>
              </p:nvGrpSpPr>
              <p:grpSpPr>
                <a:xfrm>
                  <a:off x="2389399" y="3215065"/>
                  <a:ext cx="224343" cy="182045"/>
                  <a:chOff x="2389399" y="3215065"/>
                  <a:chExt cx="224343" cy="182045"/>
                </a:xfrm>
              </p:grpSpPr>
              <p:sp>
                <p:nvSpPr>
                  <p:cNvPr id="7668" name="Google Shape;7668;p66"/>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6"/>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70" name="Google Shape;7670;p66"/>
              <p:cNvGrpSpPr/>
              <p:nvPr/>
            </p:nvGrpSpPr>
            <p:grpSpPr>
              <a:xfrm>
                <a:off x="2838475" y="3100241"/>
                <a:ext cx="363719" cy="296869"/>
                <a:chOff x="2838475" y="3100241"/>
                <a:chExt cx="363719" cy="296869"/>
              </a:xfrm>
            </p:grpSpPr>
            <p:grpSp>
              <p:nvGrpSpPr>
                <p:cNvPr id="7671" name="Google Shape;7671;p66"/>
                <p:cNvGrpSpPr/>
                <p:nvPr/>
              </p:nvGrpSpPr>
              <p:grpSpPr>
                <a:xfrm>
                  <a:off x="2838475" y="3100241"/>
                  <a:ext cx="259185" cy="98237"/>
                  <a:chOff x="2838475" y="3100241"/>
                  <a:chExt cx="259185" cy="98237"/>
                </a:xfrm>
              </p:grpSpPr>
              <p:sp>
                <p:nvSpPr>
                  <p:cNvPr id="7672" name="Google Shape;7672;p66"/>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6"/>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6"/>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5" name="Google Shape;7675;p66"/>
                <p:cNvGrpSpPr/>
                <p:nvPr/>
              </p:nvGrpSpPr>
              <p:grpSpPr>
                <a:xfrm>
                  <a:off x="2977852" y="3215065"/>
                  <a:ext cx="224343" cy="182045"/>
                  <a:chOff x="2977852" y="3215065"/>
                  <a:chExt cx="224343" cy="182045"/>
                </a:xfrm>
              </p:grpSpPr>
              <p:sp>
                <p:nvSpPr>
                  <p:cNvPr id="7676" name="Google Shape;7676;p66"/>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6"/>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7681"/>
        <p:cNvGrpSpPr/>
        <p:nvPr/>
      </p:nvGrpSpPr>
      <p:grpSpPr>
        <a:xfrm>
          <a:off x="0" y="0"/>
          <a:ext cx="0" cy="0"/>
          <a:chOff x="0" y="0"/>
          <a:chExt cx="0" cy="0"/>
        </a:xfrm>
      </p:grpSpPr>
      <p:grpSp>
        <p:nvGrpSpPr>
          <p:cNvPr id="7682" name="Google Shape;7682;p67"/>
          <p:cNvGrpSpPr/>
          <p:nvPr/>
        </p:nvGrpSpPr>
        <p:grpSpPr>
          <a:xfrm>
            <a:off x="702088" y="3155922"/>
            <a:ext cx="2390414" cy="1024800"/>
            <a:chOff x="728925" y="3296613"/>
            <a:chExt cx="2390414" cy="1024800"/>
          </a:xfrm>
        </p:grpSpPr>
        <p:grpSp>
          <p:nvGrpSpPr>
            <p:cNvPr id="7683" name="Google Shape;7683;p67"/>
            <p:cNvGrpSpPr/>
            <p:nvPr/>
          </p:nvGrpSpPr>
          <p:grpSpPr>
            <a:xfrm>
              <a:off x="728925" y="3619800"/>
              <a:ext cx="2390414" cy="500893"/>
              <a:chOff x="728925" y="3619800"/>
              <a:chExt cx="2390414" cy="500893"/>
            </a:xfrm>
          </p:grpSpPr>
          <p:sp>
            <p:nvSpPr>
              <p:cNvPr id="7684" name="Google Shape;7684;p67"/>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685" name="Google Shape;7685;p67"/>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686" name="Google Shape;7686;p67"/>
            <p:cNvGrpSpPr/>
            <p:nvPr/>
          </p:nvGrpSpPr>
          <p:grpSpPr>
            <a:xfrm>
              <a:off x="1348050" y="3296613"/>
              <a:ext cx="1706152" cy="1024800"/>
              <a:chOff x="1348050" y="3296613"/>
              <a:chExt cx="1706152" cy="1024800"/>
            </a:xfrm>
          </p:grpSpPr>
          <p:sp>
            <p:nvSpPr>
              <p:cNvPr id="7687" name="Google Shape;7687;p67"/>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688" name="Google Shape;7688;p67"/>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689" name="Google Shape;7689;p67"/>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690" name="Google Shape;7690;p67"/>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691" name="Google Shape;7691;p67"/>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692" name="Google Shape;7692;p67"/>
            <p:cNvGrpSpPr/>
            <p:nvPr/>
          </p:nvGrpSpPr>
          <p:grpSpPr>
            <a:xfrm>
              <a:off x="1455707" y="3654858"/>
              <a:ext cx="1491150" cy="417657"/>
              <a:chOff x="1455707" y="3654858"/>
              <a:chExt cx="1491150" cy="417657"/>
            </a:xfrm>
          </p:grpSpPr>
          <p:sp>
            <p:nvSpPr>
              <p:cNvPr id="7693" name="Google Shape;7693;p67"/>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7"/>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7"/>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7"/>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7"/>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7"/>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7"/>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7"/>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7"/>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7"/>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7"/>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7"/>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7"/>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7"/>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7"/>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7"/>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7"/>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7"/>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7"/>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7"/>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713" name="Google Shape;7713;p67"/>
          <p:cNvGraphicFramePr/>
          <p:nvPr/>
        </p:nvGraphicFramePr>
        <p:xfrm>
          <a:off x="5937787" y="2153834"/>
          <a:ext cx="3000000" cy="3000000"/>
        </p:xfrm>
        <a:graphic>
          <a:graphicData uri="http://schemas.openxmlformats.org/drawingml/2006/table">
            <a:tbl>
              <a:tblPr>
                <a:noFill/>
                <a:tableStyleId>{D583A786-D13D-487E-849F-7DD0F376DDD1}</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714" name="Google Shape;7714;p67"/>
          <p:cNvGrpSpPr/>
          <p:nvPr/>
        </p:nvGrpSpPr>
        <p:grpSpPr>
          <a:xfrm>
            <a:off x="710464" y="981599"/>
            <a:ext cx="2396505" cy="976502"/>
            <a:chOff x="749309" y="1112739"/>
            <a:chExt cx="2371603" cy="976502"/>
          </a:xfrm>
        </p:grpSpPr>
        <p:grpSp>
          <p:nvGrpSpPr>
            <p:cNvPr id="7715" name="Google Shape;7715;p67"/>
            <p:cNvGrpSpPr/>
            <p:nvPr/>
          </p:nvGrpSpPr>
          <p:grpSpPr>
            <a:xfrm>
              <a:off x="1092126" y="1112739"/>
              <a:ext cx="2028786" cy="975464"/>
              <a:chOff x="1092126" y="1112739"/>
              <a:chExt cx="2028786" cy="975464"/>
            </a:xfrm>
          </p:grpSpPr>
          <p:sp>
            <p:nvSpPr>
              <p:cNvPr id="7716" name="Google Shape;7716;p67"/>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7"/>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7"/>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7"/>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7"/>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7"/>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7"/>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7"/>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7"/>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7"/>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7"/>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7"/>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7"/>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7"/>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7"/>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7"/>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7"/>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7"/>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7"/>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7"/>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7"/>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7"/>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7"/>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7"/>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0" name="Google Shape;7740;p67"/>
            <p:cNvGrpSpPr/>
            <p:nvPr/>
          </p:nvGrpSpPr>
          <p:grpSpPr>
            <a:xfrm>
              <a:off x="749309" y="1112739"/>
              <a:ext cx="314700" cy="975464"/>
              <a:chOff x="749309" y="1112739"/>
              <a:chExt cx="314700" cy="975464"/>
            </a:xfrm>
          </p:grpSpPr>
          <p:sp>
            <p:nvSpPr>
              <p:cNvPr id="7741" name="Google Shape;7741;p67"/>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7"/>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7"/>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7"/>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45" name="Google Shape;7745;p6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749" name="Google Shape;7749;p67"/>
          <p:cNvGraphicFramePr/>
          <p:nvPr/>
        </p:nvGraphicFramePr>
        <p:xfrm>
          <a:off x="5937812" y="981584"/>
          <a:ext cx="3000000" cy="3000000"/>
        </p:xfrm>
        <a:graphic>
          <a:graphicData uri="http://schemas.openxmlformats.org/drawingml/2006/table">
            <a:tbl>
              <a:tblPr>
                <a:noFill/>
                <a:tableStyleId>{D583A786-D13D-487E-849F-7DD0F376DDD1}</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750" name="Google Shape;7750;p67"/>
          <p:cNvGraphicFramePr/>
          <p:nvPr/>
        </p:nvGraphicFramePr>
        <p:xfrm>
          <a:off x="3358675" y="2153834"/>
          <a:ext cx="3000000" cy="3000000"/>
        </p:xfrm>
        <a:graphic>
          <a:graphicData uri="http://schemas.openxmlformats.org/drawingml/2006/table">
            <a:tbl>
              <a:tblPr>
                <a:noFill/>
                <a:tableStyleId>{D583A786-D13D-487E-849F-7DD0F376DDD1}</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751" name="Google Shape;7751;p67"/>
          <p:cNvGrpSpPr/>
          <p:nvPr/>
        </p:nvGrpSpPr>
        <p:grpSpPr>
          <a:xfrm>
            <a:off x="3360661" y="3144795"/>
            <a:ext cx="2363377" cy="1047062"/>
            <a:chOff x="3358399" y="3285485"/>
            <a:chExt cx="2363377" cy="1047062"/>
          </a:xfrm>
        </p:grpSpPr>
        <p:grpSp>
          <p:nvGrpSpPr>
            <p:cNvPr id="7752" name="Google Shape;7752;p67"/>
            <p:cNvGrpSpPr/>
            <p:nvPr/>
          </p:nvGrpSpPr>
          <p:grpSpPr>
            <a:xfrm>
              <a:off x="3358412" y="3285485"/>
              <a:ext cx="2363244" cy="139500"/>
              <a:chOff x="3358412" y="3285485"/>
              <a:chExt cx="2363244" cy="139500"/>
            </a:xfrm>
          </p:grpSpPr>
          <p:sp>
            <p:nvSpPr>
              <p:cNvPr id="7753" name="Google Shape;7753;p67"/>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7"/>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7"/>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7"/>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7"/>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8" name="Google Shape;7758;p67"/>
            <p:cNvGrpSpPr/>
            <p:nvPr/>
          </p:nvGrpSpPr>
          <p:grpSpPr>
            <a:xfrm>
              <a:off x="3358412" y="3466996"/>
              <a:ext cx="2363244" cy="139500"/>
              <a:chOff x="3358412" y="3466996"/>
              <a:chExt cx="2363244" cy="139500"/>
            </a:xfrm>
          </p:grpSpPr>
          <p:sp>
            <p:nvSpPr>
              <p:cNvPr id="7759" name="Google Shape;7759;p67"/>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7"/>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7"/>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7"/>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7"/>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4" name="Google Shape;7764;p67"/>
            <p:cNvGrpSpPr/>
            <p:nvPr/>
          </p:nvGrpSpPr>
          <p:grpSpPr>
            <a:xfrm>
              <a:off x="3358412" y="3648507"/>
              <a:ext cx="2363244" cy="139500"/>
              <a:chOff x="3358412" y="3648507"/>
              <a:chExt cx="2363244" cy="139500"/>
            </a:xfrm>
          </p:grpSpPr>
          <p:sp>
            <p:nvSpPr>
              <p:cNvPr id="7765" name="Google Shape;7765;p67"/>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7"/>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7"/>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7"/>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7"/>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0" name="Google Shape;7770;p67"/>
            <p:cNvGrpSpPr/>
            <p:nvPr/>
          </p:nvGrpSpPr>
          <p:grpSpPr>
            <a:xfrm>
              <a:off x="3358412" y="3830018"/>
              <a:ext cx="2363244" cy="139500"/>
              <a:chOff x="3358412" y="3830018"/>
              <a:chExt cx="2363244" cy="139500"/>
            </a:xfrm>
          </p:grpSpPr>
          <p:sp>
            <p:nvSpPr>
              <p:cNvPr id="7771" name="Google Shape;7771;p67"/>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7"/>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7"/>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7"/>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7"/>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6" name="Google Shape;7776;p67"/>
            <p:cNvGrpSpPr/>
            <p:nvPr/>
          </p:nvGrpSpPr>
          <p:grpSpPr>
            <a:xfrm>
              <a:off x="3358399" y="4011514"/>
              <a:ext cx="2363377" cy="139537"/>
              <a:chOff x="3294800" y="4134603"/>
              <a:chExt cx="2638876" cy="152400"/>
            </a:xfrm>
          </p:grpSpPr>
          <p:sp>
            <p:nvSpPr>
              <p:cNvPr id="7777" name="Google Shape;7777;p67"/>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7"/>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7"/>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7"/>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7"/>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2" name="Google Shape;7782;p67"/>
            <p:cNvGrpSpPr/>
            <p:nvPr/>
          </p:nvGrpSpPr>
          <p:grpSpPr>
            <a:xfrm>
              <a:off x="3358399" y="4193010"/>
              <a:ext cx="2363377" cy="139537"/>
              <a:chOff x="3294800" y="4134603"/>
              <a:chExt cx="2638876" cy="152400"/>
            </a:xfrm>
          </p:grpSpPr>
          <p:sp>
            <p:nvSpPr>
              <p:cNvPr id="7783" name="Google Shape;7783;p67"/>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7"/>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7"/>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7"/>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7"/>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788" name="Google Shape;7788;p67"/>
          <p:cNvGraphicFramePr/>
          <p:nvPr/>
        </p:nvGraphicFramePr>
        <p:xfrm>
          <a:off x="711463" y="2153834"/>
          <a:ext cx="3000000" cy="3000000"/>
        </p:xfrm>
        <a:graphic>
          <a:graphicData uri="http://schemas.openxmlformats.org/drawingml/2006/table">
            <a:tbl>
              <a:tblPr>
                <a:noFill/>
                <a:tableStyleId>{D583A786-D13D-487E-849F-7DD0F376DDD1}</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789" name="Google Shape;7789;p67"/>
          <p:cNvGrpSpPr/>
          <p:nvPr/>
        </p:nvGrpSpPr>
        <p:grpSpPr>
          <a:xfrm>
            <a:off x="4161132" y="2557649"/>
            <a:ext cx="1302095" cy="60959"/>
            <a:chOff x="3558802" y="4011427"/>
            <a:chExt cx="1866000" cy="111300"/>
          </a:xfrm>
        </p:grpSpPr>
        <p:sp>
          <p:nvSpPr>
            <p:cNvPr id="7790" name="Google Shape;7790;p6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7"/>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2" name="Google Shape;7792;p67"/>
          <p:cNvGrpSpPr/>
          <p:nvPr/>
        </p:nvGrpSpPr>
        <p:grpSpPr>
          <a:xfrm>
            <a:off x="4706620" y="2839808"/>
            <a:ext cx="914340" cy="60959"/>
            <a:chOff x="3558802" y="4011427"/>
            <a:chExt cx="1866000" cy="111300"/>
          </a:xfrm>
        </p:grpSpPr>
        <p:sp>
          <p:nvSpPr>
            <p:cNvPr id="7793" name="Google Shape;7793;p6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7"/>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5" name="Google Shape;7795;p67"/>
          <p:cNvGrpSpPr/>
          <p:nvPr/>
        </p:nvGrpSpPr>
        <p:grpSpPr>
          <a:xfrm>
            <a:off x="5871419" y="3167606"/>
            <a:ext cx="2522867" cy="1001454"/>
            <a:chOff x="1904318" y="789980"/>
            <a:chExt cx="1489472" cy="606868"/>
          </a:xfrm>
        </p:grpSpPr>
        <p:cxnSp>
          <p:nvCxnSpPr>
            <p:cNvPr id="7796" name="Google Shape;7796;p6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797" name="Google Shape;7797;p6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798" name="Google Shape;7798;p6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799" name="Google Shape;7799;p67"/>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800" name="Google Shape;7800;p67"/>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801" name="Google Shape;7801;p67"/>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802" name="Google Shape;7802;p67"/>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803" name="Google Shape;7803;p6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7"/>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810" name="Google Shape;7810;p67"/>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811" name="Google Shape;7811;p67"/>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812" name="Google Shape;7812;p6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3" name="Google Shape;7813;p67"/>
          <p:cNvGrpSpPr/>
          <p:nvPr/>
        </p:nvGrpSpPr>
        <p:grpSpPr>
          <a:xfrm>
            <a:off x="3355824" y="951642"/>
            <a:ext cx="2363393" cy="1005865"/>
            <a:chOff x="3292400" y="1193188"/>
            <a:chExt cx="2615240" cy="1131075"/>
          </a:xfrm>
        </p:grpSpPr>
        <p:sp>
          <p:nvSpPr>
            <p:cNvPr id="7814" name="Google Shape;7814;p67"/>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15" name="Google Shape;7815;p67"/>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16" name="Google Shape;7816;p67"/>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817" name="Google Shape;7817;p67"/>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818" name="Google Shape;7818;p67"/>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819" name="Google Shape;7819;p67"/>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820" name="Google Shape;7820;p67"/>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821" name="Google Shape;7821;p67"/>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822" name="Google Shape;7822;p67"/>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823" name="Google Shape;7823;p67"/>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824" name="Google Shape;7824;p67"/>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25" name="Google Shape;7825;p67"/>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826" name="Google Shape;7826;p67"/>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27" name="Google Shape;7827;p67"/>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828" name="Google Shape;7828;p67"/>
            <p:cNvGrpSpPr/>
            <p:nvPr/>
          </p:nvGrpSpPr>
          <p:grpSpPr>
            <a:xfrm>
              <a:off x="3748438" y="1378608"/>
              <a:ext cx="2159202" cy="903971"/>
              <a:chOff x="1683525" y="2179850"/>
              <a:chExt cx="4519050" cy="2134525"/>
            </a:xfrm>
          </p:grpSpPr>
          <p:sp>
            <p:nvSpPr>
              <p:cNvPr id="7829" name="Google Shape;7829;p6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0" name="Google Shape;7830;p6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1" name="Google Shape;7831;p6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2" name="Google Shape;7832;p6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3" name="Google Shape;7833;p6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4" name="Google Shape;7834;p6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5" name="Google Shape;7835;p6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6" name="Google Shape;7836;p6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7" name="Google Shape;7837;p6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8" name="Google Shape;7838;p6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9" name="Google Shape;7839;p6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40" name="Google Shape;7840;p6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7844"/>
        <p:cNvGrpSpPr/>
        <p:nvPr/>
      </p:nvGrpSpPr>
      <p:grpSpPr>
        <a:xfrm>
          <a:off x="0" y="0"/>
          <a:ext cx="0" cy="0"/>
          <a:chOff x="0" y="0"/>
          <a:chExt cx="0" cy="0"/>
        </a:xfrm>
      </p:grpSpPr>
      <p:grpSp>
        <p:nvGrpSpPr>
          <p:cNvPr id="7845" name="Google Shape;7845;p68"/>
          <p:cNvGrpSpPr/>
          <p:nvPr/>
        </p:nvGrpSpPr>
        <p:grpSpPr>
          <a:xfrm>
            <a:off x="4796690" y="970938"/>
            <a:ext cx="745431" cy="718863"/>
            <a:chOff x="4249973" y="1201875"/>
            <a:chExt cx="1958568" cy="1888762"/>
          </a:xfrm>
        </p:grpSpPr>
        <p:sp>
          <p:nvSpPr>
            <p:cNvPr id="7846" name="Google Shape;7846;p68"/>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47" name="Google Shape;7847;p68"/>
            <p:cNvGrpSpPr/>
            <p:nvPr/>
          </p:nvGrpSpPr>
          <p:grpSpPr>
            <a:xfrm>
              <a:off x="5853086" y="1789142"/>
              <a:ext cx="355454" cy="1048099"/>
              <a:chOff x="5576108" y="2016725"/>
              <a:chExt cx="565200" cy="1666560"/>
            </a:xfrm>
          </p:grpSpPr>
          <p:sp>
            <p:nvSpPr>
              <p:cNvPr id="7848" name="Google Shape;7848;p68"/>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49" name="Google Shape;7849;p6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0" name="Google Shape;7850;p68"/>
            <p:cNvGrpSpPr/>
            <p:nvPr/>
          </p:nvGrpSpPr>
          <p:grpSpPr>
            <a:xfrm>
              <a:off x="4869455" y="2691676"/>
              <a:ext cx="1013897" cy="398961"/>
              <a:chOff x="4012057" y="3451825"/>
              <a:chExt cx="1612175" cy="634379"/>
            </a:xfrm>
          </p:grpSpPr>
          <p:sp>
            <p:nvSpPr>
              <p:cNvPr id="7851" name="Google Shape;7851;p68"/>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52" name="Google Shape;7852;p6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3" name="Google Shape;7853;p68"/>
            <p:cNvGrpSpPr/>
            <p:nvPr/>
          </p:nvGrpSpPr>
          <p:grpSpPr>
            <a:xfrm>
              <a:off x="4276937" y="2155961"/>
              <a:ext cx="651965" cy="891358"/>
              <a:chOff x="3069908" y="2599997"/>
              <a:chExt cx="1036675" cy="1417328"/>
            </a:xfrm>
          </p:grpSpPr>
          <p:sp>
            <p:nvSpPr>
              <p:cNvPr id="7854" name="Google Shape;7854;p68"/>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55" name="Google Shape;7855;p6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6" name="Google Shape;7856;p68"/>
            <p:cNvGrpSpPr/>
            <p:nvPr/>
          </p:nvGrpSpPr>
          <p:grpSpPr>
            <a:xfrm>
              <a:off x="5054918" y="1201875"/>
              <a:ext cx="999548" cy="602711"/>
              <a:chOff x="4306958" y="1082925"/>
              <a:chExt cx="1589359" cy="958358"/>
            </a:xfrm>
          </p:grpSpPr>
          <p:sp>
            <p:nvSpPr>
              <p:cNvPr id="7857" name="Google Shape;7857;p68"/>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58" name="Google Shape;7858;p6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9" name="Google Shape;7859;p68"/>
            <p:cNvGrpSpPr/>
            <p:nvPr/>
          </p:nvGrpSpPr>
          <p:grpSpPr>
            <a:xfrm>
              <a:off x="4249973" y="1303451"/>
              <a:ext cx="799317" cy="841334"/>
              <a:chOff x="3027033" y="1244439"/>
              <a:chExt cx="1270977" cy="1337786"/>
            </a:xfrm>
          </p:grpSpPr>
          <p:sp>
            <p:nvSpPr>
              <p:cNvPr id="7860" name="Google Shape;7860;p68"/>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61" name="Google Shape;7861;p6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62" name="Google Shape;7862;p68"/>
          <p:cNvGrpSpPr/>
          <p:nvPr/>
        </p:nvGrpSpPr>
        <p:grpSpPr>
          <a:xfrm>
            <a:off x="713063" y="1849388"/>
            <a:ext cx="761767" cy="729896"/>
            <a:chOff x="2657744" y="2337745"/>
            <a:chExt cx="832987" cy="798137"/>
          </a:xfrm>
        </p:grpSpPr>
        <p:sp>
          <p:nvSpPr>
            <p:cNvPr id="7863" name="Google Shape;7863;p68"/>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8"/>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8"/>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9" name="Google Shape;7869;p68"/>
          <p:cNvGrpSpPr/>
          <p:nvPr/>
        </p:nvGrpSpPr>
        <p:grpSpPr>
          <a:xfrm>
            <a:off x="3224027" y="1852594"/>
            <a:ext cx="685569" cy="723586"/>
            <a:chOff x="3398134" y="2057755"/>
            <a:chExt cx="704087" cy="743130"/>
          </a:xfrm>
        </p:grpSpPr>
        <p:grpSp>
          <p:nvGrpSpPr>
            <p:cNvPr id="7870" name="Google Shape;7870;p68"/>
            <p:cNvGrpSpPr/>
            <p:nvPr/>
          </p:nvGrpSpPr>
          <p:grpSpPr>
            <a:xfrm>
              <a:off x="3398134" y="2290183"/>
              <a:ext cx="315300" cy="219900"/>
              <a:chOff x="3398134" y="2290183"/>
              <a:chExt cx="315300" cy="219900"/>
            </a:xfrm>
          </p:grpSpPr>
          <p:sp>
            <p:nvSpPr>
              <p:cNvPr id="7871" name="Google Shape;7871;p68"/>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872" name="Google Shape;7872;p68"/>
              <p:cNvCxnSpPr>
                <a:stCxn id="787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873" name="Google Shape;7873;p68"/>
            <p:cNvGrpSpPr/>
            <p:nvPr/>
          </p:nvGrpSpPr>
          <p:grpSpPr>
            <a:xfrm>
              <a:off x="3547823" y="2467358"/>
              <a:ext cx="219900" cy="333527"/>
              <a:chOff x="3547823" y="2467358"/>
              <a:chExt cx="219900" cy="333527"/>
            </a:xfrm>
          </p:grpSpPr>
          <p:sp>
            <p:nvSpPr>
              <p:cNvPr id="7874" name="Google Shape;7874;p68"/>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875" name="Google Shape;7875;p68"/>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876" name="Google Shape;7876;p68"/>
            <p:cNvGrpSpPr/>
            <p:nvPr/>
          </p:nvGrpSpPr>
          <p:grpSpPr>
            <a:xfrm>
              <a:off x="3734138" y="2467358"/>
              <a:ext cx="219900" cy="333527"/>
              <a:chOff x="3734138" y="2467358"/>
              <a:chExt cx="219900" cy="333527"/>
            </a:xfrm>
          </p:grpSpPr>
          <p:sp>
            <p:nvSpPr>
              <p:cNvPr id="7877" name="Google Shape;7877;p68"/>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878" name="Google Shape;7878;p68"/>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879" name="Google Shape;7879;p68"/>
            <p:cNvGrpSpPr/>
            <p:nvPr/>
          </p:nvGrpSpPr>
          <p:grpSpPr>
            <a:xfrm>
              <a:off x="3787560" y="2288011"/>
              <a:ext cx="314661" cy="219900"/>
              <a:chOff x="3787560" y="2288011"/>
              <a:chExt cx="314661" cy="219900"/>
            </a:xfrm>
          </p:grpSpPr>
          <p:sp>
            <p:nvSpPr>
              <p:cNvPr id="7880" name="Google Shape;7880;p68"/>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881" name="Google Shape;7881;p68"/>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882" name="Google Shape;7882;p68"/>
            <p:cNvGrpSpPr/>
            <p:nvPr/>
          </p:nvGrpSpPr>
          <p:grpSpPr>
            <a:xfrm>
              <a:off x="3637290" y="2057755"/>
              <a:ext cx="219900" cy="335499"/>
              <a:chOff x="3637290" y="2057755"/>
              <a:chExt cx="219900" cy="335499"/>
            </a:xfrm>
          </p:grpSpPr>
          <p:sp>
            <p:nvSpPr>
              <p:cNvPr id="7883" name="Google Shape;7883;p68"/>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884" name="Google Shape;7884;p68"/>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885" name="Google Shape;7885;p68"/>
          <p:cNvGrpSpPr/>
          <p:nvPr/>
        </p:nvGrpSpPr>
        <p:grpSpPr>
          <a:xfrm>
            <a:off x="4899249" y="1859290"/>
            <a:ext cx="710153" cy="710153"/>
            <a:chOff x="5007123" y="2079403"/>
            <a:chExt cx="687600" cy="687600"/>
          </a:xfrm>
        </p:grpSpPr>
        <p:sp>
          <p:nvSpPr>
            <p:cNvPr id="7886" name="Google Shape;7886;p68"/>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8"/>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8"/>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8"/>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0" name="Google Shape;7890;p68"/>
          <p:cNvGrpSpPr/>
          <p:nvPr/>
        </p:nvGrpSpPr>
        <p:grpSpPr>
          <a:xfrm>
            <a:off x="5708687" y="1853796"/>
            <a:ext cx="720998" cy="721183"/>
            <a:chOff x="5797446" y="2063053"/>
            <a:chExt cx="698100" cy="698280"/>
          </a:xfrm>
        </p:grpSpPr>
        <p:sp>
          <p:nvSpPr>
            <p:cNvPr id="7891" name="Google Shape;7891;p68"/>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8"/>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8"/>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8"/>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5" name="Google Shape;7895;p68"/>
          <p:cNvGrpSpPr/>
          <p:nvPr/>
        </p:nvGrpSpPr>
        <p:grpSpPr>
          <a:xfrm>
            <a:off x="8153834" y="3499401"/>
            <a:ext cx="280585" cy="673164"/>
            <a:chOff x="8075075" y="3754290"/>
            <a:chExt cx="255612" cy="613194"/>
          </a:xfrm>
        </p:grpSpPr>
        <p:grpSp>
          <p:nvGrpSpPr>
            <p:cNvPr id="7896" name="Google Shape;7896;p68"/>
            <p:cNvGrpSpPr/>
            <p:nvPr/>
          </p:nvGrpSpPr>
          <p:grpSpPr>
            <a:xfrm>
              <a:off x="8075075" y="3754290"/>
              <a:ext cx="255612" cy="613194"/>
              <a:chOff x="8075075" y="3754290"/>
              <a:chExt cx="255612" cy="613194"/>
            </a:xfrm>
          </p:grpSpPr>
          <p:sp>
            <p:nvSpPr>
              <p:cNvPr id="7897" name="Google Shape;7897;p68"/>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8"/>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99" name="Google Shape;7899;p68"/>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0" name="Google Shape;7900;p68"/>
          <p:cNvGrpSpPr/>
          <p:nvPr/>
        </p:nvGrpSpPr>
        <p:grpSpPr>
          <a:xfrm>
            <a:off x="5270892" y="3488198"/>
            <a:ext cx="470352" cy="683745"/>
            <a:chOff x="1697726" y="3244179"/>
            <a:chExt cx="788124" cy="1146069"/>
          </a:xfrm>
        </p:grpSpPr>
        <p:sp>
          <p:nvSpPr>
            <p:cNvPr id="7901" name="Google Shape;7901;p6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3" name="Google Shape;7903;p68"/>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4" name="Google Shape;7904;p68"/>
          <p:cNvGrpSpPr/>
          <p:nvPr/>
        </p:nvGrpSpPr>
        <p:grpSpPr>
          <a:xfrm>
            <a:off x="5892043" y="3499400"/>
            <a:ext cx="293891" cy="293845"/>
            <a:chOff x="6134814" y="3754290"/>
            <a:chExt cx="293891" cy="293845"/>
          </a:xfrm>
        </p:grpSpPr>
        <p:sp>
          <p:nvSpPr>
            <p:cNvPr id="7905" name="Google Shape;7905;p68"/>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8"/>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7" name="Google Shape;7907;p68"/>
          <p:cNvGrpSpPr/>
          <p:nvPr/>
        </p:nvGrpSpPr>
        <p:grpSpPr>
          <a:xfrm>
            <a:off x="5892043" y="3878071"/>
            <a:ext cx="293891" cy="293891"/>
            <a:chOff x="6134814" y="4086186"/>
            <a:chExt cx="293891" cy="293891"/>
          </a:xfrm>
        </p:grpSpPr>
        <p:sp>
          <p:nvSpPr>
            <p:cNvPr id="7908" name="Google Shape;7908;p68"/>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8"/>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0" name="Google Shape;7910;p68"/>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8"/>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2" name="Google Shape;7912;p68"/>
          <p:cNvGrpSpPr/>
          <p:nvPr/>
        </p:nvGrpSpPr>
        <p:grpSpPr>
          <a:xfrm>
            <a:off x="7817018" y="2706764"/>
            <a:ext cx="622883" cy="621944"/>
            <a:chOff x="1187048" y="238125"/>
            <a:chExt cx="5256397" cy="5248476"/>
          </a:xfrm>
        </p:grpSpPr>
        <p:sp>
          <p:nvSpPr>
            <p:cNvPr id="7913" name="Google Shape;7913;p6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8"/>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8"/>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8"/>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7" name="Google Shape;7917;p68"/>
          <p:cNvGrpSpPr/>
          <p:nvPr/>
        </p:nvGrpSpPr>
        <p:grpSpPr>
          <a:xfrm>
            <a:off x="2274123" y="2716372"/>
            <a:ext cx="1310987" cy="612407"/>
            <a:chOff x="238125" y="1188750"/>
            <a:chExt cx="7140450" cy="3335550"/>
          </a:xfrm>
        </p:grpSpPr>
        <p:sp>
          <p:nvSpPr>
            <p:cNvPr id="7918" name="Google Shape;7918;p6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3" name="Google Shape;7923;p68"/>
          <p:cNvGrpSpPr/>
          <p:nvPr/>
        </p:nvGrpSpPr>
        <p:grpSpPr>
          <a:xfrm>
            <a:off x="6599995" y="2706927"/>
            <a:ext cx="1110299" cy="621702"/>
            <a:chOff x="238125" y="1335475"/>
            <a:chExt cx="5418735" cy="3034175"/>
          </a:xfrm>
        </p:grpSpPr>
        <p:sp>
          <p:nvSpPr>
            <p:cNvPr id="7924" name="Google Shape;7924;p6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7" name="Google Shape;7927;p68"/>
          <p:cNvGrpSpPr/>
          <p:nvPr/>
        </p:nvGrpSpPr>
        <p:grpSpPr>
          <a:xfrm>
            <a:off x="5417655" y="2703824"/>
            <a:ext cx="1074451" cy="627181"/>
            <a:chOff x="5359127" y="2910889"/>
            <a:chExt cx="1097723" cy="640831"/>
          </a:xfrm>
        </p:grpSpPr>
        <p:grpSp>
          <p:nvGrpSpPr>
            <p:cNvPr id="7928" name="Google Shape;7928;p68"/>
            <p:cNvGrpSpPr/>
            <p:nvPr/>
          </p:nvGrpSpPr>
          <p:grpSpPr>
            <a:xfrm>
              <a:off x="5929791" y="3263088"/>
              <a:ext cx="527060" cy="287097"/>
              <a:chOff x="5929791" y="3263088"/>
              <a:chExt cx="527060" cy="287097"/>
            </a:xfrm>
          </p:grpSpPr>
          <p:sp>
            <p:nvSpPr>
              <p:cNvPr id="7929" name="Google Shape;7929;p68"/>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30" name="Google Shape;7930;p68"/>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931" name="Google Shape;7931;p68"/>
            <p:cNvGrpSpPr/>
            <p:nvPr/>
          </p:nvGrpSpPr>
          <p:grpSpPr>
            <a:xfrm>
              <a:off x="5359127" y="3263089"/>
              <a:ext cx="526428" cy="288631"/>
              <a:chOff x="5359127" y="3263089"/>
              <a:chExt cx="526428" cy="288631"/>
            </a:xfrm>
          </p:grpSpPr>
          <p:sp>
            <p:nvSpPr>
              <p:cNvPr id="7932" name="Google Shape;7932;p68"/>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33" name="Google Shape;7933;p68"/>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934" name="Google Shape;7934;p68"/>
            <p:cNvGrpSpPr/>
            <p:nvPr/>
          </p:nvGrpSpPr>
          <p:grpSpPr>
            <a:xfrm>
              <a:off x="5551525" y="2910889"/>
              <a:ext cx="520901" cy="610283"/>
              <a:chOff x="5551525" y="2910889"/>
              <a:chExt cx="520901" cy="610283"/>
            </a:xfrm>
          </p:grpSpPr>
          <p:sp>
            <p:nvSpPr>
              <p:cNvPr id="7935" name="Google Shape;7935;p68"/>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36" name="Google Shape;7936;p68"/>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937" name="Google Shape;7937;p68"/>
            <p:cNvGrpSpPr/>
            <p:nvPr/>
          </p:nvGrpSpPr>
          <p:grpSpPr>
            <a:xfrm>
              <a:off x="5743962" y="2919100"/>
              <a:ext cx="623674" cy="284502"/>
              <a:chOff x="5743962" y="2919100"/>
              <a:chExt cx="623674" cy="284502"/>
            </a:xfrm>
          </p:grpSpPr>
          <p:sp>
            <p:nvSpPr>
              <p:cNvPr id="7938" name="Google Shape;7938;p68"/>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39" name="Google Shape;7939;p68"/>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940" name="Google Shape;7940;p68"/>
          <p:cNvGrpSpPr/>
          <p:nvPr/>
        </p:nvGrpSpPr>
        <p:grpSpPr>
          <a:xfrm>
            <a:off x="7568868" y="1854536"/>
            <a:ext cx="874976" cy="719600"/>
            <a:chOff x="7608988" y="2093194"/>
            <a:chExt cx="817276" cy="672147"/>
          </a:xfrm>
        </p:grpSpPr>
        <p:cxnSp>
          <p:nvCxnSpPr>
            <p:cNvPr id="7941" name="Google Shape;7941;p68"/>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42" name="Google Shape;7942;p68"/>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43" name="Google Shape;7943;p68"/>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44" name="Google Shape;7944;p68"/>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45" name="Google Shape;7945;p68"/>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946" name="Google Shape;7946;p68"/>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947" name="Google Shape;7947;p68"/>
            <p:cNvGrpSpPr/>
            <p:nvPr/>
          </p:nvGrpSpPr>
          <p:grpSpPr>
            <a:xfrm>
              <a:off x="7721175" y="2093194"/>
              <a:ext cx="599587" cy="623846"/>
              <a:chOff x="7721175" y="2093194"/>
              <a:chExt cx="599587" cy="623846"/>
            </a:xfrm>
          </p:grpSpPr>
          <p:grpSp>
            <p:nvGrpSpPr>
              <p:cNvPr id="7948" name="Google Shape;7948;p68"/>
              <p:cNvGrpSpPr/>
              <p:nvPr/>
            </p:nvGrpSpPr>
            <p:grpSpPr>
              <a:xfrm>
                <a:off x="7721175" y="2093194"/>
                <a:ext cx="291605" cy="623846"/>
                <a:chOff x="9405575" y="2061418"/>
                <a:chExt cx="291605" cy="623846"/>
              </a:xfrm>
            </p:grpSpPr>
            <p:sp>
              <p:nvSpPr>
                <p:cNvPr id="7949" name="Google Shape;7949;p68"/>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8"/>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8"/>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8"/>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8"/>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8"/>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8"/>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68"/>
              <p:cNvGrpSpPr/>
              <p:nvPr/>
            </p:nvGrpSpPr>
            <p:grpSpPr>
              <a:xfrm flipH="1">
                <a:off x="8029157" y="2093194"/>
                <a:ext cx="291605" cy="623846"/>
                <a:chOff x="9405575" y="2061418"/>
                <a:chExt cx="291605" cy="623846"/>
              </a:xfrm>
            </p:grpSpPr>
            <p:sp>
              <p:nvSpPr>
                <p:cNvPr id="7957" name="Google Shape;7957;p68"/>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8"/>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8"/>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8"/>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8"/>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8"/>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8"/>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964" name="Google Shape;7964;p68"/>
          <p:cNvGrpSpPr/>
          <p:nvPr/>
        </p:nvGrpSpPr>
        <p:grpSpPr>
          <a:xfrm>
            <a:off x="4013304" y="970938"/>
            <a:ext cx="712557" cy="785901"/>
            <a:chOff x="4206459" y="1191441"/>
            <a:chExt cx="712557" cy="785901"/>
          </a:xfrm>
        </p:grpSpPr>
        <p:sp>
          <p:nvSpPr>
            <p:cNvPr id="7965" name="Google Shape;7965;p68"/>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8"/>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8"/>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8"/>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69" name="Google Shape;7969;p68"/>
            <p:cNvGrpSpPr/>
            <p:nvPr/>
          </p:nvGrpSpPr>
          <p:grpSpPr>
            <a:xfrm>
              <a:off x="4644280" y="1290523"/>
              <a:ext cx="143716" cy="29463"/>
              <a:chOff x="4644280" y="1290523"/>
              <a:chExt cx="143716" cy="29463"/>
            </a:xfrm>
          </p:grpSpPr>
          <p:sp>
            <p:nvSpPr>
              <p:cNvPr id="7970" name="Google Shape;7970;p68"/>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8"/>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8"/>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8"/>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4" name="Google Shape;7974;p68"/>
            <p:cNvGrpSpPr/>
            <p:nvPr/>
          </p:nvGrpSpPr>
          <p:grpSpPr>
            <a:xfrm>
              <a:off x="4356567" y="1191441"/>
              <a:ext cx="143690" cy="29488"/>
              <a:chOff x="4356567" y="1191441"/>
              <a:chExt cx="143690" cy="29488"/>
            </a:xfrm>
          </p:grpSpPr>
          <p:sp>
            <p:nvSpPr>
              <p:cNvPr id="7975" name="Google Shape;7975;p68"/>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8"/>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8"/>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8"/>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9" name="Google Shape;7979;p68"/>
            <p:cNvGrpSpPr/>
            <p:nvPr/>
          </p:nvGrpSpPr>
          <p:grpSpPr>
            <a:xfrm>
              <a:off x="4339009" y="1863727"/>
              <a:ext cx="143703" cy="29476"/>
              <a:chOff x="4339009" y="1863727"/>
              <a:chExt cx="143703" cy="29476"/>
            </a:xfrm>
          </p:grpSpPr>
          <p:sp>
            <p:nvSpPr>
              <p:cNvPr id="7980" name="Google Shape;7980;p68"/>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8"/>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8"/>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8"/>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4" name="Google Shape;7984;p68"/>
            <p:cNvGrpSpPr/>
            <p:nvPr/>
          </p:nvGrpSpPr>
          <p:grpSpPr>
            <a:xfrm>
              <a:off x="4206459" y="1607315"/>
              <a:ext cx="29539" cy="142899"/>
              <a:chOff x="4206459" y="1607315"/>
              <a:chExt cx="29539" cy="142899"/>
            </a:xfrm>
          </p:grpSpPr>
          <p:sp>
            <p:nvSpPr>
              <p:cNvPr id="7985" name="Google Shape;7985;p68"/>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8"/>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8"/>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8"/>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9" name="Google Shape;7989;p68"/>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8"/>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8"/>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8"/>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93" name="Google Shape;7993;p68"/>
            <p:cNvGrpSpPr/>
            <p:nvPr/>
          </p:nvGrpSpPr>
          <p:grpSpPr>
            <a:xfrm>
              <a:off x="4889463" y="1423737"/>
              <a:ext cx="29552" cy="142899"/>
              <a:chOff x="4889463" y="1423737"/>
              <a:chExt cx="29552" cy="142899"/>
            </a:xfrm>
          </p:grpSpPr>
          <p:sp>
            <p:nvSpPr>
              <p:cNvPr id="7994" name="Google Shape;7994;p68"/>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8"/>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8"/>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8"/>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8" name="Google Shape;7998;p68"/>
            <p:cNvGrpSpPr/>
            <p:nvPr/>
          </p:nvGrpSpPr>
          <p:grpSpPr>
            <a:xfrm>
              <a:off x="4771663" y="1876896"/>
              <a:ext cx="108651" cy="100447"/>
              <a:chOff x="4771663" y="1876896"/>
              <a:chExt cx="108651" cy="100447"/>
            </a:xfrm>
          </p:grpSpPr>
          <p:sp>
            <p:nvSpPr>
              <p:cNvPr id="7999" name="Google Shape;7999;p68"/>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8"/>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8"/>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8"/>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03" name="Google Shape;8003;p68"/>
          <p:cNvGrpSpPr/>
          <p:nvPr/>
        </p:nvGrpSpPr>
        <p:grpSpPr>
          <a:xfrm>
            <a:off x="4008780" y="1854161"/>
            <a:ext cx="791287" cy="720350"/>
            <a:chOff x="267375" y="1071875"/>
            <a:chExt cx="470500" cy="428550"/>
          </a:xfrm>
        </p:grpSpPr>
        <p:sp>
          <p:nvSpPr>
            <p:cNvPr id="8004" name="Google Shape;8004;p68"/>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8"/>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8"/>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8"/>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8"/>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8"/>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8"/>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8"/>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2" name="Google Shape;8012;p68"/>
          <p:cNvGrpSpPr/>
          <p:nvPr/>
        </p:nvGrpSpPr>
        <p:grpSpPr>
          <a:xfrm>
            <a:off x="709275" y="3498791"/>
            <a:ext cx="1408444" cy="673166"/>
            <a:chOff x="712664" y="3693287"/>
            <a:chExt cx="1460738" cy="698160"/>
          </a:xfrm>
        </p:grpSpPr>
        <p:grpSp>
          <p:nvGrpSpPr>
            <p:cNvPr id="8013" name="Google Shape;8013;p68"/>
            <p:cNvGrpSpPr/>
            <p:nvPr/>
          </p:nvGrpSpPr>
          <p:grpSpPr>
            <a:xfrm>
              <a:off x="1380079" y="4133090"/>
              <a:ext cx="234048" cy="258099"/>
              <a:chOff x="1380079" y="4133090"/>
              <a:chExt cx="234048" cy="258099"/>
            </a:xfrm>
          </p:grpSpPr>
          <p:sp>
            <p:nvSpPr>
              <p:cNvPr id="8014" name="Google Shape;8014;p68"/>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8"/>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8"/>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7" name="Google Shape;8017;p68"/>
            <p:cNvGrpSpPr/>
            <p:nvPr/>
          </p:nvGrpSpPr>
          <p:grpSpPr>
            <a:xfrm>
              <a:off x="884610" y="3864082"/>
              <a:ext cx="1118566" cy="527275"/>
              <a:chOff x="890961" y="3865463"/>
              <a:chExt cx="1115221" cy="525698"/>
            </a:xfrm>
          </p:grpSpPr>
          <p:sp>
            <p:nvSpPr>
              <p:cNvPr id="8018" name="Google Shape;8018;p68"/>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8"/>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8"/>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68"/>
            <p:cNvGrpSpPr/>
            <p:nvPr/>
          </p:nvGrpSpPr>
          <p:grpSpPr>
            <a:xfrm>
              <a:off x="712664" y="3693287"/>
              <a:ext cx="1460738" cy="698160"/>
              <a:chOff x="712664" y="3693025"/>
              <a:chExt cx="1460738" cy="698160"/>
            </a:xfrm>
          </p:grpSpPr>
          <p:sp>
            <p:nvSpPr>
              <p:cNvPr id="8022" name="Google Shape;8022;p68"/>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8"/>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8"/>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8"/>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8"/>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8"/>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28" name="Google Shape;8028;p68"/>
          <p:cNvGrpSpPr/>
          <p:nvPr/>
        </p:nvGrpSpPr>
        <p:grpSpPr>
          <a:xfrm>
            <a:off x="3146990" y="970938"/>
            <a:ext cx="795485" cy="738831"/>
            <a:chOff x="3348603" y="1236445"/>
            <a:chExt cx="749256" cy="695894"/>
          </a:xfrm>
        </p:grpSpPr>
        <p:grpSp>
          <p:nvGrpSpPr>
            <p:cNvPr id="8029" name="Google Shape;8029;p68"/>
            <p:cNvGrpSpPr/>
            <p:nvPr/>
          </p:nvGrpSpPr>
          <p:grpSpPr>
            <a:xfrm>
              <a:off x="3583779" y="1236445"/>
              <a:ext cx="293795" cy="285811"/>
              <a:chOff x="3750225" y="1774000"/>
              <a:chExt cx="149575" cy="145525"/>
            </a:xfrm>
          </p:grpSpPr>
          <p:sp>
            <p:nvSpPr>
              <p:cNvPr id="8030" name="Google Shape;8030;p6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68"/>
            <p:cNvGrpSpPr/>
            <p:nvPr/>
          </p:nvGrpSpPr>
          <p:grpSpPr>
            <a:xfrm>
              <a:off x="3775534" y="1462599"/>
              <a:ext cx="322325" cy="285958"/>
              <a:chOff x="3847850" y="1889150"/>
              <a:chExt cx="164100" cy="145600"/>
            </a:xfrm>
          </p:grpSpPr>
          <p:sp>
            <p:nvSpPr>
              <p:cNvPr id="8033" name="Google Shape;8033;p6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5" name="Google Shape;8035;p68"/>
            <p:cNvGrpSpPr/>
            <p:nvPr/>
          </p:nvGrpSpPr>
          <p:grpSpPr>
            <a:xfrm>
              <a:off x="3545329" y="1646528"/>
              <a:ext cx="293746" cy="285811"/>
              <a:chOff x="3730650" y="1982800"/>
              <a:chExt cx="149550" cy="145525"/>
            </a:xfrm>
          </p:grpSpPr>
          <p:sp>
            <p:nvSpPr>
              <p:cNvPr id="8036" name="Google Shape;8036;p6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8" name="Google Shape;8038;p68"/>
            <p:cNvGrpSpPr/>
            <p:nvPr/>
          </p:nvGrpSpPr>
          <p:grpSpPr>
            <a:xfrm>
              <a:off x="3348603" y="1415046"/>
              <a:ext cx="294384" cy="284387"/>
              <a:chOff x="3630494" y="1864938"/>
              <a:chExt cx="149875" cy="144800"/>
            </a:xfrm>
          </p:grpSpPr>
          <p:sp>
            <p:nvSpPr>
              <p:cNvPr id="8039" name="Google Shape;8039;p68"/>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8"/>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41" name="Google Shape;8041;p68"/>
          <p:cNvGrpSpPr/>
          <p:nvPr/>
        </p:nvGrpSpPr>
        <p:grpSpPr>
          <a:xfrm>
            <a:off x="2268517" y="3493834"/>
            <a:ext cx="1324924" cy="678083"/>
            <a:chOff x="2413923" y="3711366"/>
            <a:chExt cx="1374117" cy="703260"/>
          </a:xfrm>
        </p:grpSpPr>
        <p:grpSp>
          <p:nvGrpSpPr>
            <p:cNvPr id="8042" name="Google Shape;8042;p68"/>
            <p:cNvGrpSpPr/>
            <p:nvPr/>
          </p:nvGrpSpPr>
          <p:grpSpPr>
            <a:xfrm>
              <a:off x="2413923" y="3711366"/>
              <a:ext cx="1374117" cy="703260"/>
              <a:chOff x="2413923" y="3711366"/>
              <a:chExt cx="1374117" cy="703260"/>
            </a:xfrm>
          </p:grpSpPr>
          <p:sp>
            <p:nvSpPr>
              <p:cNvPr id="8043" name="Google Shape;8043;p68"/>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44" name="Google Shape;8044;p68"/>
              <p:cNvGrpSpPr/>
              <p:nvPr/>
            </p:nvGrpSpPr>
            <p:grpSpPr>
              <a:xfrm>
                <a:off x="2600284" y="3808654"/>
                <a:ext cx="234506" cy="138009"/>
                <a:chOff x="2600284" y="3808654"/>
                <a:chExt cx="234506" cy="138009"/>
              </a:xfrm>
            </p:grpSpPr>
            <p:sp>
              <p:nvSpPr>
                <p:cNvPr id="8045" name="Google Shape;8045;p68"/>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46" name="Google Shape;8046;p68"/>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47" name="Google Shape;8047;p68"/>
              <p:cNvGrpSpPr/>
              <p:nvPr/>
            </p:nvGrpSpPr>
            <p:grpSpPr>
              <a:xfrm>
                <a:off x="3359659" y="3805664"/>
                <a:ext cx="232294" cy="141000"/>
                <a:chOff x="3359659" y="3805664"/>
                <a:chExt cx="232294" cy="141000"/>
              </a:xfrm>
            </p:grpSpPr>
            <p:sp>
              <p:nvSpPr>
                <p:cNvPr id="8048" name="Google Shape;8048;p68"/>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49" name="Google Shape;8049;p68"/>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50" name="Google Shape;8050;p68"/>
              <p:cNvGrpSpPr/>
              <p:nvPr/>
            </p:nvGrpSpPr>
            <p:grpSpPr>
              <a:xfrm>
                <a:off x="3067316" y="3711366"/>
                <a:ext cx="66900" cy="166809"/>
                <a:chOff x="3067316" y="3711366"/>
                <a:chExt cx="66900" cy="166809"/>
              </a:xfrm>
            </p:grpSpPr>
            <p:sp>
              <p:nvSpPr>
                <p:cNvPr id="8051" name="Google Shape;8051;p68"/>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52" name="Google Shape;8052;p68"/>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53" name="Google Shape;8053;p68"/>
              <p:cNvGrpSpPr/>
              <p:nvPr/>
            </p:nvGrpSpPr>
            <p:grpSpPr>
              <a:xfrm>
                <a:off x="2413923" y="4058666"/>
                <a:ext cx="224119" cy="66900"/>
                <a:chOff x="2413923" y="4058666"/>
                <a:chExt cx="224119" cy="66900"/>
              </a:xfrm>
            </p:grpSpPr>
            <p:sp>
              <p:nvSpPr>
                <p:cNvPr id="8054" name="Google Shape;8054;p68"/>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55" name="Google Shape;8055;p68"/>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56" name="Google Shape;8056;p68"/>
              <p:cNvGrpSpPr/>
              <p:nvPr/>
            </p:nvGrpSpPr>
            <p:grpSpPr>
              <a:xfrm>
                <a:off x="3564643" y="4058666"/>
                <a:ext cx="223397" cy="66900"/>
                <a:chOff x="3564643" y="4058666"/>
                <a:chExt cx="223397" cy="66900"/>
              </a:xfrm>
            </p:grpSpPr>
            <p:sp>
              <p:nvSpPr>
                <p:cNvPr id="8057" name="Google Shape;8057;p68"/>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58" name="Google Shape;8058;p68"/>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059" name="Google Shape;8059;p68"/>
            <p:cNvGrpSpPr/>
            <p:nvPr/>
          </p:nvGrpSpPr>
          <p:grpSpPr>
            <a:xfrm>
              <a:off x="2633353" y="3965763"/>
              <a:ext cx="933975" cy="445687"/>
              <a:chOff x="2633353" y="3965763"/>
              <a:chExt cx="933975" cy="445687"/>
            </a:xfrm>
          </p:grpSpPr>
          <p:sp>
            <p:nvSpPr>
              <p:cNvPr id="8060" name="Google Shape;8060;p68"/>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8"/>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62" name="Google Shape;8062;p68"/>
          <p:cNvGrpSpPr/>
          <p:nvPr/>
        </p:nvGrpSpPr>
        <p:grpSpPr>
          <a:xfrm>
            <a:off x="6392789" y="1044382"/>
            <a:ext cx="1131087" cy="587383"/>
            <a:chOff x="238125" y="999450"/>
            <a:chExt cx="7140700" cy="3708225"/>
          </a:xfrm>
        </p:grpSpPr>
        <p:sp>
          <p:nvSpPr>
            <p:cNvPr id="8063" name="Google Shape;8063;p6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8"/>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2" name="Google Shape;8072;p68"/>
          <p:cNvGrpSpPr/>
          <p:nvPr/>
        </p:nvGrpSpPr>
        <p:grpSpPr>
          <a:xfrm>
            <a:off x="3744240" y="3493876"/>
            <a:ext cx="1375854" cy="678131"/>
            <a:chOff x="3913765" y="3641905"/>
            <a:chExt cx="1522805" cy="750560"/>
          </a:xfrm>
        </p:grpSpPr>
        <p:grpSp>
          <p:nvGrpSpPr>
            <p:cNvPr id="8073" name="Google Shape;8073;p68"/>
            <p:cNvGrpSpPr/>
            <p:nvPr/>
          </p:nvGrpSpPr>
          <p:grpSpPr>
            <a:xfrm>
              <a:off x="3913765" y="3997002"/>
              <a:ext cx="1522805" cy="395463"/>
              <a:chOff x="3913765" y="3997002"/>
              <a:chExt cx="1522805" cy="395463"/>
            </a:xfrm>
          </p:grpSpPr>
          <p:grpSp>
            <p:nvGrpSpPr>
              <p:cNvPr id="8074" name="Google Shape;8074;p68"/>
              <p:cNvGrpSpPr/>
              <p:nvPr/>
            </p:nvGrpSpPr>
            <p:grpSpPr>
              <a:xfrm>
                <a:off x="3913765" y="4138659"/>
                <a:ext cx="507602" cy="253806"/>
                <a:chOff x="3913765" y="4138659"/>
                <a:chExt cx="507602" cy="253806"/>
              </a:xfrm>
            </p:grpSpPr>
            <p:sp>
              <p:nvSpPr>
                <p:cNvPr id="8075" name="Google Shape;8075;p68"/>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8"/>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077" name="Google Shape;8077;p68"/>
              <p:cNvGrpSpPr/>
              <p:nvPr/>
            </p:nvGrpSpPr>
            <p:grpSpPr>
              <a:xfrm>
                <a:off x="4421361" y="3997002"/>
                <a:ext cx="507618" cy="395463"/>
                <a:chOff x="4421361" y="3997002"/>
                <a:chExt cx="507618" cy="395463"/>
              </a:xfrm>
            </p:grpSpPr>
            <p:sp>
              <p:nvSpPr>
                <p:cNvPr id="8078" name="Google Shape;8078;p68"/>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8"/>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0" name="Google Shape;8080;p68"/>
              <p:cNvGrpSpPr/>
              <p:nvPr/>
            </p:nvGrpSpPr>
            <p:grpSpPr>
              <a:xfrm>
                <a:off x="4928973" y="4189418"/>
                <a:ext cx="507596" cy="203047"/>
                <a:chOff x="4928973" y="4189418"/>
                <a:chExt cx="507596" cy="203047"/>
              </a:xfrm>
            </p:grpSpPr>
            <p:sp>
              <p:nvSpPr>
                <p:cNvPr id="8081" name="Google Shape;8081;p68"/>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8"/>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83" name="Google Shape;8083;p68"/>
            <p:cNvGrpSpPr/>
            <p:nvPr/>
          </p:nvGrpSpPr>
          <p:grpSpPr>
            <a:xfrm>
              <a:off x="4482186" y="3641905"/>
              <a:ext cx="397605" cy="349784"/>
              <a:chOff x="2906375" y="1159725"/>
              <a:chExt cx="1860575" cy="1636800"/>
            </a:xfrm>
          </p:grpSpPr>
          <p:sp>
            <p:nvSpPr>
              <p:cNvPr id="8084" name="Google Shape;8084;p68"/>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8"/>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8"/>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8"/>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88" name="Google Shape;8088;p68"/>
          <p:cNvGrpSpPr/>
          <p:nvPr/>
        </p:nvGrpSpPr>
        <p:grpSpPr>
          <a:xfrm>
            <a:off x="6528949" y="1853803"/>
            <a:ext cx="940737" cy="721067"/>
            <a:chOff x="6599718" y="2068734"/>
            <a:chExt cx="940737" cy="721067"/>
          </a:xfrm>
        </p:grpSpPr>
        <p:sp>
          <p:nvSpPr>
            <p:cNvPr id="8089" name="Google Shape;8089;p68"/>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8"/>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8"/>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8"/>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8"/>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8"/>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5" name="Google Shape;8095;p68"/>
            <p:cNvGrpSpPr/>
            <p:nvPr/>
          </p:nvGrpSpPr>
          <p:grpSpPr>
            <a:xfrm>
              <a:off x="6836957" y="2068734"/>
              <a:ext cx="461892" cy="721067"/>
              <a:chOff x="6836957" y="2068734"/>
              <a:chExt cx="461892" cy="721067"/>
            </a:xfrm>
          </p:grpSpPr>
          <p:sp>
            <p:nvSpPr>
              <p:cNvPr id="8096" name="Google Shape;8096;p68"/>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8"/>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8"/>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8"/>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8"/>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8"/>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02" name="Google Shape;8102;p68"/>
              <p:cNvGrpSpPr/>
              <p:nvPr/>
            </p:nvGrpSpPr>
            <p:grpSpPr>
              <a:xfrm>
                <a:off x="6836957" y="2068734"/>
                <a:ext cx="461892" cy="721067"/>
                <a:chOff x="6836957" y="2068734"/>
                <a:chExt cx="461892" cy="721067"/>
              </a:xfrm>
            </p:grpSpPr>
            <p:sp>
              <p:nvSpPr>
                <p:cNvPr id="8103" name="Google Shape;8103;p68"/>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8"/>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8"/>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8"/>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8"/>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8"/>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8"/>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10" name="Google Shape;8110;p68"/>
          <p:cNvGrpSpPr/>
          <p:nvPr/>
        </p:nvGrpSpPr>
        <p:grpSpPr>
          <a:xfrm>
            <a:off x="2412267" y="1858149"/>
            <a:ext cx="712577" cy="712374"/>
            <a:chOff x="2559249" y="2069323"/>
            <a:chExt cx="685566" cy="685634"/>
          </a:xfrm>
        </p:grpSpPr>
        <p:sp>
          <p:nvSpPr>
            <p:cNvPr id="8111" name="Google Shape;8111;p68"/>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8"/>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8"/>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8"/>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8"/>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8"/>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8"/>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8"/>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8"/>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8"/>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8"/>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8"/>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8"/>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4" name="Google Shape;8124;p68"/>
          <p:cNvGrpSpPr/>
          <p:nvPr/>
        </p:nvGrpSpPr>
        <p:grpSpPr>
          <a:xfrm>
            <a:off x="7594705" y="970938"/>
            <a:ext cx="845645" cy="711911"/>
            <a:chOff x="951975" y="315800"/>
            <a:chExt cx="5860325" cy="4933550"/>
          </a:xfrm>
        </p:grpSpPr>
        <p:sp>
          <p:nvSpPr>
            <p:cNvPr id="8125" name="Google Shape;8125;p68"/>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8"/>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8"/>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8"/>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8"/>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8"/>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8"/>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8"/>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68"/>
          <p:cNvGrpSpPr/>
          <p:nvPr/>
        </p:nvGrpSpPr>
        <p:grpSpPr>
          <a:xfrm>
            <a:off x="3691834" y="2707047"/>
            <a:ext cx="1617932" cy="621724"/>
            <a:chOff x="3862800" y="3038525"/>
            <a:chExt cx="1329006" cy="510698"/>
          </a:xfrm>
        </p:grpSpPr>
        <p:sp>
          <p:nvSpPr>
            <p:cNvPr id="8134" name="Google Shape;8134;p68"/>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8"/>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6" name="Google Shape;8136;p68"/>
            <p:cNvGrpSpPr/>
            <p:nvPr/>
          </p:nvGrpSpPr>
          <p:grpSpPr>
            <a:xfrm>
              <a:off x="3967075" y="3040337"/>
              <a:ext cx="1019927" cy="402126"/>
              <a:chOff x="3967075" y="3040337"/>
              <a:chExt cx="1019927" cy="402126"/>
            </a:xfrm>
          </p:grpSpPr>
          <p:sp>
            <p:nvSpPr>
              <p:cNvPr id="8137" name="Google Shape;8137;p68"/>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8"/>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9" name="Google Shape;8139;p68"/>
            <p:cNvGrpSpPr/>
            <p:nvPr/>
          </p:nvGrpSpPr>
          <p:grpSpPr>
            <a:xfrm>
              <a:off x="4186700" y="3040337"/>
              <a:ext cx="390475" cy="183289"/>
              <a:chOff x="4186700" y="3040337"/>
              <a:chExt cx="390475" cy="183289"/>
            </a:xfrm>
          </p:grpSpPr>
          <p:sp>
            <p:nvSpPr>
              <p:cNvPr id="8140" name="Google Shape;8140;p68"/>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8"/>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2" name="Google Shape;8142;p68"/>
            <p:cNvGrpSpPr/>
            <p:nvPr/>
          </p:nvGrpSpPr>
          <p:grpSpPr>
            <a:xfrm>
              <a:off x="4073727" y="3040337"/>
              <a:ext cx="697794" cy="296263"/>
              <a:chOff x="4073727" y="3040337"/>
              <a:chExt cx="697794" cy="296263"/>
            </a:xfrm>
          </p:grpSpPr>
          <p:sp>
            <p:nvSpPr>
              <p:cNvPr id="8143" name="Google Shape;8143;p68"/>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8"/>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5" name="Google Shape;8145;p68"/>
            <p:cNvGrpSpPr/>
            <p:nvPr/>
          </p:nvGrpSpPr>
          <p:grpSpPr>
            <a:xfrm>
              <a:off x="3862800" y="3038525"/>
              <a:ext cx="1329006" cy="510698"/>
              <a:chOff x="3862800" y="3038525"/>
              <a:chExt cx="1329006" cy="510698"/>
            </a:xfrm>
          </p:grpSpPr>
          <p:sp>
            <p:nvSpPr>
              <p:cNvPr id="8146" name="Google Shape;8146;p68"/>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8"/>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48" name="Google Shape;8148;p68"/>
          <p:cNvGrpSpPr/>
          <p:nvPr/>
        </p:nvGrpSpPr>
        <p:grpSpPr>
          <a:xfrm>
            <a:off x="700156" y="970938"/>
            <a:ext cx="883205" cy="775176"/>
            <a:chOff x="649648" y="271400"/>
            <a:chExt cx="6215377" cy="5455143"/>
          </a:xfrm>
        </p:grpSpPr>
        <p:sp>
          <p:nvSpPr>
            <p:cNvPr id="8149" name="Google Shape;8149;p68"/>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8"/>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8"/>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8"/>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8"/>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8"/>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8"/>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8"/>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8"/>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8"/>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8"/>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8"/>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1" name="Google Shape;8161;p68"/>
          <p:cNvGrpSpPr/>
          <p:nvPr/>
        </p:nvGrpSpPr>
        <p:grpSpPr>
          <a:xfrm>
            <a:off x="2308457" y="970938"/>
            <a:ext cx="767704" cy="815489"/>
            <a:chOff x="2499700" y="1135950"/>
            <a:chExt cx="732402" cy="777990"/>
          </a:xfrm>
        </p:grpSpPr>
        <p:grpSp>
          <p:nvGrpSpPr>
            <p:cNvPr id="8162" name="Google Shape;8162;p68"/>
            <p:cNvGrpSpPr/>
            <p:nvPr/>
          </p:nvGrpSpPr>
          <p:grpSpPr>
            <a:xfrm>
              <a:off x="2499700" y="1135950"/>
              <a:ext cx="732402" cy="694705"/>
              <a:chOff x="2499700" y="1135950"/>
              <a:chExt cx="732402" cy="694705"/>
            </a:xfrm>
          </p:grpSpPr>
          <p:sp>
            <p:nvSpPr>
              <p:cNvPr id="8163" name="Google Shape;8163;p68"/>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8"/>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8"/>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8"/>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8"/>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8"/>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8"/>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8"/>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8"/>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8"/>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8"/>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8"/>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8"/>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8"/>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8"/>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8"/>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8"/>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8"/>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8"/>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8"/>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8"/>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8"/>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8"/>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8"/>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8"/>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8"/>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8"/>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0" name="Google Shape;8190;p68"/>
            <p:cNvGrpSpPr/>
            <p:nvPr/>
          </p:nvGrpSpPr>
          <p:grpSpPr>
            <a:xfrm>
              <a:off x="2517909" y="1188726"/>
              <a:ext cx="702702" cy="725214"/>
              <a:chOff x="2517909" y="1188726"/>
              <a:chExt cx="702702" cy="725214"/>
            </a:xfrm>
          </p:grpSpPr>
          <p:sp>
            <p:nvSpPr>
              <p:cNvPr id="8191" name="Google Shape;8191;p68"/>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8"/>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8"/>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8"/>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8"/>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6" name="Google Shape;8196;p68"/>
          <p:cNvGrpSpPr/>
          <p:nvPr/>
        </p:nvGrpSpPr>
        <p:grpSpPr>
          <a:xfrm>
            <a:off x="1654189" y="970938"/>
            <a:ext cx="583439" cy="870229"/>
            <a:chOff x="1716825" y="1121550"/>
            <a:chExt cx="622800" cy="928938"/>
          </a:xfrm>
        </p:grpSpPr>
        <p:grpSp>
          <p:nvGrpSpPr>
            <p:cNvPr id="8197" name="Google Shape;8197;p68"/>
            <p:cNvGrpSpPr/>
            <p:nvPr/>
          </p:nvGrpSpPr>
          <p:grpSpPr>
            <a:xfrm>
              <a:off x="1716825" y="1121550"/>
              <a:ext cx="622800" cy="928938"/>
              <a:chOff x="1716825" y="1121550"/>
              <a:chExt cx="622800" cy="928938"/>
            </a:xfrm>
          </p:grpSpPr>
          <p:cxnSp>
            <p:nvCxnSpPr>
              <p:cNvPr id="8198" name="Google Shape;8198;p68"/>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199" name="Google Shape;8199;p68"/>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68"/>
            <p:cNvGrpSpPr/>
            <p:nvPr/>
          </p:nvGrpSpPr>
          <p:grpSpPr>
            <a:xfrm>
              <a:off x="1768050" y="1172775"/>
              <a:ext cx="520200" cy="832000"/>
              <a:chOff x="1768050" y="1172775"/>
              <a:chExt cx="520200" cy="832000"/>
            </a:xfrm>
          </p:grpSpPr>
          <p:cxnSp>
            <p:nvCxnSpPr>
              <p:cNvPr id="8201" name="Google Shape;8201;p68"/>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202" name="Google Shape;8202;p68"/>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3" name="Google Shape;8203;p68"/>
            <p:cNvGrpSpPr/>
            <p:nvPr/>
          </p:nvGrpSpPr>
          <p:grpSpPr>
            <a:xfrm>
              <a:off x="1820100" y="1225475"/>
              <a:ext cx="416400" cy="729575"/>
              <a:chOff x="1820100" y="1225475"/>
              <a:chExt cx="416400" cy="729575"/>
            </a:xfrm>
          </p:grpSpPr>
          <p:cxnSp>
            <p:nvCxnSpPr>
              <p:cNvPr id="8204" name="Google Shape;8204;p68"/>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205" name="Google Shape;8205;p68"/>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6" name="Google Shape;8206;p68"/>
            <p:cNvGrpSpPr/>
            <p:nvPr/>
          </p:nvGrpSpPr>
          <p:grpSpPr>
            <a:xfrm>
              <a:off x="1874250" y="1278825"/>
              <a:ext cx="308100" cy="605275"/>
              <a:chOff x="1874250" y="1278825"/>
              <a:chExt cx="308100" cy="605275"/>
            </a:xfrm>
          </p:grpSpPr>
          <p:cxnSp>
            <p:nvCxnSpPr>
              <p:cNvPr id="8207" name="Google Shape;8207;p68"/>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208" name="Google Shape;8208;p68"/>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09" name="Google Shape;8209;p68"/>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0" name="Google Shape;8210;p68"/>
          <p:cNvGrpSpPr/>
          <p:nvPr/>
        </p:nvGrpSpPr>
        <p:grpSpPr>
          <a:xfrm>
            <a:off x="1574012" y="1857260"/>
            <a:ext cx="739072" cy="714152"/>
            <a:chOff x="4334725" y="1355875"/>
            <a:chExt cx="3106650" cy="3001900"/>
          </a:xfrm>
        </p:grpSpPr>
        <p:grpSp>
          <p:nvGrpSpPr>
            <p:cNvPr id="8211" name="Google Shape;8211;p68"/>
            <p:cNvGrpSpPr/>
            <p:nvPr/>
          </p:nvGrpSpPr>
          <p:grpSpPr>
            <a:xfrm>
              <a:off x="4516050" y="1724875"/>
              <a:ext cx="2693725" cy="2632900"/>
              <a:chOff x="4516050" y="1724875"/>
              <a:chExt cx="2693725" cy="2632900"/>
            </a:xfrm>
          </p:grpSpPr>
          <p:sp>
            <p:nvSpPr>
              <p:cNvPr id="8212" name="Google Shape;8212;p68"/>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8"/>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8"/>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5" name="Google Shape;8215;p68"/>
            <p:cNvGrpSpPr/>
            <p:nvPr/>
          </p:nvGrpSpPr>
          <p:grpSpPr>
            <a:xfrm>
              <a:off x="4334725" y="1355875"/>
              <a:ext cx="3106650" cy="2709650"/>
              <a:chOff x="4334725" y="1355875"/>
              <a:chExt cx="3106650" cy="2709650"/>
            </a:xfrm>
          </p:grpSpPr>
          <p:sp>
            <p:nvSpPr>
              <p:cNvPr id="8216" name="Google Shape;8216;p68"/>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8"/>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8"/>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19" name="Google Shape;8219;p68"/>
          <p:cNvGrpSpPr/>
          <p:nvPr/>
        </p:nvGrpSpPr>
        <p:grpSpPr>
          <a:xfrm>
            <a:off x="7690961" y="3488031"/>
            <a:ext cx="312074" cy="684173"/>
            <a:chOff x="7645573" y="3754300"/>
            <a:chExt cx="293855" cy="644170"/>
          </a:xfrm>
        </p:grpSpPr>
        <p:sp>
          <p:nvSpPr>
            <p:cNvPr id="8220" name="Google Shape;8220;p68"/>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8"/>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2" name="Google Shape;8222;p68"/>
          <p:cNvGrpSpPr/>
          <p:nvPr/>
        </p:nvGrpSpPr>
        <p:grpSpPr>
          <a:xfrm>
            <a:off x="5612949" y="970938"/>
            <a:ext cx="709011" cy="739359"/>
            <a:chOff x="5830645" y="1256617"/>
            <a:chExt cx="530340" cy="553040"/>
          </a:xfrm>
        </p:grpSpPr>
        <p:grpSp>
          <p:nvGrpSpPr>
            <p:cNvPr id="8223" name="Google Shape;8223;p68"/>
            <p:cNvGrpSpPr/>
            <p:nvPr/>
          </p:nvGrpSpPr>
          <p:grpSpPr>
            <a:xfrm>
              <a:off x="5830645" y="1256617"/>
              <a:ext cx="259743" cy="269909"/>
              <a:chOff x="5830645" y="1256617"/>
              <a:chExt cx="259743" cy="269909"/>
            </a:xfrm>
          </p:grpSpPr>
          <p:sp>
            <p:nvSpPr>
              <p:cNvPr id="8224" name="Google Shape;8224;p68"/>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8"/>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6" name="Google Shape;8226;p68"/>
            <p:cNvGrpSpPr/>
            <p:nvPr/>
          </p:nvGrpSpPr>
          <p:grpSpPr>
            <a:xfrm>
              <a:off x="6101293" y="1256617"/>
              <a:ext cx="259692" cy="269909"/>
              <a:chOff x="6101293" y="1256617"/>
              <a:chExt cx="259692" cy="269909"/>
            </a:xfrm>
          </p:grpSpPr>
          <p:sp>
            <p:nvSpPr>
              <p:cNvPr id="8227" name="Google Shape;8227;p68"/>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8"/>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9" name="Google Shape;8229;p68"/>
            <p:cNvGrpSpPr/>
            <p:nvPr/>
          </p:nvGrpSpPr>
          <p:grpSpPr>
            <a:xfrm>
              <a:off x="5830645" y="1539749"/>
              <a:ext cx="259692" cy="269909"/>
              <a:chOff x="5830645" y="1539749"/>
              <a:chExt cx="259692" cy="269909"/>
            </a:xfrm>
          </p:grpSpPr>
          <p:sp>
            <p:nvSpPr>
              <p:cNvPr id="8230" name="Google Shape;8230;p68"/>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8"/>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2" name="Google Shape;8232;p68"/>
            <p:cNvGrpSpPr/>
            <p:nvPr/>
          </p:nvGrpSpPr>
          <p:grpSpPr>
            <a:xfrm>
              <a:off x="6101293" y="1539749"/>
              <a:ext cx="259692" cy="269909"/>
              <a:chOff x="6101293" y="1539749"/>
              <a:chExt cx="259692" cy="269909"/>
            </a:xfrm>
          </p:grpSpPr>
          <p:sp>
            <p:nvSpPr>
              <p:cNvPr id="8233" name="Google Shape;8233;p68"/>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8"/>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5" name="Google Shape;8235;p68"/>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6" name="Google Shape;8236;p68"/>
          <p:cNvGrpSpPr/>
          <p:nvPr/>
        </p:nvGrpSpPr>
        <p:grpSpPr>
          <a:xfrm>
            <a:off x="714444" y="2707054"/>
            <a:ext cx="1452955" cy="621360"/>
            <a:chOff x="732422" y="2990152"/>
            <a:chExt cx="1337773" cy="572102"/>
          </a:xfrm>
        </p:grpSpPr>
        <p:sp>
          <p:nvSpPr>
            <p:cNvPr id="8237" name="Google Shape;8237;p68"/>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8"/>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8"/>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8"/>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8"/>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8"/>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8246"/>
        <p:cNvGrpSpPr/>
        <p:nvPr/>
      </p:nvGrpSpPr>
      <p:grpSpPr>
        <a:xfrm>
          <a:off x="0" y="0"/>
          <a:ext cx="0" cy="0"/>
          <a:chOff x="0" y="0"/>
          <a:chExt cx="0" cy="0"/>
        </a:xfrm>
      </p:grpSpPr>
      <p:grpSp>
        <p:nvGrpSpPr>
          <p:cNvPr id="8247" name="Google Shape;8247;p69"/>
          <p:cNvGrpSpPr/>
          <p:nvPr/>
        </p:nvGrpSpPr>
        <p:grpSpPr>
          <a:xfrm>
            <a:off x="708579" y="965872"/>
            <a:ext cx="1636117" cy="1526144"/>
            <a:chOff x="729238" y="1179665"/>
            <a:chExt cx="1636117" cy="1526144"/>
          </a:xfrm>
        </p:grpSpPr>
        <p:grpSp>
          <p:nvGrpSpPr>
            <p:cNvPr id="8248" name="Google Shape;8248;p69"/>
            <p:cNvGrpSpPr/>
            <p:nvPr/>
          </p:nvGrpSpPr>
          <p:grpSpPr>
            <a:xfrm>
              <a:off x="729238" y="1179665"/>
              <a:ext cx="80700" cy="1526144"/>
              <a:chOff x="729238" y="1179665"/>
              <a:chExt cx="80700" cy="1526144"/>
            </a:xfrm>
          </p:grpSpPr>
          <p:sp>
            <p:nvSpPr>
              <p:cNvPr id="8249" name="Google Shape;8249;p69"/>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9"/>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9"/>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9"/>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9" name="Google Shape;8259;p69"/>
            <p:cNvGrpSpPr/>
            <p:nvPr/>
          </p:nvGrpSpPr>
          <p:grpSpPr>
            <a:xfrm>
              <a:off x="903098" y="1179665"/>
              <a:ext cx="80700" cy="1526144"/>
              <a:chOff x="903098" y="1179665"/>
              <a:chExt cx="80700" cy="1526144"/>
            </a:xfrm>
          </p:grpSpPr>
          <p:sp>
            <p:nvSpPr>
              <p:cNvPr id="8260" name="Google Shape;8260;p69"/>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9"/>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9"/>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9"/>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9"/>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9"/>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0" name="Google Shape;8270;p69"/>
            <p:cNvGrpSpPr/>
            <p:nvPr/>
          </p:nvGrpSpPr>
          <p:grpSpPr>
            <a:xfrm>
              <a:off x="1076958" y="1179665"/>
              <a:ext cx="80700" cy="1526144"/>
              <a:chOff x="1076958" y="1179665"/>
              <a:chExt cx="80700" cy="1526144"/>
            </a:xfrm>
          </p:grpSpPr>
          <p:sp>
            <p:nvSpPr>
              <p:cNvPr id="8271" name="Google Shape;8271;p69"/>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9"/>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9"/>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9"/>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9"/>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9"/>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9"/>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1" name="Google Shape;8281;p69"/>
            <p:cNvGrpSpPr/>
            <p:nvPr/>
          </p:nvGrpSpPr>
          <p:grpSpPr>
            <a:xfrm>
              <a:off x="1247707" y="1179665"/>
              <a:ext cx="80700" cy="1526144"/>
              <a:chOff x="1247707" y="1179665"/>
              <a:chExt cx="80700" cy="1526144"/>
            </a:xfrm>
          </p:grpSpPr>
          <p:sp>
            <p:nvSpPr>
              <p:cNvPr id="8282" name="Google Shape;8282;p69"/>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9"/>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9"/>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2" name="Google Shape;8292;p69"/>
            <p:cNvGrpSpPr/>
            <p:nvPr/>
          </p:nvGrpSpPr>
          <p:grpSpPr>
            <a:xfrm>
              <a:off x="1421567" y="1179665"/>
              <a:ext cx="80700" cy="1526144"/>
              <a:chOff x="1421567" y="1179665"/>
              <a:chExt cx="80700" cy="1526144"/>
            </a:xfrm>
          </p:grpSpPr>
          <p:sp>
            <p:nvSpPr>
              <p:cNvPr id="8293" name="Google Shape;8293;p69"/>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9"/>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9"/>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9"/>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9"/>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9"/>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9"/>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9"/>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69"/>
            <p:cNvGrpSpPr/>
            <p:nvPr/>
          </p:nvGrpSpPr>
          <p:grpSpPr>
            <a:xfrm>
              <a:off x="1592327" y="1179665"/>
              <a:ext cx="80700" cy="1526144"/>
              <a:chOff x="1592327" y="1179665"/>
              <a:chExt cx="80700" cy="1526144"/>
            </a:xfrm>
          </p:grpSpPr>
          <p:sp>
            <p:nvSpPr>
              <p:cNvPr id="8304" name="Google Shape;8304;p69"/>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9"/>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9"/>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9"/>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9"/>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9"/>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4" name="Google Shape;8314;p69"/>
            <p:cNvGrpSpPr/>
            <p:nvPr/>
          </p:nvGrpSpPr>
          <p:grpSpPr>
            <a:xfrm>
              <a:off x="1766187" y="1179665"/>
              <a:ext cx="80700" cy="1526144"/>
              <a:chOff x="1766187" y="1179665"/>
              <a:chExt cx="80700" cy="1526144"/>
            </a:xfrm>
          </p:grpSpPr>
          <p:sp>
            <p:nvSpPr>
              <p:cNvPr id="8315" name="Google Shape;8315;p69"/>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9"/>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9"/>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9"/>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9"/>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9"/>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9"/>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9"/>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9"/>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5" name="Google Shape;8325;p69"/>
            <p:cNvGrpSpPr/>
            <p:nvPr/>
          </p:nvGrpSpPr>
          <p:grpSpPr>
            <a:xfrm>
              <a:off x="1936935" y="1179665"/>
              <a:ext cx="80700" cy="1526144"/>
              <a:chOff x="1936935" y="1179665"/>
              <a:chExt cx="80700" cy="1526144"/>
            </a:xfrm>
          </p:grpSpPr>
          <p:sp>
            <p:nvSpPr>
              <p:cNvPr id="8326" name="Google Shape;8326;p69"/>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9"/>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9"/>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9"/>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9"/>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6" name="Google Shape;8336;p69"/>
            <p:cNvGrpSpPr/>
            <p:nvPr/>
          </p:nvGrpSpPr>
          <p:grpSpPr>
            <a:xfrm>
              <a:off x="2110795" y="1179665"/>
              <a:ext cx="80700" cy="1526144"/>
              <a:chOff x="2110795" y="1179665"/>
              <a:chExt cx="80700" cy="1526144"/>
            </a:xfrm>
          </p:grpSpPr>
          <p:sp>
            <p:nvSpPr>
              <p:cNvPr id="8337" name="Google Shape;8337;p69"/>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9"/>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9"/>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9"/>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7" name="Google Shape;8347;p69"/>
            <p:cNvGrpSpPr/>
            <p:nvPr/>
          </p:nvGrpSpPr>
          <p:grpSpPr>
            <a:xfrm>
              <a:off x="2284655" y="1179665"/>
              <a:ext cx="80700" cy="1526144"/>
              <a:chOff x="2284655" y="1179665"/>
              <a:chExt cx="80700" cy="1526144"/>
            </a:xfrm>
          </p:grpSpPr>
          <p:sp>
            <p:nvSpPr>
              <p:cNvPr id="8348" name="Google Shape;8348;p69"/>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9"/>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9"/>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9"/>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9"/>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9"/>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58" name="Google Shape;8358;p69"/>
          <p:cNvGrpSpPr/>
          <p:nvPr/>
        </p:nvGrpSpPr>
        <p:grpSpPr>
          <a:xfrm>
            <a:off x="2603245" y="985011"/>
            <a:ext cx="1364248" cy="1102133"/>
            <a:chOff x="2623904" y="1198803"/>
            <a:chExt cx="1364248" cy="1102133"/>
          </a:xfrm>
        </p:grpSpPr>
        <p:grpSp>
          <p:nvGrpSpPr>
            <p:cNvPr id="8359" name="Google Shape;8359;p69"/>
            <p:cNvGrpSpPr/>
            <p:nvPr/>
          </p:nvGrpSpPr>
          <p:grpSpPr>
            <a:xfrm>
              <a:off x="2623907" y="1198803"/>
              <a:ext cx="1364245" cy="273000"/>
              <a:chOff x="2623907" y="1198803"/>
              <a:chExt cx="1364245" cy="273000"/>
            </a:xfrm>
          </p:grpSpPr>
          <p:sp>
            <p:nvSpPr>
              <p:cNvPr id="8360" name="Google Shape;8360;p69"/>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5" name="Google Shape;8365;p69"/>
            <p:cNvGrpSpPr/>
            <p:nvPr/>
          </p:nvGrpSpPr>
          <p:grpSpPr>
            <a:xfrm>
              <a:off x="2623904" y="1476964"/>
              <a:ext cx="1364245" cy="273000"/>
              <a:chOff x="2623904" y="1476964"/>
              <a:chExt cx="1364245" cy="273000"/>
            </a:xfrm>
          </p:grpSpPr>
          <p:sp>
            <p:nvSpPr>
              <p:cNvPr id="8366" name="Google Shape;8366;p69"/>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9"/>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9"/>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1" name="Google Shape;8371;p69"/>
            <p:cNvGrpSpPr/>
            <p:nvPr/>
          </p:nvGrpSpPr>
          <p:grpSpPr>
            <a:xfrm>
              <a:off x="2623907" y="1749775"/>
              <a:ext cx="1364245" cy="273000"/>
              <a:chOff x="2623907" y="1749775"/>
              <a:chExt cx="1364245" cy="273000"/>
            </a:xfrm>
          </p:grpSpPr>
          <p:sp>
            <p:nvSpPr>
              <p:cNvPr id="8372" name="Google Shape;8372;p69"/>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9"/>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69"/>
            <p:cNvGrpSpPr/>
            <p:nvPr/>
          </p:nvGrpSpPr>
          <p:grpSpPr>
            <a:xfrm>
              <a:off x="2623904" y="2027936"/>
              <a:ext cx="1364245" cy="273000"/>
              <a:chOff x="2623904" y="2027936"/>
              <a:chExt cx="1364245" cy="273000"/>
            </a:xfrm>
          </p:grpSpPr>
          <p:sp>
            <p:nvSpPr>
              <p:cNvPr id="8378" name="Google Shape;8378;p6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83" name="Google Shape;8383;p69"/>
          <p:cNvGrpSpPr/>
          <p:nvPr/>
        </p:nvGrpSpPr>
        <p:grpSpPr>
          <a:xfrm>
            <a:off x="2592706" y="2444193"/>
            <a:ext cx="1387541" cy="159124"/>
            <a:chOff x="3200660" y="2180272"/>
            <a:chExt cx="2563824" cy="378237"/>
          </a:xfrm>
        </p:grpSpPr>
        <p:sp>
          <p:nvSpPr>
            <p:cNvPr id="8384" name="Google Shape;8384;p6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2" name="Google Shape;8402;p69"/>
          <p:cNvGrpSpPr/>
          <p:nvPr/>
        </p:nvGrpSpPr>
        <p:grpSpPr>
          <a:xfrm>
            <a:off x="2589231" y="2722018"/>
            <a:ext cx="1390502" cy="159625"/>
            <a:chOff x="3530150" y="2790075"/>
            <a:chExt cx="1962600" cy="225300"/>
          </a:xfrm>
        </p:grpSpPr>
        <p:sp>
          <p:nvSpPr>
            <p:cNvPr id="8403" name="Google Shape;8403;p69"/>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9"/>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5" name="Google Shape;8405;p69"/>
          <p:cNvGrpSpPr/>
          <p:nvPr/>
        </p:nvGrpSpPr>
        <p:grpSpPr>
          <a:xfrm>
            <a:off x="2589884" y="3000344"/>
            <a:ext cx="1411629" cy="153761"/>
            <a:chOff x="3558802" y="4011427"/>
            <a:chExt cx="1866000" cy="111300"/>
          </a:xfrm>
        </p:grpSpPr>
        <p:sp>
          <p:nvSpPr>
            <p:cNvPr id="8406" name="Google Shape;8406;p6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9"/>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8" name="Google Shape;8408;p69"/>
          <p:cNvGrpSpPr/>
          <p:nvPr/>
        </p:nvGrpSpPr>
        <p:grpSpPr>
          <a:xfrm>
            <a:off x="2589576" y="2205744"/>
            <a:ext cx="1383503" cy="119749"/>
            <a:chOff x="3465975" y="2270276"/>
            <a:chExt cx="1986364" cy="171929"/>
          </a:xfrm>
        </p:grpSpPr>
        <p:sp>
          <p:nvSpPr>
            <p:cNvPr id="8409" name="Google Shape;8409;p6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9"/>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9"/>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9"/>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9"/>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9"/>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7" name="Google Shape;8417;p69"/>
          <p:cNvGrpSpPr/>
          <p:nvPr/>
        </p:nvGrpSpPr>
        <p:grpSpPr>
          <a:xfrm>
            <a:off x="2600584" y="3569394"/>
            <a:ext cx="1369531" cy="195460"/>
            <a:chOff x="723300" y="4253549"/>
            <a:chExt cx="2276482" cy="324900"/>
          </a:xfrm>
        </p:grpSpPr>
        <p:sp>
          <p:nvSpPr>
            <p:cNvPr id="8418" name="Google Shape;8418;p6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9"/>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3" name="Google Shape;8423;p69"/>
          <p:cNvGrpSpPr/>
          <p:nvPr/>
        </p:nvGrpSpPr>
        <p:grpSpPr>
          <a:xfrm>
            <a:off x="2590145" y="3270574"/>
            <a:ext cx="1389066" cy="180119"/>
            <a:chOff x="705948" y="3788465"/>
            <a:chExt cx="2308953" cy="299400"/>
          </a:xfrm>
        </p:grpSpPr>
        <p:sp>
          <p:nvSpPr>
            <p:cNvPr id="8424" name="Google Shape;8424;p6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9"/>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9"/>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9" name="Google Shape;8429;p69"/>
          <p:cNvGrpSpPr/>
          <p:nvPr/>
        </p:nvGrpSpPr>
        <p:grpSpPr>
          <a:xfrm>
            <a:off x="2638082" y="3883554"/>
            <a:ext cx="1304609" cy="294074"/>
            <a:chOff x="2658741" y="4097347"/>
            <a:chExt cx="1304609" cy="294074"/>
          </a:xfrm>
        </p:grpSpPr>
        <p:grpSp>
          <p:nvGrpSpPr>
            <p:cNvPr id="8430" name="Google Shape;8430;p69"/>
            <p:cNvGrpSpPr/>
            <p:nvPr/>
          </p:nvGrpSpPr>
          <p:grpSpPr>
            <a:xfrm>
              <a:off x="2658741" y="4097347"/>
              <a:ext cx="118572" cy="294074"/>
              <a:chOff x="3343310" y="4475555"/>
              <a:chExt cx="127717" cy="316753"/>
            </a:xfrm>
          </p:grpSpPr>
          <p:sp>
            <p:nvSpPr>
              <p:cNvPr id="8431" name="Google Shape;8431;p6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3" name="Google Shape;8433;p69"/>
            <p:cNvGrpSpPr/>
            <p:nvPr/>
          </p:nvGrpSpPr>
          <p:grpSpPr>
            <a:xfrm>
              <a:off x="3815519" y="4098388"/>
              <a:ext cx="147831" cy="291991"/>
              <a:chOff x="3527539" y="4476677"/>
              <a:chExt cx="159232" cy="314510"/>
            </a:xfrm>
          </p:grpSpPr>
          <p:sp>
            <p:nvSpPr>
              <p:cNvPr id="8434" name="Google Shape;8434;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6" name="Google Shape;8436;p69"/>
            <p:cNvGrpSpPr/>
            <p:nvPr/>
          </p:nvGrpSpPr>
          <p:grpSpPr>
            <a:xfrm>
              <a:off x="3511696" y="4098388"/>
              <a:ext cx="147831" cy="291991"/>
              <a:chOff x="3527539" y="4476677"/>
              <a:chExt cx="159232" cy="314510"/>
            </a:xfrm>
          </p:grpSpPr>
          <p:sp>
            <p:nvSpPr>
              <p:cNvPr id="8437" name="Google Shape;8437;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69"/>
            <p:cNvGrpSpPr/>
            <p:nvPr/>
          </p:nvGrpSpPr>
          <p:grpSpPr>
            <a:xfrm>
              <a:off x="3207874" y="4098388"/>
              <a:ext cx="147831" cy="291991"/>
              <a:chOff x="3527539" y="4476677"/>
              <a:chExt cx="159232" cy="314510"/>
            </a:xfrm>
          </p:grpSpPr>
          <p:sp>
            <p:nvSpPr>
              <p:cNvPr id="8440" name="Google Shape;8440;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2" name="Google Shape;8442;p69"/>
            <p:cNvGrpSpPr/>
            <p:nvPr/>
          </p:nvGrpSpPr>
          <p:grpSpPr>
            <a:xfrm>
              <a:off x="2933305" y="4097347"/>
              <a:ext cx="118572" cy="294074"/>
              <a:chOff x="3343310" y="4475555"/>
              <a:chExt cx="127717" cy="316753"/>
            </a:xfrm>
          </p:grpSpPr>
          <p:sp>
            <p:nvSpPr>
              <p:cNvPr id="8443" name="Google Shape;8443;p6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45" name="Google Shape;8445;p69"/>
          <p:cNvGrpSpPr/>
          <p:nvPr/>
        </p:nvGrpSpPr>
        <p:grpSpPr>
          <a:xfrm>
            <a:off x="4256912" y="1866676"/>
            <a:ext cx="1433821" cy="191501"/>
            <a:chOff x="4273350" y="2080469"/>
            <a:chExt cx="1433821" cy="191501"/>
          </a:xfrm>
        </p:grpSpPr>
        <p:grpSp>
          <p:nvGrpSpPr>
            <p:cNvPr id="8446" name="Google Shape;8446;p69"/>
            <p:cNvGrpSpPr/>
            <p:nvPr/>
          </p:nvGrpSpPr>
          <p:grpSpPr>
            <a:xfrm>
              <a:off x="4273350" y="2080469"/>
              <a:ext cx="1433821" cy="0"/>
              <a:chOff x="5224975" y="2962250"/>
              <a:chExt cx="1544400" cy="0"/>
            </a:xfrm>
          </p:grpSpPr>
          <p:cxnSp>
            <p:nvCxnSpPr>
              <p:cNvPr id="8447" name="Google Shape;8447;p69"/>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448" name="Google Shape;8448;p69"/>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449" name="Google Shape;8449;p69"/>
            <p:cNvGrpSpPr/>
            <p:nvPr/>
          </p:nvGrpSpPr>
          <p:grpSpPr>
            <a:xfrm>
              <a:off x="4273350" y="2271969"/>
              <a:ext cx="1433821" cy="0"/>
              <a:chOff x="5224975" y="2962250"/>
              <a:chExt cx="1544400" cy="0"/>
            </a:xfrm>
          </p:grpSpPr>
          <p:cxnSp>
            <p:nvCxnSpPr>
              <p:cNvPr id="8450" name="Google Shape;8450;p69"/>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451" name="Google Shape;8451;p69"/>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452" name="Google Shape;8452;p69"/>
          <p:cNvGrpSpPr/>
          <p:nvPr/>
        </p:nvGrpSpPr>
        <p:grpSpPr>
          <a:xfrm>
            <a:off x="4258467" y="969244"/>
            <a:ext cx="1430711" cy="743389"/>
            <a:chOff x="5159450" y="1919950"/>
            <a:chExt cx="1541050" cy="862500"/>
          </a:xfrm>
        </p:grpSpPr>
        <p:sp>
          <p:nvSpPr>
            <p:cNvPr id="8453" name="Google Shape;8453;p6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fr-FR"/>
            </a:p>
          </p:txBody>
        </p:sp>
        <p:grpSp>
          <p:nvGrpSpPr>
            <p:cNvPr id="8454" name="Google Shape;8454;p69"/>
            <p:cNvGrpSpPr/>
            <p:nvPr/>
          </p:nvGrpSpPr>
          <p:grpSpPr>
            <a:xfrm>
              <a:off x="5159450" y="1919950"/>
              <a:ext cx="1541050" cy="862500"/>
              <a:chOff x="5159450" y="1919950"/>
              <a:chExt cx="1541050" cy="862500"/>
            </a:xfrm>
          </p:grpSpPr>
          <p:cxnSp>
            <p:nvCxnSpPr>
              <p:cNvPr id="8455" name="Google Shape;8455;p6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456" name="Google Shape;8456;p6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457" name="Google Shape;8457;p69"/>
          <p:cNvGrpSpPr/>
          <p:nvPr/>
        </p:nvGrpSpPr>
        <p:grpSpPr>
          <a:xfrm>
            <a:off x="4248581" y="2192571"/>
            <a:ext cx="1450484" cy="1052087"/>
            <a:chOff x="5230575" y="1554475"/>
            <a:chExt cx="2137150" cy="1550150"/>
          </a:xfrm>
        </p:grpSpPr>
        <p:sp>
          <p:nvSpPr>
            <p:cNvPr id="8458" name="Google Shape;8458;p69"/>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9"/>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9"/>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9"/>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9"/>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9"/>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9"/>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9"/>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9"/>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9"/>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9"/>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9"/>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9"/>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1" name="Google Shape;8471;p69"/>
          <p:cNvGrpSpPr/>
          <p:nvPr/>
        </p:nvGrpSpPr>
        <p:grpSpPr>
          <a:xfrm rot="10800000">
            <a:off x="4265131" y="3284761"/>
            <a:ext cx="1417383" cy="887946"/>
            <a:chOff x="5645403" y="2920021"/>
            <a:chExt cx="2650800" cy="2180614"/>
          </a:xfrm>
        </p:grpSpPr>
        <p:sp>
          <p:nvSpPr>
            <p:cNvPr id="8472" name="Google Shape;8472;p69"/>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73" name="Google Shape;8473;p69"/>
            <p:cNvCxnSpPr>
              <a:stCxn id="847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474" name="Google Shape;8474;p69"/>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75" name="Google Shape;8475;p69"/>
            <p:cNvCxnSpPr>
              <a:endCxn id="8474"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8476" name="Google Shape;8476;p69"/>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77" name="Google Shape;8477;p69"/>
            <p:cNvCxnSpPr>
              <a:stCxn id="8476"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478" name="Google Shape;8478;p69"/>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79" name="Google Shape;8479;p69"/>
            <p:cNvCxnSpPr>
              <a:endCxn id="847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480" name="Google Shape;8480;p69"/>
          <p:cNvGrpSpPr/>
          <p:nvPr/>
        </p:nvGrpSpPr>
        <p:grpSpPr>
          <a:xfrm>
            <a:off x="7365491" y="2188116"/>
            <a:ext cx="1071743" cy="1021579"/>
            <a:chOff x="7189833" y="2022667"/>
            <a:chExt cx="1251159" cy="1192597"/>
          </a:xfrm>
        </p:grpSpPr>
        <p:sp>
          <p:nvSpPr>
            <p:cNvPr id="8481" name="Google Shape;8481;p69"/>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9"/>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9"/>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9"/>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5" name="Google Shape;8485;p69"/>
          <p:cNvGrpSpPr/>
          <p:nvPr/>
        </p:nvGrpSpPr>
        <p:grpSpPr>
          <a:xfrm>
            <a:off x="706762" y="2614523"/>
            <a:ext cx="1695374" cy="1560837"/>
            <a:chOff x="727421" y="2828315"/>
            <a:chExt cx="1695374" cy="1560837"/>
          </a:xfrm>
        </p:grpSpPr>
        <p:grpSp>
          <p:nvGrpSpPr>
            <p:cNvPr id="8486" name="Google Shape;8486;p69"/>
            <p:cNvGrpSpPr/>
            <p:nvPr/>
          </p:nvGrpSpPr>
          <p:grpSpPr>
            <a:xfrm>
              <a:off x="819108" y="2882501"/>
              <a:ext cx="103104" cy="1426186"/>
              <a:chOff x="4674013" y="3100904"/>
              <a:chExt cx="122758" cy="1698043"/>
            </a:xfrm>
          </p:grpSpPr>
          <p:sp>
            <p:nvSpPr>
              <p:cNvPr id="8487" name="Google Shape;8487;p6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4" name="Google Shape;8494;p69"/>
            <p:cNvGrpSpPr/>
            <p:nvPr/>
          </p:nvGrpSpPr>
          <p:grpSpPr>
            <a:xfrm>
              <a:off x="1062475" y="2882501"/>
              <a:ext cx="103104" cy="1426186"/>
              <a:chOff x="4940438" y="3100904"/>
              <a:chExt cx="122758" cy="1698043"/>
            </a:xfrm>
          </p:grpSpPr>
          <p:sp>
            <p:nvSpPr>
              <p:cNvPr id="8495" name="Google Shape;8495;p6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2" name="Google Shape;8502;p69"/>
            <p:cNvGrpSpPr/>
            <p:nvPr/>
          </p:nvGrpSpPr>
          <p:grpSpPr>
            <a:xfrm>
              <a:off x="1299324" y="2882501"/>
              <a:ext cx="103104" cy="1426186"/>
              <a:chOff x="5206863" y="3100904"/>
              <a:chExt cx="122758" cy="1698043"/>
            </a:xfrm>
          </p:grpSpPr>
          <p:sp>
            <p:nvSpPr>
              <p:cNvPr id="8503" name="Google Shape;8503;p6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0" name="Google Shape;8510;p69"/>
            <p:cNvGrpSpPr/>
            <p:nvPr/>
          </p:nvGrpSpPr>
          <p:grpSpPr>
            <a:xfrm>
              <a:off x="1786057" y="2882501"/>
              <a:ext cx="103104" cy="1426186"/>
              <a:chOff x="6006138" y="3143629"/>
              <a:chExt cx="122758" cy="1698043"/>
            </a:xfrm>
          </p:grpSpPr>
          <p:sp>
            <p:nvSpPr>
              <p:cNvPr id="8511" name="Google Shape;8511;p6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8" name="Google Shape;8518;p69"/>
            <p:cNvGrpSpPr/>
            <p:nvPr/>
          </p:nvGrpSpPr>
          <p:grpSpPr>
            <a:xfrm>
              <a:off x="2029422" y="2882501"/>
              <a:ext cx="103104" cy="1426186"/>
              <a:chOff x="6805413" y="3100904"/>
              <a:chExt cx="122758" cy="1698043"/>
            </a:xfrm>
          </p:grpSpPr>
          <p:sp>
            <p:nvSpPr>
              <p:cNvPr id="8519" name="Google Shape;8519;p6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6" name="Google Shape;8526;p69"/>
            <p:cNvGrpSpPr/>
            <p:nvPr/>
          </p:nvGrpSpPr>
          <p:grpSpPr>
            <a:xfrm>
              <a:off x="727421" y="2828315"/>
              <a:ext cx="1695374" cy="1560837"/>
              <a:chOff x="734799" y="2782450"/>
              <a:chExt cx="1571100" cy="1577400"/>
            </a:xfrm>
          </p:grpSpPr>
          <p:cxnSp>
            <p:nvCxnSpPr>
              <p:cNvPr id="8527" name="Google Shape;8527;p6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528" name="Google Shape;8528;p6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529" name="Google Shape;8529;p69"/>
            <p:cNvGrpSpPr/>
            <p:nvPr/>
          </p:nvGrpSpPr>
          <p:grpSpPr>
            <a:xfrm>
              <a:off x="2272795" y="2882501"/>
              <a:ext cx="103104" cy="1426186"/>
              <a:chOff x="5206863" y="3100904"/>
              <a:chExt cx="122758" cy="1698043"/>
            </a:xfrm>
          </p:grpSpPr>
          <p:sp>
            <p:nvSpPr>
              <p:cNvPr id="8530" name="Google Shape;8530;p6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7" name="Google Shape;8537;p69"/>
            <p:cNvGrpSpPr/>
            <p:nvPr/>
          </p:nvGrpSpPr>
          <p:grpSpPr>
            <a:xfrm>
              <a:off x="1542694" y="2882501"/>
              <a:ext cx="103104" cy="1426186"/>
              <a:chOff x="6006138" y="3143629"/>
              <a:chExt cx="122758" cy="1698043"/>
            </a:xfrm>
          </p:grpSpPr>
          <p:sp>
            <p:nvSpPr>
              <p:cNvPr id="8538" name="Google Shape;8538;p6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45" name="Google Shape;8545;p69"/>
          <p:cNvGrpSpPr/>
          <p:nvPr/>
        </p:nvGrpSpPr>
        <p:grpSpPr>
          <a:xfrm>
            <a:off x="5915341" y="2192094"/>
            <a:ext cx="1248543" cy="1025319"/>
            <a:chOff x="5183758" y="1210600"/>
            <a:chExt cx="3605380" cy="2960783"/>
          </a:xfrm>
        </p:grpSpPr>
        <p:sp>
          <p:nvSpPr>
            <p:cNvPr id="8546" name="Google Shape;8546;p6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50" name="Google Shape;8550;p69"/>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551" name="Google Shape;8551;p69"/>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552" name="Google Shape;8552;p69"/>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553" name="Google Shape;8553;p69"/>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554" name="Google Shape;8554;p69"/>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5" name="Google Shape;8555;p69"/>
          <p:cNvGrpSpPr/>
          <p:nvPr/>
        </p:nvGrpSpPr>
        <p:grpSpPr>
          <a:xfrm>
            <a:off x="5772403" y="3330411"/>
            <a:ext cx="2664831" cy="843440"/>
            <a:chOff x="5916567" y="1099697"/>
            <a:chExt cx="2556683" cy="809211"/>
          </a:xfrm>
        </p:grpSpPr>
        <p:sp>
          <p:nvSpPr>
            <p:cNvPr id="8556" name="Google Shape;8556;p69"/>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9"/>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9"/>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9"/>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9"/>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9"/>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9"/>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9"/>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4" name="Google Shape;8564;p69"/>
          <p:cNvGrpSpPr/>
          <p:nvPr/>
        </p:nvGrpSpPr>
        <p:grpSpPr>
          <a:xfrm>
            <a:off x="5879943" y="979270"/>
            <a:ext cx="1299851" cy="1023338"/>
            <a:chOff x="5900602" y="1193063"/>
            <a:chExt cx="1299851" cy="1023338"/>
          </a:xfrm>
        </p:grpSpPr>
        <p:grpSp>
          <p:nvGrpSpPr>
            <p:cNvPr id="8565" name="Google Shape;8565;p69"/>
            <p:cNvGrpSpPr/>
            <p:nvPr/>
          </p:nvGrpSpPr>
          <p:grpSpPr>
            <a:xfrm>
              <a:off x="6743564" y="1193063"/>
              <a:ext cx="456889" cy="700379"/>
              <a:chOff x="6743564" y="1193063"/>
              <a:chExt cx="456889" cy="700379"/>
            </a:xfrm>
          </p:grpSpPr>
          <p:grpSp>
            <p:nvGrpSpPr>
              <p:cNvPr id="8566" name="Google Shape;8566;p69"/>
              <p:cNvGrpSpPr/>
              <p:nvPr/>
            </p:nvGrpSpPr>
            <p:grpSpPr>
              <a:xfrm>
                <a:off x="6743564" y="1690731"/>
                <a:ext cx="214402" cy="202710"/>
                <a:chOff x="6743564" y="1690731"/>
                <a:chExt cx="214402" cy="202710"/>
              </a:xfrm>
            </p:grpSpPr>
            <p:sp>
              <p:nvSpPr>
                <p:cNvPr id="8567" name="Google Shape;8567;p69"/>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9"/>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9" name="Google Shape;8569;p69"/>
              <p:cNvGrpSpPr/>
              <p:nvPr/>
            </p:nvGrpSpPr>
            <p:grpSpPr>
              <a:xfrm>
                <a:off x="6915505" y="1193063"/>
                <a:ext cx="284947" cy="589637"/>
                <a:chOff x="6915505" y="1193063"/>
                <a:chExt cx="284947" cy="589637"/>
              </a:xfrm>
            </p:grpSpPr>
            <p:sp>
              <p:nvSpPr>
                <p:cNvPr id="8570" name="Google Shape;8570;p6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71" name="Google Shape;8571;p69"/>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572" name="Google Shape;8572;p69"/>
            <p:cNvGrpSpPr/>
            <p:nvPr/>
          </p:nvGrpSpPr>
          <p:grpSpPr>
            <a:xfrm>
              <a:off x="6520337" y="1193063"/>
              <a:ext cx="341815" cy="801589"/>
              <a:chOff x="6520337" y="1193063"/>
              <a:chExt cx="341815" cy="801589"/>
            </a:xfrm>
          </p:grpSpPr>
          <p:grpSp>
            <p:nvGrpSpPr>
              <p:cNvPr id="8573" name="Google Shape;8573;p69"/>
              <p:cNvGrpSpPr/>
              <p:nvPr/>
            </p:nvGrpSpPr>
            <p:grpSpPr>
              <a:xfrm>
                <a:off x="6520337" y="1589527"/>
                <a:ext cx="213950" cy="405125"/>
                <a:chOff x="6520337" y="1589527"/>
                <a:chExt cx="213950" cy="405125"/>
              </a:xfrm>
            </p:grpSpPr>
            <p:sp>
              <p:nvSpPr>
                <p:cNvPr id="8574" name="Google Shape;8574;p6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9"/>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6" name="Google Shape;8576;p69"/>
              <p:cNvGrpSpPr/>
              <p:nvPr/>
            </p:nvGrpSpPr>
            <p:grpSpPr>
              <a:xfrm>
                <a:off x="6577204" y="1193063"/>
                <a:ext cx="284947" cy="453562"/>
                <a:chOff x="6577204" y="1193063"/>
                <a:chExt cx="284947" cy="453562"/>
              </a:xfrm>
            </p:grpSpPr>
            <p:sp>
              <p:nvSpPr>
                <p:cNvPr id="8577" name="Google Shape;8577;p6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78" name="Google Shape;8578;p69"/>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579" name="Google Shape;8579;p69"/>
            <p:cNvGrpSpPr/>
            <p:nvPr/>
          </p:nvGrpSpPr>
          <p:grpSpPr>
            <a:xfrm>
              <a:off x="6238903" y="1193063"/>
              <a:ext cx="300475" cy="901782"/>
              <a:chOff x="6238903" y="1193063"/>
              <a:chExt cx="300475" cy="901782"/>
            </a:xfrm>
          </p:grpSpPr>
          <p:grpSp>
            <p:nvGrpSpPr>
              <p:cNvPr id="8580" name="Google Shape;8580;p69"/>
              <p:cNvGrpSpPr/>
              <p:nvPr/>
            </p:nvGrpSpPr>
            <p:grpSpPr>
              <a:xfrm>
                <a:off x="6290865" y="1489315"/>
                <a:ext cx="248514" cy="605530"/>
                <a:chOff x="6290865" y="1489315"/>
                <a:chExt cx="248514" cy="605530"/>
              </a:xfrm>
            </p:grpSpPr>
            <p:sp>
              <p:nvSpPr>
                <p:cNvPr id="8581" name="Google Shape;8581;p6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9"/>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69"/>
              <p:cNvGrpSpPr/>
              <p:nvPr/>
            </p:nvGrpSpPr>
            <p:grpSpPr>
              <a:xfrm>
                <a:off x="6238903" y="1193063"/>
                <a:ext cx="284947" cy="327512"/>
                <a:chOff x="6238903" y="1193063"/>
                <a:chExt cx="284947" cy="327512"/>
              </a:xfrm>
            </p:grpSpPr>
            <p:sp>
              <p:nvSpPr>
                <p:cNvPr id="8584" name="Google Shape;8584;p6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85" name="Google Shape;8585;p69"/>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586" name="Google Shape;8586;p69"/>
            <p:cNvGrpSpPr/>
            <p:nvPr/>
          </p:nvGrpSpPr>
          <p:grpSpPr>
            <a:xfrm>
              <a:off x="5900602" y="1193063"/>
              <a:ext cx="444345" cy="1023338"/>
              <a:chOff x="5900602" y="1193063"/>
              <a:chExt cx="444345" cy="1023338"/>
            </a:xfrm>
          </p:grpSpPr>
          <p:grpSp>
            <p:nvGrpSpPr>
              <p:cNvPr id="8587" name="Google Shape;8587;p69"/>
              <p:cNvGrpSpPr/>
              <p:nvPr/>
            </p:nvGrpSpPr>
            <p:grpSpPr>
              <a:xfrm>
                <a:off x="6046501" y="1367785"/>
                <a:ext cx="298446" cy="848616"/>
                <a:chOff x="6046501" y="1367785"/>
                <a:chExt cx="298446" cy="848616"/>
              </a:xfrm>
            </p:grpSpPr>
            <p:sp>
              <p:nvSpPr>
                <p:cNvPr id="8588" name="Google Shape;8588;p6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9"/>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0" name="Google Shape;8590;p69"/>
              <p:cNvGrpSpPr/>
              <p:nvPr/>
            </p:nvGrpSpPr>
            <p:grpSpPr>
              <a:xfrm>
                <a:off x="5900602" y="1193063"/>
                <a:ext cx="284947" cy="182312"/>
                <a:chOff x="5900602" y="1193063"/>
                <a:chExt cx="284947" cy="182312"/>
              </a:xfrm>
            </p:grpSpPr>
            <p:sp>
              <p:nvSpPr>
                <p:cNvPr id="8591" name="Google Shape;8591;p6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92" name="Google Shape;8592;p6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593" name="Google Shape;8593;p69"/>
          <p:cNvGrpSpPr/>
          <p:nvPr/>
        </p:nvGrpSpPr>
        <p:grpSpPr>
          <a:xfrm>
            <a:off x="7217825" y="979415"/>
            <a:ext cx="1219413" cy="1051365"/>
            <a:chOff x="7287122" y="1165658"/>
            <a:chExt cx="1219413" cy="1051365"/>
          </a:xfrm>
        </p:grpSpPr>
        <p:grpSp>
          <p:nvGrpSpPr>
            <p:cNvPr id="8594" name="Google Shape;8594;p69"/>
            <p:cNvGrpSpPr/>
            <p:nvPr/>
          </p:nvGrpSpPr>
          <p:grpSpPr>
            <a:xfrm>
              <a:off x="7287122" y="1969723"/>
              <a:ext cx="1219413" cy="247300"/>
              <a:chOff x="7287122" y="1969723"/>
              <a:chExt cx="1219413" cy="247300"/>
            </a:xfrm>
          </p:grpSpPr>
          <p:sp>
            <p:nvSpPr>
              <p:cNvPr id="8595" name="Google Shape;8595;p6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6" name="Google Shape;8596;p69"/>
              <p:cNvGrpSpPr/>
              <p:nvPr/>
            </p:nvGrpSpPr>
            <p:grpSpPr>
              <a:xfrm>
                <a:off x="7287122" y="2063892"/>
                <a:ext cx="1151753" cy="73428"/>
                <a:chOff x="7287122" y="2063892"/>
                <a:chExt cx="1151753" cy="73428"/>
              </a:xfrm>
            </p:grpSpPr>
            <p:sp>
              <p:nvSpPr>
                <p:cNvPr id="8597" name="Google Shape;8597;p6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98" name="Google Shape;8598;p6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599" name="Google Shape;8599;p69"/>
            <p:cNvGrpSpPr/>
            <p:nvPr/>
          </p:nvGrpSpPr>
          <p:grpSpPr>
            <a:xfrm>
              <a:off x="7287122" y="1712201"/>
              <a:ext cx="1219403" cy="246767"/>
              <a:chOff x="7287122" y="1712201"/>
              <a:chExt cx="1219403" cy="246767"/>
            </a:xfrm>
          </p:grpSpPr>
          <p:sp>
            <p:nvSpPr>
              <p:cNvPr id="8600" name="Google Shape;8600;p6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1" name="Google Shape;8601;p69"/>
              <p:cNvGrpSpPr/>
              <p:nvPr/>
            </p:nvGrpSpPr>
            <p:grpSpPr>
              <a:xfrm>
                <a:off x="7287122" y="1842861"/>
                <a:ext cx="1005303" cy="73419"/>
                <a:chOff x="7287122" y="1842861"/>
                <a:chExt cx="1005303" cy="73419"/>
              </a:xfrm>
            </p:grpSpPr>
            <p:sp>
              <p:nvSpPr>
                <p:cNvPr id="8602" name="Google Shape;8602;p6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03" name="Google Shape;8603;p6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604" name="Google Shape;8604;p69"/>
            <p:cNvGrpSpPr/>
            <p:nvPr/>
          </p:nvGrpSpPr>
          <p:grpSpPr>
            <a:xfrm>
              <a:off x="7287122" y="1447520"/>
              <a:ext cx="1219403" cy="286667"/>
              <a:chOff x="7287122" y="1447520"/>
              <a:chExt cx="1219403" cy="286667"/>
            </a:xfrm>
          </p:grpSpPr>
          <p:sp>
            <p:nvSpPr>
              <p:cNvPr id="8605" name="Google Shape;8605;p6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6" name="Google Shape;8606;p69"/>
              <p:cNvGrpSpPr/>
              <p:nvPr/>
            </p:nvGrpSpPr>
            <p:grpSpPr>
              <a:xfrm>
                <a:off x="7287122" y="1581977"/>
                <a:ext cx="852803" cy="73428"/>
                <a:chOff x="7287122" y="1581977"/>
                <a:chExt cx="852803" cy="73428"/>
              </a:xfrm>
            </p:grpSpPr>
            <p:sp>
              <p:nvSpPr>
                <p:cNvPr id="8607" name="Google Shape;8607;p6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08" name="Google Shape;8608;p6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609" name="Google Shape;8609;p69"/>
            <p:cNvGrpSpPr/>
            <p:nvPr/>
          </p:nvGrpSpPr>
          <p:grpSpPr>
            <a:xfrm>
              <a:off x="7287122" y="1165658"/>
              <a:ext cx="1219403" cy="344253"/>
              <a:chOff x="7287122" y="1165658"/>
              <a:chExt cx="1219403" cy="344253"/>
            </a:xfrm>
          </p:grpSpPr>
          <p:sp>
            <p:nvSpPr>
              <p:cNvPr id="8610" name="Google Shape;8610;p6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1" name="Google Shape;8611;p69"/>
              <p:cNvGrpSpPr/>
              <p:nvPr/>
            </p:nvGrpSpPr>
            <p:grpSpPr>
              <a:xfrm>
                <a:off x="7287122" y="1341025"/>
                <a:ext cx="695703" cy="73419"/>
                <a:chOff x="7287122" y="1341025"/>
                <a:chExt cx="695703" cy="73419"/>
              </a:xfrm>
            </p:grpSpPr>
            <p:sp>
              <p:nvSpPr>
                <p:cNvPr id="8612" name="Google Shape;8612;p6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13" name="Google Shape;8613;p6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617"/>
        <p:cNvGrpSpPr/>
        <p:nvPr/>
      </p:nvGrpSpPr>
      <p:grpSpPr>
        <a:xfrm>
          <a:off x="0" y="0"/>
          <a:ext cx="0" cy="0"/>
          <a:chOff x="0" y="0"/>
          <a:chExt cx="0" cy="0"/>
        </a:xfrm>
      </p:grpSpPr>
      <p:sp>
        <p:nvSpPr>
          <p:cNvPr id="8618" name="Google Shape;8618;p70"/>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619" name="Google Shape;8619;p70"/>
          <p:cNvGrpSpPr/>
          <p:nvPr/>
        </p:nvGrpSpPr>
        <p:grpSpPr>
          <a:xfrm>
            <a:off x="830341" y="2307733"/>
            <a:ext cx="340168" cy="298978"/>
            <a:chOff x="892750" y="267400"/>
            <a:chExt cx="483125" cy="424625"/>
          </a:xfrm>
        </p:grpSpPr>
        <p:sp>
          <p:nvSpPr>
            <p:cNvPr id="8620" name="Google Shape;8620;p70"/>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1" name="Google Shape;8621;p70"/>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2" name="Google Shape;8622;p70"/>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23" name="Google Shape;8623;p70"/>
          <p:cNvGrpSpPr/>
          <p:nvPr/>
        </p:nvGrpSpPr>
        <p:grpSpPr>
          <a:xfrm>
            <a:off x="1268776" y="2287121"/>
            <a:ext cx="298996" cy="340204"/>
            <a:chOff x="1516475" y="238075"/>
            <a:chExt cx="424650" cy="483175"/>
          </a:xfrm>
        </p:grpSpPr>
        <p:sp>
          <p:nvSpPr>
            <p:cNvPr id="8624" name="Google Shape;8624;p70"/>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5" name="Google Shape;8625;p70"/>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26" name="Google Shape;8626;p70"/>
          <p:cNvGrpSpPr/>
          <p:nvPr/>
        </p:nvGrpSpPr>
        <p:grpSpPr>
          <a:xfrm>
            <a:off x="1661867" y="2367520"/>
            <a:ext cx="341488" cy="179405"/>
            <a:chOff x="2080675" y="352325"/>
            <a:chExt cx="485000" cy="254800"/>
          </a:xfrm>
        </p:grpSpPr>
        <p:sp>
          <p:nvSpPr>
            <p:cNvPr id="8627" name="Google Shape;8627;p70"/>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8" name="Google Shape;8628;p70"/>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29" name="Google Shape;8629;p70"/>
          <p:cNvGrpSpPr/>
          <p:nvPr/>
        </p:nvGrpSpPr>
        <p:grpSpPr>
          <a:xfrm>
            <a:off x="2111046" y="2287138"/>
            <a:ext cx="298996" cy="340168"/>
            <a:chOff x="2705375" y="238125"/>
            <a:chExt cx="424650" cy="483125"/>
          </a:xfrm>
        </p:grpSpPr>
        <p:sp>
          <p:nvSpPr>
            <p:cNvPr id="8630" name="Google Shape;8630;p70"/>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1" name="Google Shape;8631;p70"/>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2" name="Google Shape;8632;p70"/>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3" name="Google Shape;8633;p70"/>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34" name="Google Shape;8634;p70"/>
          <p:cNvGrpSpPr/>
          <p:nvPr/>
        </p:nvGrpSpPr>
        <p:grpSpPr>
          <a:xfrm>
            <a:off x="2527187" y="2287455"/>
            <a:ext cx="301161" cy="339535"/>
            <a:chOff x="3299850" y="238575"/>
            <a:chExt cx="427725" cy="482225"/>
          </a:xfrm>
        </p:grpSpPr>
        <p:sp>
          <p:nvSpPr>
            <p:cNvPr id="8635" name="Google Shape;8635;p70"/>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6" name="Google Shape;8636;p70"/>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7" name="Google Shape;8637;p70"/>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8" name="Google Shape;8638;p70"/>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9" name="Google Shape;8639;p70"/>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40" name="Google Shape;8640;p70"/>
          <p:cNvGrpSpPr/>
          <p:nvPr/>
        </p:nvGrpSpPr>
        <p:grpSpPr>
          <a:xfrm>
            <a:off x="2914108" y="2287138"/>
            <a:ext cx="352455" cy="340168"/>
            <a:chOff x="3857225" y="238125"/>
            <a:chExt cx="500575" cy="483125"/>
          </a:xfrm>
        </p:grpSpPr>
        <p:sp>
          <p:nvSpPr>
            <p:cNvPr id="8641" name="Google Shape;8641;p70"/>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2" name="Google Shape;8642;p70"/>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3" name="Google Shape;8643;p70"/>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4" name="Google Shape;8644;p70"/>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5" name="Google Shape;8645;p70"/>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6" name="Google Shape;8646;p70"/>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7" name="Google Shape;8647;p70"/>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48" name="Google Shape;8648;p70"/>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49" name="Google Shape;8649;p70"/>
          <p:cNvGrpSpPr/>
          <p:nvPr/>
        </p:nvGrpSpPr>
        <p:grpSpPr>
          <a:xfrm>
            <a:off x="3760885" y="2287165"/>
            <a:ext cx="340186" cy="340116"/>
            <a:chOff x="5053900" y="238200"/>
            <a:chExt cx="483150" cy="483050"/>
          </a:xfrm>
        </p:grpSpPr>
        <p:sp>
          <p:nvSpPr>
            <p:cNvPr id="8650" name="Google Shape;8650;p70"/>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1" name="Google Shape;8651;p70"/>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2" name="Google Shape;8652;p70"/>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3" name="Google Shape;8653;p70"/>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54" name="Google Shape;8654;p70"/>
          <p:cNvGrpSpPr/>
          <p:nvPr/>
        </p:nvGrpSpPr>
        <p:grpSpPr>
          <a:xfrm>
            <a:off x="4174835" y="2287138"/>
            <a:ext cx="340168" cy="340168"/>
            <a:chOff x="5648375" y="238125"/>
            <a:chExt cx="483125" cy="483125"/>
          </a:xfrm>
        </p:grpSpPr>
        <p:sp>
          <p:nvSpPr>
            <p:cNvPr id="8655" name="Google Shape;8655;p70"/>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6" name="Google Shape;8656;p70"/>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7" name="Google Shape;8657;p70"/>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8" name="Google Shape;8658;p70"/>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9" name="Google Shape;8659;p70"/>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0" name="Google Shape;8660;p70"/>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1" name="Google Shape;8661;p70"/>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2" name="Google Shape;8662;p70"/>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3" name="Google Shape;8663;p70"/>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4" name="Google Shape;8664;p70"/>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65" name="Google Shape;8665;p70"/>
          <p:cNvGrpSpPr/>
          <p:nvPr/>
        </p:nvGrpSpPr>
        <p:grpSpPr>
          <a:xfrm>
            <a:off x="4591521" y="2287138"/>
            <a:ext cx="340168" cy="340168"/>
            <a:chOff x="6242825" y="238125"/>
            <a:chExt cx="483125" cy="483125"/>
          </a:xfrm>
        </p:grpSpPr>
        <p:sp>
          <p:nvSpPr>
            <p:cNvPr id="8666" name="Google Shape;8666;p70"/>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7" name="Google Shape;8667;p70"/>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8" name="Google Shape;8668;p70"/>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69" name="Google Shape;8669;p70"/>
          <p:cNvGrpSpPr/>
          <p:nvPr/>
        </p:nvGrpSpPr>
        <p:grpSpPr>
          <a:xfrm>
            <a:off x="828643" y="2727362"/>
            <a:ext cx="343566" cy="298943"/>
            <a:chOff x="889275" y="861850"/>
            <a:chExt cx="487950" cy="424575"/>
          </a:xfrm>
        </p:grpSpPr>
        <p:sp>
          <p:nvSpPr>
            <p:cNvPr id="8670" name="Google Shape;8670;p70"/>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1" name="Google Shape;8671;p70"/>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2" name="Google Shape;8672;p70"/>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3" name="Google Shape;8673;p70"/>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74" name="Google Shape;8674;p70"/>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5" name="Google Shape;8675;p70"/>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76" name="Google Shape;8676;p70"/>
          <p:cNvGrpSpPr/>
          <p:nvPr/>
        </p:nvGrpSpPr>
        <p:grpSpPr>
          <a:xfrm>
            <a:off x="2090460" y="2706749"/>
            <a:ext cx="340168" cy="340168"/>
            <a:chOff x="2676100" y="832575"/>
            <a:chExt cx="483125" cy="483125"/>
          </a:xfrm>
        </p:grpSpPr>
        <p:sp>
          <p:nvSpPr>
            <p:cNvPr id="8677" name="Google Shape;8677;p70"/>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8" name="Google Shape;8678;p70"/>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9" name="Google Shape;8679;p70"/>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80" name="Google Shape;8680;p70"/>
          <p:cNvGrpSpPr/>
          <p:nvPr/>
        </p:nvGrpSpPr>
        <p:grpSpPr>
          <a:xfrm>
            <a:off x="2501963" y="2706749"/>
            <a:ext cx="351610" cy="340168"/>
            <a:chOff x="3270550" y="832575"/>
            <a:chExt cx="499375" cy="483125"/>
          </a:xfrm>
        </p:grpSpPr>
        <p:sp>
          <p:nvSpPr>
            <p:cNvPr id="8681" name="Google Shape;8681;p70"/>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2" name="Google Shape;8682;p70"/>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3" name="Google Shape;8683;p70"/>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84" name="Google Shape;8684;p70"/>
          <p:cNvGrpSpPr/>
          <p:nvPr/>
        </p:nvGrpSpPr>
        <p:grpSpPr>
          <a:xfrm>
            <a:off x="2920243" y="2717381"/>
            <a:ext cx="340186" cy="318904"/>
            <a:chOff x="3865000" y="847675"/>
            <a:chExt cx="483150" cy="452925"/>
          </a:xfrm>
        </p:grpSpPr>
        <p:sp>
          <p:nvSpPr>
            <p:cNvPr id="8685" name="Google Shape;8685;p70"/>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6" name="Google Shape;8686;p70"/>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7" name="Google Shape;8687;p70"/>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8" name="Google Shape;8688;p70"/>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89" name="Google Shape;8689;p70"/>
          <p:cNvGrpSpPr/>
          <p:nvPr/>
        </p:nvGrpSpPr>
        <p:grpSpPr>
          <a:xfrm>
            <a:off x="3335925" y="2727300"/>
            <a:ext cx="344798" cy="299066"/>
            <a:chOff x="4452900" y="861750"/>
            <a:chExt cx="489700" cy="424750"/>
          </a:xfrm>
        </p:grpSpPr>
        <p:sp>
          <p:nvSpPr>
            <p:cNvPr id="8690" name="Google Shape;8690;p70"/>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1" name="Google Shape;8691;p70"/>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2" name="Google Shape;8692;p70"/>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93" name="Google Shape;8693;p70"/>
          <p:cNvGrpSpPr/>
          <p:nvPr/>
        </p:nvGrpSpPr>
        <p:grpSpPr>
          <a:xfrm>
            <a:off x="3753158" y="2706758"/>
            <a:ext cx="355641" cy="340151"/>
            <a:chOff x="5049750" y="832600"/>
            <a:chExt cx="505100" cy="483100"/>
          </a:xfrm>
        </p:grpSpPr>
        <p:sp>
          <p:nvSpPr>
            <p:cNvPr id="8694" name="Google Shape;8694;p70"/>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5" name="Google Shape;8695;p70"/>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96" name="Google Shape;8696;p70"/>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97" name="Google Shape;8697;p70"/>
          <p:cNvGrpSpPr/>
          <p:nvPr/>
        </p:nvGrpSpPr>
        <p:grpSpPr>
          <a:xfrm>
            <a:off x="4612107" y="2706749"/>
            <a:ext cx="298996" cy="340168"/>
            <a:chOff x="6272100" y="832575"/>
            <a:chExt cx="424650" cy="483125"/>
          </a:xfrm>
        </p:grpSpPr>
        <p:sp>
          <p:nvSpPr>
            <p:cNvPr id="8698" name="Google Shape;8698;p70"/>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9" name="Google Shape;8699;p70"/>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00" name="Google Shape;8700;p70"/>
          <p:cNvGrpSpPr/>
          <p:nvPr/>
        </p:nvGrpSpPr>
        <p:grpSpPr>
          <a:xfrm>
            <a:off x="830315" y="3125798"/>
            <a:ext cx="340221" cy="340186"/>
            <a:chOff x="893650" y="1428000"/>
            <a:chExt cx="483200" cy="483150"/>
          </a:xfrm>
        </p:grpSpPr>
        <p:sp>
          <p:nvSpPr>
            <p:cNvPr id="8701" name="Google Shape;8701;p70"/>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2" name="Google Shape;8702;p70"/>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3" name="Google Shape;8703;p70"/>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4" name="Google Shape;8704;p70"/>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05" name="Google Shape;8705;p70"/>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6" name="Google Shape;8706;p70"/>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07" name="Google Shape;8707;p70"/>
          <p:cNvGrpSpPr/>
          <p:nvPr/>
        </p:nvGrpSpPr>
        <p:grpSpPr>
          <a:xfrm>
            <a:off x="2084132" y="3146463"/>
            <a:ext cx="352825" cy="298855"/>
            <a:chOff x="2676100" y="1456375"/>
            <a:chExt cx="501100" cy="424450"/>
          </a:xfrm>
        </p:grpSpPr>
        <p:sp>
          <p:nvSpPr>
            <p:cNvPr id="8708" name="Google Shape;8708;p70"/>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9" name="Google Shape;8709;p70"/>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0" name="Google Shape;8710;p70"/>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11" name="Google Shape;8711;p70"/>
          <p:cNvGrpSpPr/>
          <p:nvPr/>
        </p:nvGrpSpPr>
        <p:grpSpPr>
          <a:xfrm>
            <a:off x="2507657" y="3125806"/>
            <a:ext cx="340221" cy="340168"/>
            <a:chOff x="3270475" y="1427025"/>
            <a:chExt cx="483200" cy="483125"/>
          </a:xfrm>
        </p:grpSpPr>
        <p:sp>
          <p:nvSpPr>
            <p:cNvPr id="8712" name="Google Shape;8712;p70"/>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3" name="Google Shape;8713;p70"/>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4" name="Google Shape;8714;p70"/>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15" name="Google Shape;8715;p70"/>
          <p:cNvGrpSpPr/>
          <p:nvPr/>
        </p:nvGrpSpPr>
        <p:grpSpPr>
          <a:xfrm>
            <a:off x="2918570" y="3125780"/>
            <a:ext cx="343530" cy="340221"/>
            <a:chOff x="3860250" y="1427025"/>
            <a:chExt cx="487900" cy="483200"/>
          </a:xfrm>
        </p:grpSpPr>
        <p:sp>
          <p:nvSpPr>
            <p:cNvPr id="8716" name="Google Shape;8716;p70"/>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7" name="Google Shape;8717;p70"/>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8" name="Google Shape;8718;p70"/>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19" name="Google Shape;8719;p70"/>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0" name="Google Shape;8720;p70"/>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21" name="Google Shape;8721;p70"/>
          <p:cNvGrpSpPr/>
          <p:nvPr/>
        </p:nvGrpSpPr>
        <p:grpSpPr>
          <a:xfrm>
            <a:off x="4174808" y="3125806"/>
            <a:ext cx="340221" cy="340168"/>
            <a:chOff x="5648375" y="1427025"/>
            <a:chExt cx="483200" cy="483125"/>
          </a:xfrm>
        </p:grpSpPr>
        <p:sp>
          <p:nvSpPr>
            <p:cNvPr id="8722" name="Google Shape;8722;p70"/>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3" name="Google Shape;8723;p70"/>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24" name="Google Shape;8724;p70"/>
          <p:cNvGrpSpPr/>
          <p:nvPr/>
        </p:nvGrpSpPr>
        <p:grpSpPr>
          <a:xfrm>
            <a:off x="4589294" y="3125789"/>
            <a:ext cx="344622" cy="340204"/>
            <a:chOff x="6238300" y="1426975"/>
            <a:chExt cx="489450" cy="483175"/>
          </a:xfrm>
        </p:grpSpPr>
        <p:sp>
          <p:nvSpPr>
            <p:cNvPr id="8725" name="Google Shape;8725;p70"/>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6" name="Google Shape;8726;p70"/>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7" name="Google Shape;8727;p70"/>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28" name="Google Shape;8728;p70"/>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29" name="Google Shape;8729;p70"/>
          <p:cNvGrpSpPr/>
          <p:nvPr/>
        </p:nvGrpSpPr>
        <p:grpSpPr>
          <a:xfrm>
            <a:off x="1248190" y="3544794"/>
            <a:ext cx="340168" cy="340186"/>
            <a:chOff x="1487200" y="2021475"/>
            <a:chExt cx="483125" cy="483150"/>
          </a:xfrm>
        </p:grpSpPr>
        <p:sp>
          <p:nvSpPr>
            <p:cNvPr id="8730" name="Google Shape;8730;p70"/>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1" name="Google Shape;8731;p70"/>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2" name="Google Shape;8732;p70"/>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3" name="Google Shape;8733;p70"/>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34" name="Google Shape;8734;p70"/>
          <p:cNvGrpSpPr/>
          <p:nvPr/>
        </p:nvGrpSpPr>
        <p:grpSpPr>
          <a:xfrm>
            <a:off x="1662527" y="3565398"/>
            <a:ext cx="340168" cy="298978"/>
            <a:chOff x="2081650" y="2050750"/>
            <a:chExt cx="483125" cy="424625"/>
          </a:xfrm>
        </p:grpSpPr>
        <p:sp>
          <p:nvSpPr>
            <p:cNvPr id="8735" name="Google Shape;8735;p70"/>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6" name="Google Shape;8736;p70"/>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7" name="Google Shape;8737;p70"/>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8" name="Google Shape;8738;p70"/>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9" name="Google Shape;8739;p70"/>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0" name="Google Shape;8740;p70"/>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41" name="Google Shape;8741;p70"/>
          <p:cNvGrpSpPr/>
          <p:nvPr/>
        </p:nvGrpSpPr>
        <p:grpSpPr>
          <a:xfrm>
            <a:off x="2090460" y="3588721"/>
            <a:ext cx="340168" cy="252332"/>
            <a:chOff x="2676100" y="2083800"/>
            <a:chExt cx="483125" cy="358375"/>
          </a:xfrm>
        </p:grpSpPr>
        <p:sp>
          <p:nvSpPr>
            <p:cNvPr id="8742" name="Google Shape;8742;p70"/>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3" name="Google Shape;8743;p70"/>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44" name="Google Shape;8744;p70"/>
          <p:cNvGrpSpPr/>
          <p:nvPr/>
        </p:nvGrpSpPr>
        <p:grpSpPr>
          <a:xfrm>
            <a:off x="2515974" y="3554766"/>
            <a:ext cx="323587" cy="320242"/>
            <a:chOff x="3282325" y="2035675"/>
            <a:chExt cx="459575" cy="454825"/>
          </a:xfrm>
        </p:grpSpPr>
        <p:sp>
          <p:nvSpPr>
            <p:cNvPr id="8745" name="Google Shape;8745;p70"/>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6" name="Google Shape;8746;p70"/>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7" name="Google Shape;8747;p70"/>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8" name="Google Shape;8748;p70"/>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49" name="Google Shape;8749;p70"/>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0" name="Google Shape;8750;p70"/>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51" name="Google Shape;8751;p70"/>
          <p:cNvGrpSpPr/>
          <p:nvPr/>
        </p:nvGrpSpPr>
        <p:grpSpPr>
          <a:xfrm>
            <a:off x="3760673" y="3544803"/>
            <a:ext cx="340608" cy="340168"/>
            <a:chOff x="5053900" y="2021500"/>
            <a:chExt cx="483750" cy="483125"/>
          </a:xfrm>
        </p:grpSpPr>
        <p:sp>
          <p:nvSpPr>
            <p:cNvPr id="8752" name="Google Shape;8752;p70"/>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3" name="Google Shape;8753;p70"/>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4" name="Google Shape;8754;p70"/>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5" name="Google Shape;8755;p70"/>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6" name="Google Shape;8756;p70"/>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7" name="Google Shape;8757;p70"/>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8" name="Google Shape;8758;p70"/>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9" name="Google Shape;8759;p70"/>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60" name="Google Shape;8760;p70"/>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61" name="Google Shape;8761;p70"/>
          <p:cNvGrpSpPr/>
          <p:nvPr/>
        </p:nvGrpSpPr>
        <p:grpSpPr>
          <a:xfrm>
            <a:off x="4585773" y="3547971"/>
            <a:ext cx="351663" cy="333831"/>
            <a:chOff x="6222125" y="2025975"/>
            <a:chExt cx="499450" cy="474125"/>
          </a:xfrm>
        </p:grpSpPr>
        <p:sp>
          <p:nvSpPr>
            <p:cNvPr id="8762" name="Google Shape;8762;p70"/>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3" name="Google Shape;8763;p70"/>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4" name="Google Shape;8764;p70"/>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65" name="Google Shape;8765;p70"/>
          <p:cNvGrpSpPr/>
          <p:nvPr/>
        </p:nvGrpSpPr>
        <p:grpSpPr>
          <a:xfrm>
            <a:off x="5043335" y="2364541"/>
            <a:ext cx="335504" cy="185953"/>
            <a:chOff x="896050" y="2725450"/>
            <a:chExt cx="476500" cy="264100"/>
          </a:xfrm>
        </p:grpSpPr>
        <p:sp>
          <p:nvSpPr>
            <p:cNvPr id="8766" name="Google Shape;8766;p70"/>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7" name="Google Shape;8767;p70"/>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8" name="Google Shape;8768;p70"/>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69" name="Google Shape;8769;p70"/>
          <p:cNvGrpSpPr/>
          <p:nvPr/>
        </p:nvGrpSpPr>
        <p:grpSpPr>
          <a:xfrm>
            <a:off x="5474075" y="2287425"/>
            <a:ext cx="340168" cy="340186"/>
            <a:chOff x="1487200" y="2615925"/>
            <a:chExt cx="483125" cy="483150"/>
          </a:xfrm>
        </p:grpSpPr>
        <p:sp>
          <p:nvSpPr>
            <p:cNvPr id="8770" name="Google Shape;8770;p70"/>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1" name="Google Shape;8771;p70"/>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2" name="Google Shape;8772;p70"/>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73" name="Google Shape;8773;p70"/>
          <p:cNvGrpSpPr/>
          <p:nvPr/>
        </p:nvGrpSpPr>
        <p:grpSpPr>
          <a:xfrm>
            <a:off x="5874024" y="2287425"/>
            <a:ext cx="353564" cy="340186"/>
            <a:chOff x="2077575" y="2615925"/>
            <a:chExt cx="502150" cy="483150"/>
          </a:xfrm>
        </p:grpSpPr>
        <p:sp>
          <p:nvSpPr>
            <p:cNvPr id="8774" name="Google Shape;8774;p70"/>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5" name="Google Shape;8775;p70"/>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6" name="Google Shape;8776;p70"/>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7" name="Google Shape;8777;p70"/>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78" name="Google Shape;8778;p70"/>
          <p:cNvGrpSpPr/>
          <p:nvPr/>
        </p:nvGrpSpPr>
        <p:grpSpPr>
          <a:xfrm>
            <a:off x="6297813" y="2303452"/>
            <a:ext cx="334536" cy="308132"/>
            <a:chOff x="2680100" y="2638725"/>
            <a:chExt cx="475125" cy="437625"/>
          </a:xfrm>
        </p:grpSpPr>
        <p:sp>
          <p:nvSpPr>
            <p:cNvPr id="8779" name="Google Shape;8779;p70"/>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0" name="Google Shape;8780;p70"/>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1" name="Google Shape;8781;p70"/>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2" name="Google Shape;8782;p70"/>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83" name="Google Shape;8783;p70"/>
          <p:cNvGrpSpPr/>
          <p:nvPr/>
        </p:nvGrpSpPr>
        <p:grpSpPr>
          <a:xfrm>
            <a:off x="6763452" y="2287425"/>
            <a:ext cx="239183" cy="340186"/>
            <a:chOff x="3342275" y="2615925"/>
            <a:chExt cx="339700" cy="483150"/>
          </a:xfrm>
        </p:grpSpPr>
        <p:sp>
          <p:nvSpPr>
            <p:cNvPr id="8784" name="Google Shape;8784;p70"/>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5" name="Google Shape;8785;p70"/>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86" name="Google Shape;8786;p70"/>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7" name="Google Shape;8787;p70"/>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8" name="Google Shape;8788;p70"/>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89" name="Google Shape;8789;p70"/>
          <p:cNvGrpSpPr/>
          <p:nvPr/>
        </p:nvGrpSpPr>
        <p:grpSpPr>
          <a:xfrm>
            <a:off x="5380655" y="3961361"/>
            <a:ext cx="339482" cy="339271"/>
            <a:chOff x="5648900" y="2616600"/>
            <a:chExt cx="482150" cy="481850"/>
          </a:xfrm>
        </p:grpSpPr>
        <p:sp>
          <p:nvSpPr>
            <p:cNvPr id="8790" name="Google Shape;8790;p70"/>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1" name="Google Shape;8791;p70"/>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92" name="Google Shape;8792;p70"/>
          <p:cNvGrpSpPr/>
          <p:nvPr/>
        </p:nvGrpSpPr>
        <p:grpSpPr>
          <a:xfrm>
            <a:off x="3699939" y="3968149"/>
            <a:ext cx="325626" cy="325694"/>
            <a:chOff x="6242825" y="2615925"/>
            <a:chExt cx="483125" cy="483225"/>
          </a:xfrm>
        </p:grpSpPr>
        <p:sp>
          <p:nvSpPr>
            <p:cNvPr id="8793" name="Google Shape;8793;p70"/>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4" name="Google Shape;8794;p70"/>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5" name="Google Shape;8795;p70"/>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6" name="Google Shape;8796;p70"/>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7" name="Google Shape;8797;p70"/>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98" name="Google Shape;8798;p70"/>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99" name="Google Shape;8799;p70"/>
          <p:cNvGrpSpPr/>
          <p:nvPr/>
        </p:nvGrpSpPr>
        <p:grpSpPr>
          <a:xfrm>
            <a:off x="5473116" y="2707036"/>
            <a:ext cx="342087" cy="340186"/>
            <a:chOff x="1487200" y="3210375"/>
            <a:chExt cx="485850" cy="483150"/>
          </a:xfrm>
        </p:grpSpPr>
        <p:sp>
          <p:nvSpPr>
            <p:cNvPr id="8800" name="Google Shape;8800;p70"/>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1" name="Google Shape;8801;p70"/>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2" name="Google Shape;8802;p70"/>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03" name="Google Shape;8803;p70"/>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4" name="Google Shape;8804;p70"/>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05" name="Google Shape;8805;p70"/>
          <p:cNvGrpSpPr/>
          <p:nvPr/>
        </p:nvGrpSpPr>
        <p:grpSpPr>
          <a:xfrm>
            <a:off x="6712475" y="2707027"/>
            <a:ext cx="341136" cy="340204"/>
            <a:chOff x="3269875" y="3210400"/>
            <a:chExt cx="484500" cy="483175"/>
          </a:xfrm>
        </p:grpSpPr>
        <p:sp>
          <p:nvSpPr>
            <p:cNvPr id="8806" name="Google Shape;8806;p70"/>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7" name="Google Shape;8807;p70"/>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08" name="Google Shape;8808;p70"/>
          <p:cNvGrpSpPr/>
          <p:nvPr/>
        </p:nvGrpSpPr>
        <p:grpSpPr>
          <a:xfrm>
            <a:off x="7211568" y="2706666"/>
            <a:ext cx="170216" cy="340925"/>
            <a:chOff x="3985700" y="3210375"/>
            <a:chExt cx="241750" cy="484200"/>
          </a:xfrm>
        </p:grpSpPr>
        <p:sp>
          <p:nvSpPr>
            <p:cNvPr id="8809" name="Google Shape;8809;p70"/>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10" name="Google Shape;8810;p70"/>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11" name="Google Shape;8811;p70"/>
          <p:cNvGrpSpPr/>
          <p:nvPr/>
        </p:nvGrpSpPr>
        <p:grpSpPr>
          <a:xfrm>
            <a:off x="7550838" y="2707678"/>
            <a:ext cx="339007" cy="338901"/>
            <a:chOff x="4460225" y="3211300"/>
            <a:chExt cx="481475" cy="481325"/>
          </a:xfrm>
        </p:grpSpPr>
        <p:sp>
          <p:nvSpPr>
            <p:cNvPr id="8812" name="Google Shape;8812;p70"/>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13" name="Google Shape;8813;p70"/>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14" name="Google Shape;8814;p70"/>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15" name="Google Shape;8815;p70"/>
          <p:cNvGrpSpPr/>
          <p:nvPr/>
        </p:nvGrpSpPr>
        <p:grpSpPr>
          <a:xfrm>
            <a:off x="5824496" y="3990669"/>
            <a:ext cx="342034" cy="280654"/>
            <a:chOff x="5647000" y="3252650"/>
            <a:chExt cx="485775" cy="398600"/>
          </a:xfrm>
        </p:grpSpPr>
        <p:sp>
          <p:nvSpPr>
            <p:cNvPr id="8816" name="Google Shape;8816;p70"/>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17" name="Google Shape;8817;p70"/>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18" name="Google Shape;8818;p70"/>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19" name="Google Shape;8819;p70"/>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20" name="Google Shape;8820;p70"/>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21" name="Google Shape;8821;p70"/>
          <p:cNvGrpSpPr/>
          <p:nvPr/>
        </p:nvGrpSpPr>
        <p:grpSpPr>
          <a:xfrm>
            <a:off x="4129937" y="3996769"/>
            <a:ext cx="326536" cy="268454"/>
            <a:chOff x="6242450" y="3252800"/>
            <a:chExt cx="484475" cy="398300"/>
          </a:xfrm>
        </p:grpSpPr>
        <p:sp>
          <p:nvSpPr>
            <p:cNvPr id="8822" name="Google Shape;8822;p70"/>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23" name="Google Shape;8823;p70"/>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24" name="Google Shape;8824;p70"/>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25" name="Google Shape;8825;p70"/>
          <p:cNvGrpSpPr/>
          <p:nvPr/>
        </p:nvGrpSpPr>
        <p:grpSpPr>
          <a:xfrm>
            <a:off x="5061598" y="3126102"/>
            <a:ext cx="298978" cy="340168"/>
            <a:chOff x="922025" y="3804850"/>
            <a:chExt cx="424625" cy="483125"/>
          </a:xfrm>
        </p:grpSpPr>
        <p:sp>
          <p:nvSpPr>
            <p:cNvPr id="8826" name="Google Shape;8826;p70"/>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27" name="Google Shape;8827;p70"/>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28" name="Google Shape;8828;p70"/>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29" name="Google Shape;8829;p70"/>
          <p:cNvGrpSpPr/>
          <p:nvPr/>
        </p:nvGrpSpPr>
        <p:grpSpPr>
          <a:xfrm>
            <a:off x="5894327" y="3126102"/>
            <a:ext cx="312955" cy="340168"/>
            <a:chOff x="2100300" y="3804850"/>
            <a:chExt cx="444475" cy="483125"/>
          </a:xfrm>
        </p:grpSpPr>
        <p:sp>
          <p:nvSpPr>
            <p:cNvPr id="8830" name="Google Shape;8830;p70"/>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31" name="Google Shape;8831;p70"/>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32" name="Google Shape;8832;p70"/>
          <p:cNvGrpSpPr/>
          <p:nvPr/>
        </p:nvGrpSpPr>
        <p:grpSpPr>
          <a:xfrm>
            <a:off x="6317950" y="3126102"/>
            <a:ext cx="294261" cy="340168"/>
            <a:chOff x="2708700" y="3804850"/>
            <a:chExt cx="417925" cy="483125"/>
          </a:xfrm>
        </p:grpSpPr>
        <p:sp>
          <p:nvSpPr>
            <p:cNvPr id="8833" name="Google Shape;8833;p70"/>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34" name="Google Shape;8834;p70"/>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35" name="Google Shape;8835;p70"/>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36" name="Google Shape;8836;p70"/>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37" name="Google Shape;8837;p70"/>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38" name="Google Shape;8838;p70"/>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39" name="Google Shape;8839;p70"/>
          <p:cNvGrpSpPr/>
          <p:nvPr/>
        </p:nvGrpSpPr>
        <p:grpSpPr>
          <a:xfrm>
            <a:off x="7554825" y="3127378"/>
            <a:ext cx="331033" cy="337616"/>
            <a:chOff x="4467450" y="3808475"/>
            <a:chExt cx="470150" cy="479500"/>
          </a:xfrm>
        </p:grpSpPr>
        <p:sp>
          <p:nvSpPr>
            <p:cNvPr id="8840" name="Google Shape;8840;p70"/>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41" name="Google Shape;8841;p70"/>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42" name="Google Shape;8842;p70"/>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43" name="Google Shape;8843;p70"/>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44" name="Google Shape;8844;p70"/>
          <p:cNvGrpSpPr/>
          <p:nvPr/>
        </p:nvGrpSpPr>
        <p:grpSpPr>
          <a:xfrm>
            <a:off x="7975172" y="3126102"/>
            <a:ext cx="340186" cy="340168"/>
            <a:chOff x="5053900" y="3804850"/>
            <a:chExt cx="483150" cy="483125"/>
          </a:xfrm>
        </p:grpSpPr>
        <p:sp>
          <p:nvSpPr>
            <p:cNvPr id="8845" name="Google Shape;8845;p70"/>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46" name="Google Shape;8846;p70"/>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47" name="Google Shape;8847;p70"/>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48" name="Google Shape;8848;p70"/>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49" name="Google Shape;8849;p70"/>
          <p:cNvGrpSpPr/>
          <p:nvPr/>
        </p:nvGrpSpPr>
        <p:grpSpPr>
          <a:xfrm>
            <a:off x="6270890" y="3960912"/>
            <a:ext cx="340168" cy="340168"/>
            <a:chOff x="5648375" y="3804850"/>
            <a:chExt cx="483125" cy="483125"/>
          </a:xfrm>
        </p:grpSpPr>
        <p:sp>
          <p:nvSpPr>
            <p:cNvPr id="8850" name="Google Shape;8850;p70"/>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1" name="Google Shape;8851;p70"/>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2" name="Google Shape;8852;p70"/>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3" name="Google Shape;8853;p70"/>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54" name="Google Shape;8854;p70"/>
          <p:cNvGrpSpPr/>
          <p:nvPr/>
        </p:nvGrpSpPr>
        <p:grpSpPr>
          <a:xfrm>
            <a:off x="4560845" y="3973272"/>
            <a:ext cx="280923" cy="315449"/>
            <a:chOff x="6276025" y="3812400"/>
            <a:chExt cx="416800" cy="468025"/>
          </a:xfrm>
        </p:grpSpPr>
        <p:sp>
          <p:nvSpPr>
            <p:cNvPr id="8855" name="Google Shape;8855;p70"/>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6" name="Google Shape;8856;p70"/>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7" name="Google Shape;8857;p70"/>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8" name="Google Shape;8858;p70"/>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59" name="Google Shape;8859;p70"/>
          <p:cNvGrpSpPr/>
          <p:nvPr/>
        </p:nvGrpSpPr>
        <p:grpSpPr>
          <a:xfrm>
            <a:off x="5039779" y="3545089"/>
            <a:ext cx="342615" cy="340186"/>
            <a:chOff x="890400" y="4399350"/>
            <a:chExt cx="486600" cy="483150"/>
          </a:xfrm>
        </p:grpSpPr>
        <p:sp>
          <p:nvSpPr>
            <p:cNvPr id="8860" name="Google Shape;8860;p70"/>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61" name="Google Shape;8861;p70"/>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62" name="Google Shape;8862;p70"/>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63" name="Google Shape;8863;p70"/>
          <p:cNvGrpSpPr/>
          <p:nvPr/>
        </p:nvGrpSpPr>
        <p:grpSpPr>
          <a:xfrm>
            <a:off x="5474075" y="3560368"/>
            <a:ext cx="340168" cy="309628"/>
            <a:chOff x="1487200" y="4421025"/>
            <a:chExt cx="483125" cy="439750"/>
          </a:xfrm>
        </p:grpSpPr>
        <p:sp>
          <p:nvSpPr>
            <p:cNvPr id="8864" name="Google Shape;8864;p70"/>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65" name="Google Shape;8865;p70"/>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66" name="Google Shape;8866;p70"/>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67" name="Google Shape;8867;p70"/>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68" name="Google Shape;8868;p70"/>
          <p:cNvGrpSpPr/>
          <p:nvPr/>
        </p:nvGrpSpPr>
        <p:grpSpPr>
          <a:xfrm>
            <a:off x="5878353" y="3545107"/>
            <a:ext cx="344903" cy="340151"/>
            <a:chOff x="2079300" y="4399325"/>
            <a:chExt cx="489850" cy="483100"/>
          </a:xfrm>
        </p:grpSpPr>
        <p:sp>
          <p:nvSpPr>
            <p:cNvPr id="8869" name="Google Shape;8869;p70"/>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70" name="Google Shape;8870;p70"/>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71" name="Google Shape;8871;p70"/>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72" name="Google Shape;8872;p70"/>
          <p:cNvGrpSpPr/>
          <p:nvPr/>
        </p:nvGrpSpPr>
        <p:grpSpPr>
          <a:xfrm>
            <a:off x="6744925" y="3545107"/>
            <a:ext cx="276236" cy="340151"/>
            <a:chOff x="3316000" y="4399325"/>
            <a:chExt cx="392325" cy="483100"/>
          </a:xfrm>
        </p:grpSpPr>
        <p:sp>
          <p:nvSpPr>
            <p:cNvPr id="8873" name="Google Shape;8873;p70"/>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74" name="Google Shape;8874;p70"/>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75" name="Google Shape;8875;p70"/>
          <p:cNvGrpSpPr/>
          <p:nvPr/>
        </p:nvGrpSpPr>
        <p:grpSpPr>
          <a:xfrm>
            <a:off x="7169665" y="3545089"/>
            <a:ext cx="254022" cy="340186"/>
            <a:chOff x="3926225" y="4399275"/>
            <a:chExt cx="360775" cy="483150"/>
          </a:xfrm>
        </p:grpSpPr>
        <p:sp>
          <p:nvSpPr>
            <p:cNvPr id="8876" name="Google Shape;8876;p70"/>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77" name="Google Shape;8877;p70"/>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78" name="Google Shape;8878;p70"/>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79" name="Google Shape;8879;p70"/>
          <p:cNvGrpSpPr/>
          <p:nvPr/>
        </p:nvGrpSpPr>
        <p:grpSpPr>
          <a:xfrm>
            <a:off x="7975224" y="3545151"/>
            <a:ext cx="340080" cy="340063"/>
            <a:chOff x="5053975" y="4399375"/>
            <a:chExt cx="483000" cy="482975"/>
          </a:xfrm>
        </p:grpSpPr>
        <p:sp>
          <p:nvSpPr>
            <p:cNvPr id="8880" name="Google Shape;8880;p70"/>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1" name="Google Shape;8881;p70"/>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2" name="Google Shape;8882;p70"/>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83" name="Google Shape;8883;p70"/>
          <p:cNvGrpSpPr/>
          <p:nvPr/>
        </p:nvGrpSpPr>
        <p:grpSpPr>
          <a:xfrm>
            <a:off x="6715417" y="3960912"/>
            <a:ext cx="340168" cy="340168"/>
            <a:chOff x="5648375" y="4399300"/>
            <a:chExt cx="483125" cy="483125"/>
          </a:xfrm>
        </p:grpSpPr>
        <p:sp>
          <p:nvSpPr>
            <p:cNvPr id="8884" name="Google Shape;8884;p70"/>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5" name="Google Shape;8885;p70"/>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86" name="Google Shape;8886;p70"/>
          <p:cNvGrpSpPr/>
          <p:nvPr/>
        </p:nvGrpSpPr>
        <p:grpSpPr>
          <a:xfrm>
            <a:off x="4946140" y="3979624"/>
            <a:ext cx="330007" cy="302744"/>
            <a:chOff x="6239575" y="4416275"/>
            <a:chExt cx="489625" cy="449175"/>
          </a:xfrm>
        </p:grpSpPr>
        <p:sp>
          <p:nvSpPr>
            <p:cNvPr id="8887" name="Google Shape;8887;p70"/>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8" name="Google Shape;8888;p70"/>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9" name="Google Shape;8889;p70"/>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90" name="Google Shape;8890;p70"/>
          <p:cNvGrpSpPr/>
          <p:nvPr/>
        </p:nvGrpSpPr>
        <p:grpSpPr>
          <a:xfrm>
            <a:off x="2049419" y="3976879"/>
            <a:ext cx="308234" cy="308234"/>
            <a:chOff x="892750" y="4993750"/>
            <a:chExt cx="483125" cy="483125"/>
          </a:xfrm>
        </p:grpSpPr>
        <p:sp>
          <p:nvSpPr>
            <p:cNvPr id="8891" name="Google Shape;8891;p70"/>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92" name="Google Shape;8892;p70"/>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93" name="Google Shape;8893;p70"/>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94" name="Google Shape;8894;p70"/>
          <p:cNvGrpSpPr/>
          <p:nvPr/>
        </p:nvGrpSpPr>
        <p:grpSpPr>
          <a:xfrm>
            <a:off x="853427" y="3984006"/>
            <a:ext cx="293982" cy="293982"/>
            <a:chOff x="2676100" y="4993750"/>
            <a:chExt cx="483125" cy="483125"/>
          </a:xfrm>
        </p:grpSpPr>
        <p:sp>
          <p:nvSpPr>
            <p:cNvPr id="8895" name="Google Shape;8895;p70"/>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96" name="Google Shape;8896;p70"/>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97" name="Google Shape;8897;p70"/>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98" name="Google Shape;8898;p70"/>
          <p:cNvGrpSpPr/>
          <p:nvPr/>
        </p:nvGrpSpPr>
        <p:grpSpPr>
          <a:xfrm>
            <a:off x="3287244" y="3976879"/>
            <a:ext cx="308234" cy="308234"/>
            <a:chOff x="3270550" y="4993750"/>
            <a:chExt cx="483125" cy="483125"/>
          </a:xfrm>
        </p:grpSpPr>
        <p:sp>
          <p:nvSpPr>
            <p:cNvPr id="8899" name="Google Shape;8899;p70"/>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00" name="Google Shape;8900;p70"/>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01" name="Google Shape;8901;p70"/>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02" name="Google Shape;8902;p70"/>
          <p:cNvGrpSpPr/>
          <p:nvPr/>
        </p:nvGrpSpPr>
        <p:grpSpPr>
          <a:xfrm>
            <a:off x="1271279" y="3983960"/>
            <a:ext cx="293997" cy="294073"/>
            <a:chOff x="4459450" y="4993700"/>
            <a:chExt cx="483150" cy="483275"/>
          </a:xfrm>
        </p:grpSpPr>
        <p:sp>
          <p:nvSpPr>
            <p:cNvPr id="8903" name="Google Shape;8903;p70"/>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04" name="Google Shape;8904;p70"/>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05" name="Google Shape;8905;p70"/>
          <p:cNvGrpSpPr/>
          <p:nvPr/>
        </p:nvGrpSpPr>
        <p:grpSpPr>
          <a:xfrm>
            <a:off x="2462028" y="3976879"/>
            <a:ext cx="308234" cy="308234"/>
            <a:chOff x="1487200" y="4993750"/>
            <a:chExt cx="483125" cy="483125"/>
          </a:xfrm>
        </p:grpSpPr>
        <p:sp>
          <p:nvSpPr>
            <p:cNvPr id="8906" name="Google Shape;8906;p70"/>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07" name="Google Shape;8907;p70"/>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08" name="Google Shape;8908;p70"/>
          <p:cNvGrpSpPr/>
          <p:nvPr/>
        </p:nvGrpSpPr>
        <p:grpSpPr>
          <a:xfrm>
            <a:off x="2874638" y="3976879"/>
            <a:ext cx="308234" cy="308234"/>
            <a:chOff x="2081650" y="4993750"/>
            <a:chExt cx="483125" cy="483125"/>
          </a:xfrm>
        </p:grpSpPr>
        <p:sp>
          <p:nvSpPr>
            <p:cNvPr id="8909" name="Google Shape;8909;p70"/>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10" name="Google Shape;8910;p70"/>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11" name="Google Shape;8911;p70"/>
          <p:cNvGrpSpPr/>
          <p:nvPr/>
        </p:nvGrpSpPr>
        <p:grpSpPr>
          <a:xfrm>
            <a:off x="1651280" y="3983960"/>
            <a:ext cx="293997" cy="294073"/>
            <a:chOff x="5053900" y="4993700"/>
            <a:chExt cx="483150" cy="483275"/>
          </a:xfrm>
        </p:grpSpPr>
        <p:sp>
          <p:nvSpPr>
            <p:cNvPr id="8912" name="Google Shape;8912;p70"/>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13" name="Google Shape;8913;p70"/>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914" name="Google Shape;8914;p70"/>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8915" name="Google Shape;8915;p70"/>
          <p:cNvGrpSpPr/>
          <p:nvPr/>
        </p:nvGrpSpPr>
        <p:grpSpPr>
          <a:xfrm>
            <a:off x="7159962" y="3960299"/>
            <a:ext cx="195401" cy="341395"/>
            <a:chOff x="1426400" y="1814750"/>
            <a:chExt cx="407850" cy="712575"/>
          </a:xfrm>
        </p:grpSpPr>
        <p:sp>
          <p:nvSpPr>
            <p:cNvPr id="8916" name="Google Shape;8916;p70"/>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0"/>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0"/>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70"/>
          <p:cNvGrpSpPr/>
          <p:nvPr/>
        </p:nvGrpSpPr>
        <p:grpSpPr>
          <a:xfrm>
            <a:off x="7494377" y="3991261"/>
            <a:ext cx="279423" cy="279471"/>
            <a:chOff x="1910075" y="2021700"/>
            <a:chExt cx="583225" cy="583325"/>
          </a:xfrm>
        </p:grpSpPr>
        <p:sp>
          <p:nvSpPr>
            <p:cNvPr id="8920" name="Google Shape;8920;p70"/>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0"/>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0"/>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3" name="Google Shape;8923;p70"/>
          <p:cNvGrpSpPr/>
          <p:nvPr/>
        </p:nvGrpSpPr>
        <p:grpSpPr>
          <a:xfrm>
            <a:off x="7912814" y="4026678"/>
            <a:ext cx="392874" cy="208636"/>
            <a:chOff x="2749275" y="2099575"/>
            <a:chExt cx="820025" cy="435475"/>
          </a:xfrm>
        </p:grpSpPr>
        <p:sp>
          <p:nvSpPr>
            <p:cNvPr id="8924" name="Google Shape;8924;p70"/>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0"/>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0"/>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0"/>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31"/>
        <p:cNvGrpSpPr/>
        <p:nvPr/>
      </p:nvGrpSpPr>
      <p:grpSpPr>
        <a:xfrm>
          <a:off x="0" y="0"/>
          <a:ext cx="0" cy="0"/>
          <a:chOff x="0" y="0"/>
          <a:chExt cx="0" cy="0"/>
        </a:xfrm>
      </p:grpSpPr>
      <p:sp>
        <p:nvSpPr>
          <p:cNvPr id="8932" name="Google Shape;8932;p71"/>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1"/>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1"/>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5" name="Google Shape;8935;p71"/>
          <p:cNvGrpSpPr/>
          <p:nvPr/>
        </p:nvGrpSpPr>
        <p:grpSpPr>
          <a:xfrm>
            <a:off x="2987728" y="1340982"/>
            <a:ext cx="371882" cy="373766"/>
            <a:chOff x="-41270450" y="1973375"/>
            <a:chExt cx="315850" cy="317450"/>
          </a:xfrm>
        </p:grpSpPr>
        <p:sp>
          <p:nvSpPr>
            <p:cNvPr id="8936" name="Google Shape;8936;p71"/>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1"/>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1"/>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1"/>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0" name="Google Shape;8940;p71"/>
          <p:cNvGrpSpPr/>
          <p:nvPr/>
        </p:nvGrpSpPr>
        <p:grpSpPr>
          <a:xfrm>
            <a:off x="3005407" y="1787939"/>
            <a:ext cx="395871" cy="372088"/>
            <a:chOff x="-41291625" y="2339025"/>
            <a:chExt cx="336225" cy="316025"/>
          </a:xfrm>
        </p:grpSpPr>
        <p:sp>
          <p:nvSpPr>
            <p:cNvPr id="8941" name="Google Shape;8941;p71"/>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1"/>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43" name="Google Shape;8943;p71"/>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1"/>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1"/>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1"/>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1"/>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1"/>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9" name="Google Shape;8949;p71"/>
          <p:cNvGrpSpPr/>
          <p:nvPr/>
        </p:nvGrpSpPr>
        <p:grpSpPr>
          <a:xfrm>
            <a:off x="1229534" y="1312990"/>
            <a:ext cx="396931" cy="373147"/>
            <a:chOff x="-42804750" y="1949600"/>
            <a:chExt cx="337125" cy="316925"/>
          </a:xfrm>
        </p:grpSpPr>
        <p:sp>
          <p:nvSpPr>
            <p:cNvPr id="8950" name="Google Shape;8950;p71"/>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1"/>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1"/>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3" name="Google Shape;8953;p71"/>
          <p:cNvGrpSpPr/>
          <p:nvPr/>
        </p:nvGrpSpPr>
        <p:grpSpPr>
          <a:xfrm>
            <a:off x="1292211" y="1765686"/>
            <a:ext cx="335706" cy="364258"/>
            <a:chOff x="-42778750" y="2320125"/>
            <a:chExt cx="285125" cy="309375"/>
          </a:xfrm>
        </p:grpSpPr>
        <p:sp>
          <p:nvSpPr>
            <p:cNvPr id="8954" name="Google Shape;8954;p71"/>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1"/>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6" name="Google Shape;8956;p71"/>
          <p:cNvGrpSpPr/>
          <p:nvPr/>
        </p:nvGrpSpPr>
        <p:grpSpPr>
          <a:xfrm>
            <a:off x="1269879" y="2212691"/>
            <a:ext cx="375591" cy="374678"/>
            <a:chOff x="-42796875" y="2680675"/>
            <a:chExt cx="319000" cy="318225"/>
          </a:xfrm>
        </p:grpSpPr>
        <p:sp>
          <p:nvSpPr>
            <p:cNvPr id="8957" name="Google Shape;8957;p71"/>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1"/>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1"/>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1"/>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1"/>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2" name="Google Shape;8962;p71"/>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1"/>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1"/>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1"/>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66" name="Google Shape;8966;p71"/>
          <p:cNvGrpSpPr/>
          <p:nvPr/>
        </p:nvGrpSpPr>
        <p:grpSpPr>
          <a:xfrm>
            <a:off x="2168150" y="3090966"/>
            <a:ext cx="390426" cy="369586"/>
            <a:chOff x="-39055650" y="2315975"/>
            <a:chExt cx="331600" cy="313900"/>
          </a:xfrm>
        </p:grpSpPr>
        <p:sp>
          <p:nvSpPr>
            <p:cNvPr id="8967" name="Google Shape;8967;p71"/>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1"/>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9" name="Google Shape;8969;p71"/>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1"/>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71" name="Google Shape;8971;p71"/>
          <p:cNvGrpSpPr/>
          <p:nvPr/>
        </p:nvGrpSpPr>
        <p:grpSpPr>
          <a:xfrm>
            <a:off x="1659816" y="1313166"/>
            <a:ext cx="380241" cy="371793"/>
            <a:chOff x="-42430625" y="1949750"/>
            <a:chExt cx="322950" cy="315775"/>
          </a:xfrm>
        </p:grpSpPr>
        <p:sp>
          <p:nvSpPr>
            <p:cNvPr id="8972" name="Google Shape;8972;p71"/>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1"/>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1"/>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1"/>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6" name="Google Shape;8976;p71"/>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1"/>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1"/>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1"/>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1"/>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1"/>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2" name="Google Shape;8982;p71"/>
          <p:cNvGrpSpPr/>
          <p:nvPr/>
        </p:nvGrpSpPr>
        <p:grpSpPr>
          <a:xfrm>
            <a:off x="2623344" y="3089112"/>
            <a:ext cx="372824" cy="372058"/>
            <a:chOff x="-38686275" y="2314400"/>
            <a:chExt cx="316650" cy="316000"/>
          </a:xfrm>
        </p:grpSpPr>
        <p:sp>
          <p:nvSpPr>
            <p:cNvPr id="8983" name="Google Shape;8983;p71"/>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1"/>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5" name="Google Shape;8985;p71"/>
          <p:cNvGrpSpPr/>
          <p:nvPr/>
        </p:nvGrpSpPr>
        <p:grpSpPr>
          <a:xfrm>
            <a:off x="2621946" y="3581152"/>
            <a:ext cx="375620" cy="373736"/>
            <a:chOff x="-38686275" y="2682250"/>
            <a:chExt cx="319025" cy="317425"/>
          </a:xfrm>
        </p:grpSpPr>
        <p:sp>
          <p:nvSpPr>
            <p:cNvPr id="8986" name="Google Shape;8986;p71"/>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1"/>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8" name="Google Shape;8988;p71"/>
          <p:cNvGrpSpPr/>
          <p:nvPr/>
        </p:nvGrpSpPr>
        <p:grpSpPr>
          <a:xfrm>
            <a:off x="3940328" y="3579695"/>
            <a:ext cx="391368" cy="376650"/>
            <a:chOff x="-37534750" y="2668075"/>
            <a:chExt cx="332400" cy="319900"/>
          </a:xfrm>
        </p:grpSpPr>
        <p:sp>
          <p:nvSpPr>
            <p:cNvPr id="8989" name="Google Shape;8989;p71"/>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1"/>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91" name="Google Shape;8991;p71"/>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2" name="Google Shape;8992;p71"/>
          <p:cNvGrpSpPr/>
          <p:nvPr/>
        </p:nvGrpSpPr>
        <p:grpSpPr>
          <a:xfrm>
            <a:off x="2131694" y="1760829"/>
            <a:ext cx="375591" cy="374060"/>
            <a:chOff x="-42062025" y="2316000"/>
            <a:chExt cx="319000" cy="317700"/>
          </a:xfrm>
        </p:grpSpPr>
        <p:sp>
          <p:nvSpPr>
            <p:cNvPr id="8993" name="Google Shape;8993;p71"/>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1"/>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95" name="Google Shape;8995;p71"/>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6" name="Google Shape;8996;p71"/>
          <p:cNvGrpSpPr/>
          <p:nvPr/>
        </p:nvGrpSpPr>
        <p:grpSpPr>
          <a:xfrm>
            <a:off x="876569" y="2671933"/>
            <a:ext cx="330143" cy="368173"/>
            <a:chOff x="-40150450" y="1977325"/>
            <a:chExt cx="280400" cy="312700"/>
          </a:xfrm>
        </p:grpSpPr>
        <p:sp>
          <p:nvSpPr>
            <p:cNvPr id="8997" name="Google Shape;8997;p71"/>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1"/>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1"/>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1"/>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1" name="Google Shape;9001;p71"/>
          <p:cNvGrpSpPr/>
          <p:nvPr/>
        </p:nvGrpSpPr>
        <p:grpSpPr>
          <a:xfrm>
            <a:off x="870534" y="3131151"/>
            <a:ext cx="342211" cy="372824"/>
            <a:chOff x="-40160700" y="2339625"/>
            <a:chExt cx="290650" cy="316650"/>
          </a:xfrm>
        </p:grpSpPr>
        <p:sp>
          <p:nvSpPr>
            <p:cNvPr id="9002" name="Google Shape;9002;p71"/>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1"/>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1"/>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1"/>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6" name="Google Shape;9006;p71"/>
          <p:cNvGrpSpPr/>
          <p:nvPr/>
        </p:nvGrpSpPr>
        <p:grpSpPr>
          <a:xfrm>
            <a:off x="852359" y="3581608"/>
            <a:ext cx="375591" cy="372824"/>
            <a:chOff x="-40171725" y="2705875"/>
            <a:chExt cx="319000" cy="316650"/>
          </a:xfrm>
        </p:grpSpPr>
        <p:sp>
          <p:nvSpPr>
            <p:cNvPr id="9007" name="Google Shape;9007;p71"/>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1"/>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71"/>
          <p:cNvGrpSpPr/>
          <p:nvPr/>
        </p:nvGrpSpPr>
        <p:grpSpPr>
          <a:xfrm>
            <a:off x="3109957" y="2656064"/>
            <a:ext cx="272686" cy="373766"/>
            <a:chOff x="-38275925" y="1946600"/>
            <a:chExt cx="231600" cy="317450"/>
          </a:xfrm>
        </p:grpSpPr>
        <p:sp>
          <p:nvSpPr>
            <p:cNvPr id="9010" name="Google Shape;9010;p71"/>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1"/>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2" name="Google Shape;9012;p71"/>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1"/>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4" name="Google Shape;9014;p71"/>
          <p:cNvGrpSpPr/>
          <p:nvPr/>
        </p:nvGrpSpPr>
        <p:grpSpPr>
          <a:xfrm>
            <a:off x="2173841" y="4053505"/>
            <a:ext cx="382096" cy="371911"/>
            <a:chOff x="-37190575" y="1951325"/>
            <a:chExt cx="324525" cy="315875"/>
          </a:xfrm>
        </p:grpSpPr>
        <p:sp>
          <p:nvSpPr>
            <p:cNvPr id="9015" name="Google Shape;9015;p71"/>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71"/>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71"/>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1"/>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1"/>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20" name="Google Shape;9020;p71"/>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1" name="Google Shape;9021;p71"/>
          <p:cNvGrpSpPr/>
          <p:nvPr/>
        </p:nvGrpSpPr>
        <p:grpSpPr>
          <a:xfrm>
            <a:off x="2574144" y="1839656"/>
            <a:ext cx="373736" cy="293055"/>
            <a:chOff x="-41694200" y="2382950"/>
            <a:chExt cx="317425" cy="248900"/>
          </a:xfrm>
        </p:grpSpPr>
        <p:sp>
          <p:nvSpPr>
            <p:cNvPr id="9022" name="Google Shape;9022;p71"/>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1"/>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4" name="Google Shape;9024;p71"/>
          <p:cNvGrpSpPr/>
          <p:nvPr/>
        </p:nvGrpSpPr>
        <p:grpSpPr>
          <a:xfrm>
            <a:off x="2570967" y="2192964"/>
            <a:ext cx="375591" cy="373766"/>
            <a:chOff x="-41695775" y="2683025"/>
            <a:chExt cx="319000" cy="317450"/>
          </a:xfrm>
        </p:grpSpPr>
        <p:sp>
          <p:nvSpPr>
            <p:cNvPr id="9025" name="Google Shape;9025;p71"/>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1"/>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1"/>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8" name="Google Shape;9028;p71"/>
          <p:cNvGrpSpPr/>
          <p:nvPr/>
        </p:nvGrpSpPr>
        <p:grpSpPr>
          <a:xfrm>
            <a:off x="1313266" y="2685734"/>
            <a:ext cx="342211" cy="375620"/>
            <a:chOff x="-39792875" y="1971800"/>
            <a:chExt cx="290650" cy="319025"/>
          </a:xfrm>
        </p:grpSpPr>
        <p:sp>
          <p:nvSpPr>
            <p:cNvPr id="9029" name="Google Shape;9029;p71"/>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1"/>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1" name="Google Shape;9031;p71"/>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2" name="Google Shape;9032;p71"/>
          <p:cNvGrpSpPr/>
          <p:nvPr/>
        </p:nvGrpSpPr>
        <p:grpSpPr>
          <a:xfrm>
            <a:off x="3490328" y="2657918"/>
            <a:ext cx="383950" cy="372618"/>
            <a:chOff x="-37956150" y="1948175"/>
            <a:chExt cx="326100" cy="316475"/>
          </a:xfrm>
        </p:grpSpPr>
        <p:sp>
          <p:nvSpPr>
            <p:cNvPr id="9033" name="Google Shape;9033;p71"/>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1"/>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1"/>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6" name="Google Shape;9036;p71"/>
          <p:cNvGrpSpPr/>
          <p:nvPr/>
        </p:nvGrpSpPr>
        <p:grpSpPr>
          <a:xfrm>
            <a:off x="1323705" y="3133960"/>
            <a:ext cx="324609" cy="374825"/>
            <a:chOff x="-39783425" y="2337925"/>
            <a:chExt cx="275700" cy="318350"/>
          </a:xfrm>
        </p:grpSpPr>
        <p:sp>
          <p:nvSpPr>
            <p:cNvPr id="9037" name="Google Shape;9037;p71"/>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1"/>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71"/>
          <p:cNvGrpSpPr/>
          <p:nvPr/>
        </p:nvGrpSpPr>
        <p:grpSpPr>
          <a:xfrm>
            <a:off x="3497847" y="3165172"/>
            <a:ext cx="375620" cy="243015"/>
            <a:chOff x="-37953000" y="2379000"/>
            <a:chExt cx="319025" cy="206400"/>
          </a:xfrm>
        </p:grpSpPr>
        <p:sp>
          <p:nvSpPr>
            <p:cNvPr id="9040" name="Google Shape;9040;p71"/>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1"/>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1"/>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1"/>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1"/>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5" name="Google Shape;9045;p71"/>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1"/>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1"/>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048" name="Google Shape;9048;p71"/>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049" name="Google Shape;9049;p71"/>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0" name="Google Shape;9050;p71"/>
          <p:cNvGrpSpPr/>
          <p:nvPr/>
        </p:nvGrpSpPr>
        <p:grpSpPr>
          <a:xfrm>
            <a:off x="4855594" y="1782519"/>
            <a:ext cx="354107" cy="355063"/>
            <a:chOff x="-28467625" y="2331750"/>
            <a:chExt cx="296150" cy="296950"/>
          </a:xfrm>
        </p:grpSpPr>
        <p:sp>
          <p:nvSpPr>
            <p:cNvPr id="9051" name="Google Shape;9051;p71"/>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1"/>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3" name="Google Shape;9053;p71"/>
          <p:cNvGrpSpPr/>
          <p:nvPr/>
        </p:nvGrpSpPr>
        <p:grpSpPr>
          <a:xfrm>
            <a:off x="4869719" y="2225601"/>
            <a:ext cx="325858" cy="351327"/>
            <a:chOff x="-28461325" y="2701925"/>
            <a:chExt cx="272525" cy="293825"/>
          </a:xfrm>
        </p:grpSpPr>
        <p:sp>
          <p:nvSpPr>
            <p:cNvPr id="9054" name="Google Shape;9054;p71"/>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1"/>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1"/>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7" name="Google Shape;9057;p71"/>
          <p:cNvGrpSpPr/>
          <p:nvPr/>
        </p:nvGrpSpPr>
        <p:grpSpPr>
          <a:xfrm>
            <a:off x="7093910" y="1399238"/>
            <a:ext cx="354107" cy="226974"/>
            <a:chOff x="-26585200" y="2025375"/>
            <a:chExt cx="296150" cy="189825"/>
          </a:xfrm>
        </p:grpSpPr>
        <p:sp>
          <p:nvSpPr>
            <p:cNvPr id="9058" name="Google Shape;9058;p71"/>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1"/>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1"/>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1"/>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1"/>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71"/>
          <p:cNvGrpSpPr/>
          <p:nvPr/>
        </p:nvGrpSpPr>
        <p:grpSpPr>
          <a:xfrm>
            <a:off x="7094373" y="1783461"/>
            <a:ext cx="353180" cy="353180"/>
            <a:chOff x="-26584425" y="2340425"/>
            <a:chExt cx="295375" cy="295375"/>
          </a:xfrm>
        </p:grpSpPr>
        <p:sp>
          <p:nvSpPr>
            <p:cNvPr id="9064" name="Google Shape;9064;p71"/>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1"/>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1"/>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1"/>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1"/>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71"/>
          <p:cNvGrpSpPr/>
          <p:nvPr/>
        </p:nvGrpSpPr>
        <p:grpSpPr>
          <a:xfrm>
            <a:off x="7089202" y="2224555"/>
            <a:ext cx="363523" cy="353419"/>
            <a:chOff x="-26585200" y="2710400"/>
            <a:chExt cx="304025" cy="295575"/>
          </a:xfrm>
        </p:grpSpPr>
        <p:sp>
          <p:nvSpPr>
            <p:cNvPr id="9070" name="Google Shape;9070;p71"/>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1"/>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1"/>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1"/>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1"/>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1"/>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1"/>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1"/>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1"/>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1"/>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1"/>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1"/>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2" name="Google Shape;9082;p71"/>
          <p:cNvGrpSpPr/>
          <p:nvPr/>
        </p:nvGrpSpPr>
        <p:grpSpPr>
          <a:xfrm>
            <a:off x="5744337" y="2666033"/>
            <a:ext cx="354136" cy="353210"/>
            <a:chOff x="-24709875" y="1970225"/>
            <a:chExt cx="296175" cy="295400"/>
          </a:xfrm>
        </p:grpSpPr>
        <p:sp>
          <p:nvSpPr>
            <p:cNvPr id="9083" name="Google Shape;9083;p71"/>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1"/>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5" name="Google Shape;9085;p71"/>
          <p:cNvGrpSpPr/>
          <p:nvPr/>
        </p:nvGrpSpPr>
        <p:grpSpPr>
          <a:xfrm>
            <a:off x="5776352" y="3112911"/>
            <a:ext cx="290107" cy="354107"/>
            <a:chOff x="-24683100" y="2340425"/>
            <a:chExt cx="242625" cy="296150"/>
          </a:xfrm>
        </p:grpSpPr>
        <p:sp>
          <p:nvSpPr>
            <p:cNvPr id="9086" name="Google Shape;9086;p71"/>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1"/>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1"/>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1"/>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0" name="Google Shape;9090;p71"/>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1" name="Google Shape;9091;p71"/>
          <p:cNvGrpSpPr/>
          <p:nvPr/>
        </p:nvGrpSpPr>
        <p:grpSpPr>
          <a:xfrm>
            <a:off x="7982594" y="2666033"/>
            <a:ext cx="360713" cy="353210"/>
            <a:chOff x="-22881800" y="1971800"/>
            <a:chExt cx="301675" cy="295400"/>
          </a:xfrm>
        </p:grpSpPr>
        <p:sp>
          <p:nvSpPr>
            <p:cNvPr id="9092" name="Google Shape;9092;p71"/>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1"/>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1"/>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1"/>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1"/>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1"/>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8" name="Google Shape;9098;p71"/>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1"/>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0" name="Google Shape;9100;p71"/>
          <p:cNvGrpSpPr/>
          <p:nvPr/>
        </p:nvGrpSpPr>
        <p:grpSpPr>
          <a:xfrm>
            <a:off x="5358939" y="2224196"/>
            <a:ext cx="227930" cy="354136"/>
            <a:chOff x="-28043900" y="2701925"/>
            <a:chExt cx="190625" cy="296175"/>
          </a:xfrm>
        </p:grpSpPr>
        <p:sp>
          <p:nvSpPr>
            <p:cNvPr id="9101" name="Google Shape;9101;p71"/>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1"/>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1"/>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1"/>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1"/>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6" name="Google Shape;9106;p71"/>
          <p:cNvGrpSpPr/>
          <p:nvPr/>
        </p:nvGrpSpPr>
        <p:grpSpPr>
          <a:xfrm>
            <a:off x="7531805" y="1336135"/>
            <a:ext cx="354136" cy="353180"/>
            <a:chOff x="-26215025" y="1971025"/>
            <a:chExt cx="296175" cy="295375"/>
          </a:xfrm>
        </p:grpSpPr>
        <p:sp>
          <p:nvSpPr>
            <p:cNvPr id="9107" name="Google Shape;9107;p71"/>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1"/>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1"/>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1"/>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1"/>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1"/>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1"/>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1"/>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5" name="Google Shape;9115;p71"/>
          <p:cNvGrpSpPr/>
          <p:nvPr/>
        </p:nvGrpSpPr>
        <p:grpSpPr>
          <a:xfrm>
            <a:off x="7531327" y="1783924"/>
            <a:ext cx="355093" cy="352253"/>
            <a:chOff x="-26215825" y="2341200"/>
            <a:chExt cx="296975" cy="294600"/>
          </a:xfrm>
        </p:grpSpPr>
        <p:sp>
          <p:nvSpPr>
            <p:cNvPr id="9116" name="Google Shape;9116;p71"/>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1"/>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71"/>
          <p:cNvGrpSpPr/>
          <p:nvPr/>
        </p:nvGrpSpPr>
        <p:grpSpPr>
          <a:xfrm>
            <a:off x="7563357" y="2224674"/>
            <a:ext cx="291033" cy="353180"/>
            <a:chOff x="-26179575" y="2710600"/>
            <a:chExt cx="243400" cy="295375"/>
          </a:xfrm>
        </p:grpSpPr>
        <p:sp>
          <p:nvSpPr>
            <p:cNvPr id="9119" name="Google Shape;9119;p71"/>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1"/>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1"/>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2" name="Google Shape;9122;p71"/>
          <p:cNvGrpSpPr/>
          <p:nvPr/>
        </p:nvGrpSpPr>
        <p:grpSpPr>
          <a:xfrm>
            <a:off x="6202417" y="2666048"/>
            <a:ext cx="337187" cy="353180"/>
            <a:chOff x="-24328675" y="1971025"/>
            <a:chExt cx="282000" cy="295375"/>
          </a:xfrm>
        </p:grpSpPr>
        <p:sp>
          <p:nvSpPr>
            <p:cNvPr id="9123" name="Google Shape;9123;p71"/>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1"/>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5" name="Google Shape;9125;p71"/>
          <p:cNvGrpSpPr/>
          <p:nvPr/>
        </p:nvGrpSpPr>
        <p:grpSpPr>
          <a:xfrm>
            <a:off x="6204778" y="3113374"/>
            <a:ext cx="332464" cy="353180"/>
            <a:chOff x="-24330250" y="2340425"/>
            <a:chExt cx="278050" cy="295375"/>
          </a:xfrm>
        </p:grpSpPr>
        <p:sp>
          <p:nvSpPr>
            <p:cNvPr id="9126" name="Google Shape;9126;p71"/>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1"/>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1"/>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1"/>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1"/>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1"/>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1"/>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71"/>
          <p:cNvGrpSpPr/>
          <p:nvPr/>
        </p:nvGrpSpPr>
        <p:grpSpPr>
          <a:xfrm>
            <a:off x="6194420" y="3554587"/>
            <a:ext cx="353180" cy="353180"/>
            <a:chOff x="-24338900" y="2710600"/>
            <a:chExt cx="295375" cy="295375"/>
          </a:xfrm>
        </p:grpSpPr>
        <p:sp>
          <p:nvSpPr>
            <p:cNvPr id="9134" name="Google Shape;9134;p71"/>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71"/>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71"/>
          <p:cNvGrpSpPr/>
          <p:nvPr/>
        </p:nvGrpSpPr>
        <p:grpSpPr>
          <a:xfrm>
            <a:off x="7985419" y="3113972"/>
            <a:ext cx="355063" cy="351984"/>
            <a:chOff x="-22859750" y="2335900"/>
            <a:chExt cx="296950" cy="294375"/>
          </a:xfrm>
        </p:grpSpPr>
        <p:sp>
          <p:nvSpPr>
            <p:cNvPr id="9137" name="Google Shape;9137;p71"/>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1"/>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1"/>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0" name="Google Shape;9140;p71"/>
          <p:cNvGrpSpPr/>
          <p:nvPr/>
        </p:nvGrpSpPr>
        <p:grpSpPr>
          <a:xfrm>
            <a:off x="5764767" y="1336120"/>
            <a:ext cx="311749" cy="353210"/>
            <a:chOff x="-27710725" y="1959200"/>
            <a:chExt cx="260725" cy="295400"/>
          </a:xfrm>
        </p:grpSpPr>
        <p:sp>
          <p:nvSpPr>
            <p:cNvPr id="9141" name="Google Shape;9141;p71"/>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1"/>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71"/>
          <p:cNvGrpSpPr/>
          <p:nvPr/>
        </p:nvGrpSpPr>
        <p:grpSpPr>
          <a:xfrm>
            <a:off x="5742631" y="1844666"/>
            <a:ext cx="356020" cy="230770"/>
            <a:chOff x="-27728850" y="2382950"/>
            <a:chExt cx="297750" cy="193000"/>
          </a:xfrm>
        </p:grpSpPr>
        <p:sp>
          <p:nvSpPr>
            <p:cNvPr id="9144" name="Google Shape;9144;p71"/>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1"/>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1"/>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7" name="Google Shape;9147;p71"/>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1"/>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9" name="Google Shape;9149;p71"/>
          <p:cNvGrpSpPr/>
          <p:nvPr/>
        </p:nvGrpSpPr>
        <p:grpSpPr>
          <a:xfrm>
            <a:off x="7973975" y="1792877"/>
            <a:ext cx="354136" cy="334348"/>
            <a:chOff x="-25844850" y="2357750"/>
            <a:chExt cx="296175" cy="279625"/>
          </a:xfrm>
        </p:grpSpPr>
        <p:sp>
          <p:nvSpPr>
            <p:cNvPr id="9150" name="Google Shape;9150;p71"/>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1"/>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1"/>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1"/>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1"/>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1"/>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56" name="Google Shape;9156;p71"/>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57" name="Google Shape;9157;p71"/>
          <p:cNvGrpSpPr/>
          <p:nvPr/>
        </p:nvGrpSpPr>
        <p:grpSpPr>
          <a:xfrm>
            <a:off x="6702883" y="2666033"/>
            <a:ext cx="228887" cy="353210"/>
            <a:chOff x="-23917525" y="1970225"/>
            <a:chExt cx="191425" cy="295400"/>
          </a:xfrm>
        </p:grpSpPr>
        <p:sp>
          <p:nvSpPr>
            <p:cNvPr id="9158" name="Google Shape;9158;p71"/>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1"/>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1"/>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1" name="Google Shape;9161;p71"/>
          <p:cNvGrpSpPr/>
          <p:nvPr/>
        </p:nvGrpSpPr>
        <p:grpSpPr>
          <a:xfrm>
            <a:off x="6658164" y="3112911"/>
            <a:ext cx="318325" cy="354107"/>
            <a:chOff x="-23952175" y="2340425"/>
            <a:chExt cx="266225" cy="296150"/>
          </a:xfrm>
        </p:grpSpPr>
        <p:sp>
          <p:nvSpPr>
            <p:cNvPr id="9162" name="Google Shape;9162;p71"/>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1"/>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64" name="Google Shape;9164;p71"/>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65" name="Google Shape;9165;p71"/>
          <p:cNvGrpSpPr/>
          <p:nvPr/>
        </p:nvGrpSpPr>
        <p:grpSpPr>
          <a:xfrm>
            <a:off x="8043336" y="3553167"/>
            <a:ext cx="239230" cy="356020"/>
            <a:chOff x="-22811700" y="2700350"/>
            <a:chExt cx="200075" cy="297750"/>
          </a:xfrm>
        </p:grpSpPr>
        <p:sp>
          <p:nvSpPr>
            <p:cNvPr id="9166" name="Google Shape;9166;p71"/>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1"/>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1"/>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9" name="Google Shape;9169;p71"/>
          <p:cNvGrpSpPr/>
          <p:nvPr/>
        </p:nvGrpSpPr>
        <p:grpSpPr>
          <a:xfrm>
            <a:off x="6191787" y="1335656"/>
            <a:ext cx="355063" cy="354136"/>
            <a:chOff x="-27358650" y="1961575"/>
            <a:chExt cx="296950" cy="296175"/>
          </a:xfrm>
        </p:grpSpPr>
        <p:sp>
          <p:nvSpPr>
            <p:cNvPr id="9170" name="Google Shape;9170;p71"/>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1"/>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2" name="Google Shape;9172;p71"/>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1"/>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74" name="Google Shape;9174;p71"/>
          <p:cNvGrpSpPr/>
          <p:nvPr/>
        </p:nvGrpSpPr>
        <p:grpSpPr>
          <a:xfrm>
            <a:off x="7090357" y="2666048"/>
            <a:ext cx="354136" cy="353180"/>
            <a:chOff x="-23599325" y="1971025"/>
            <a:chExt cx="296175" cy="295375"/>
          </a:xfrm>
        </p:grpSpPr>
        <p:sp>
          <p:nvSpPr>
            <p:cNvPr id="9175" name="Google Shape;9175;p71"/>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1"/>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7" name="Google Shape;9177;p71"/>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1"/>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1"/>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0" name="Google Shape;9180;p71"/>
          <p:cNvGrpSpPr/>
          <p:nvPr/>
        </p:nvGrpSpPr>
        <p:grpSpPr>
          <a:xfrm>
            <a:off x="6634801" y="1335776"/>
            <a:ext cx="360713" cy="353897"/>
            <a:chOff x="-26993200" y="1961775"/>
            <a:chExt cx="301675" cy="295975"/>
          </a:xfrm>
        </p:grpSpPr>
        <p:sp>
          <p:nvSpPr>
            <p:cNvPr id="9181" name="Google Shape;9181;p71"/>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1"/>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1"/>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4" name="Google Shape;9184;p71"/>
          <p:cNvGrpSpPr/>
          <p:nvPr/>
        </p:nvGrpSpPr>
        <p:grpSpPr>
          <a:xfrm>
            <a:off x="6659761" y="1783461"/>
            <a:ext cx="310792" cy="353180"/>
            <a:chOff x="-26970350" y="2332550"/>
            <a:chExt cx="259925" cy="295375"/>
          </a:xfrm>
        </p:grpSpPr>
        <p:sp>
          <p:nvSpPr>
            <p:cNvPr id="9185" name="Google Shape;9185;p71"/>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1"/>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7" name="Google Shape;9187;p71"/>
          <p:cNvGrpSpPr/>
          <p:nvPr/>
        </p:nvGrpSpPr>
        <p:grpSpPr>
          <a:xfrm>
            <a:off x="6639046" y="2256226"/>
            <a:ext cx="352223" cy="290077"/>
            <a:chOff x="-26986100" y="2735800"/>
            <a:chExt cx="294575" cy="242600"/>
          </a:xfrm>
        </p:grpSpPr>
        <p:sp>
          <p:nvSpPr>
            <p:cNvPr id="9188" name="Google Shape;9188;p71"/>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1"/>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0" name="Google Shape;9190;p71"/>
          <p:cNvGrpSpPr/>
          <p:nvPr/>
        </p:nvGrpSpPr>
        <p:grpSpPr>
          <a:xfrm>
            <a:off x="7538093" y="2665569"/>
            <a:ext cx="355063" cy="354136"/>
            <a:chOff x="-23229925" y="1970225"/>
            <a:chExt cx="296950" cy="296175"/>
          </a:xfrm>
        </p:grpSpPr>
        <p:sp>
          <p:nvSpPr>
            <p:cNvPr id="9191" name="Google Shape;9191;p71"/>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1"/>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1"/>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1"/>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5" name="Google Shape;9195;p71"/>
          <p:cNvGrpSpPr/>
          <p:nvPr/>
        </p:nvGrpSpPr>
        <p:grpSpPr>
          <a:xfrm>
            <a:off x="7580466" y="3112432"/>
            <a:ext cx="270318" cy="355063"/>
            <a:chOff x="-23177950" y="2340425"/>
            <a:chExt cx="226075" cy="296950"/>
          </a:xfrm>
        </p:grpSpPr>
        <p:sp>
          <p:nvSpPr>
            <p:cNvPr id="9196" name="Google Shape;9196;p71"/>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1"/>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8" name="Google Shape;9198;p71"/>
          <p:cNvGrpSpPr/>
          <p:nvPr/>
        </p:nvGrpSpPr>
        <p:grpSpPr>
          <a:xfrm>
            <a:off x="7538556" y="3554109"/>
            <a:ext cx="354136" cy="354136"/>
            <a:chOff x="-23229150" y="2710600"/>
            <a:chExt cx="296175" cy="296175"/>
          </a:xfrm>
        </p:grpSpPr>
        <p:sp>
          <p:nvSpPr>
            <p:cNvPr id="9199" name="Google Shape;9199;p71"/>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1"/>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01" name="Google Shape;9201;p71"/>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1"/>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03" name="Google Shape;9203;p71"/>
          <p:cNvGrpSpPr/>
          <p:nvPr/>
        </p:nvGrpSpPr>
        <p:grpSpPr>
          <a:xfrm>
            <a:off x="4855631" y="3123732"/>
            <a:ext cx="356946" cy="332464"/>
            <a:chOff x="-25477800" y="2357750"/>
            <a:chExt cx="298525" cy="278050"/>
          </a:xfrm>
        </p:grpSpPr>
        <p:sp>
          <p:nvSpPr>
            <p:cNvPr id="9204" name="Google Shape;9204;p71"/>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1"/>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06" name="Google Shape;9206;p71"/>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1"/>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08" name="Google Shape;9208;p71"/>
          <p:cNvGrpSpPr/>
          <p:nvPr/>
        </p:nvGrpSpPr>
        <p:grpSpPr>
          <a:xfrm>
            <a:off x="5298265" y="3112911"/>
            <a:ext cx="353180" cy="354107"/>
            <a:chOff x="-25104475" y="2340425"/>
            <a:chExt cx="295375" cy="296150"/>
          </a:xfrm>
        </p:grpSpPr>
        <p:sp>
          <p:nvSpPr>
            <p:cNvPr id="9209" name="Google Shape;9209;p71"/>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1"/>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1"/>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1"/>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1"/>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1"/>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1"/>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1"/>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1"/>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18" name="Google Shape;9218;p71"/>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22"/>
        <p:cNvGrpSpPr/>
        <p:nvPr/>
      </p:nvGrpSpPr>
      <p:grpSpPr>
        <a:xfrm>
          <a:off x="0" y="0"/>
          <a:ext cx="0" cy="0"/>
          <a:chOff x="0" y="0"/>
          <a:chExt cx="0" cy="0"/>
        </a:xfrm>
      </p:grpSpPr>
      <p:sp>
        <p:nvSpPr>
          <p:cNvPr id="9223" name="Google Shape;9223;p72"/>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224" name="Google Shape;9224;p72"/>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225" name="Google Shape;9225;p72"/>
          <p:cNvGrpSpPr/>
          <p:nvPr/>
        </p:nvGrpSpPr>
        <p:grpSpPr>
          <a:xfrm>
            <a:off x="854368" y="1313920"/>
            <a:ext cx="366269" cy="366240"/>
            <a:chOff x="-65131525" y="1914325"/>
            <a:chExt cx="316650" cy="316625"/>
          </a:xfrm>
        </p:grpSpPr>
        <p:sp>
          <p:nvSpPr>
            <p:cNvPr id="9226" name="Google Shape;9226;p72"/>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8" name="Google Shape;9228;p72"/>
          <p:cNvGrpSpPr/>
          <p:nvPr/>
        </p:nvGrpSpPr>
        <p:grpSpPr>
          <a:xfrm>
            <a:off x="854368" y="1794207"/>
            <a:ext cx="366269" cy="366269"/>
            <a:chOff x="-65131525" y="2281350"/>
            <a:chExt cx="316650" cy="316650"/>
          </a:xfrm>
        </p:grpSpPr>
        <p:sp>
          <p:nvSpPr>
            <p:cNvPr id="9229" name="Google Shape;9229;p72"/>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1" name="Google Shape;9231;p72"/>
          <p:cNvGrpSpPr/>
          <p:nvPr/>
        </p:nvGrpSpPr>
        <p:grpSpPr>
          <a:xfrm>
            <a:off x="857564" y="2259206"/>
            <a:ext cx="359878" cy="367165"/>
            <a:chOff x="-65129950" y="2646800"/>
            <a:chExt cx="311125" cy="317425"/>
          </a:xfrm>
        </p:grpSpPr>
        <p:sp>
          <p:nvSpPr>
            <p:cNvPr id="9232" name="Google Shape;9232;p72"/>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4" name="Google Shape;9234;p72"/>
          <p:cNvGrpSpPr/>
          <p:nvPr/>
        </p:nvGrpSpPr>
        <p:grpSpPr>
          <a:xfrm>
            <a:off x="3060897" y="1312532"/>
            <a:ext cx="368987" cy="369016"/>
            <a:chOff x="-63252250" y="1930850"/>
            <a:chExt cx="319000" cy="319025"/>
          </a:xfrm>
        </p:grpSpPr>
        <p:sp>
          <p:nvSpPr>
            <p:cNvPr id="9235" name="Google Shape;9235;p72"/>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37" name="Google Shape;9237;p72"/>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8" name="Google Shape;9238;p72"/>
          <p:cNvGrpSpPr/>
          <p:nvPr/>
        </p:nvGrpSpPr>
        <p:grpSpPr>
          <a:xfrm>
            <a:off x="3061808" y="2258743"/>
            <a:ext cx="367165" cy="368091"/>
            <a:chOff x="-63250675" y="2664125"/>
            <a:chExt cx="317425" cy="318225"/>
          </a:xfrm>
        </p:grpSpPr>
        <p:sp>
          <p:nvSpPr>
            <p:cNvPr id="9239" name="Google Shape;9239;p72"/>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1" name="Google Shape;9241;p72"/>
          <p:cNvGrpSpPr/>
          <p:nvPr/>
        </p:nvGrpSpPr>
        <p:grpSpPr>
          <a:xfrm>
            <a:off x="1738471" y="2735150"/>
            <a:ext cx="363522" cy="361266"/>
            <a:chOff x="-61354075" y="1940500"/>
            <a:chExt cx="314275" cy="312325"/>
          </a:xfrm>
        </p:grpSpPr>
        <p:sp>
          <p:nvSpPr>
            <p:cNvPr id="9242" name="Google Shape;9242;p72"/>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6" name="Google Shape;9246;p72"/>
          <p:cNvGrpSpPr/>
          <p:nvPr/>
        </p:nvGrpSpPr>
        <p:grpSpPr>
          <a:xfrm>
            <a:off x="1737098" y="3183702"/>
            <a:ext cx="366269" cy="336195"/>
            <a:chOff x="-61354875" y="2322300"/>
            <a:chExt cx="316650" cy="290650"/>
          </a:xfrm>
        </p:grpSpPr>
        <p:sp>
          <p:nvSpPr>
            <p:cNvPr id="9247" name="Google Shape;9247;p72"/>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72"/>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0" name="Google Shape;9250;p72"/>
          <p:cNvGrpSpPr/>
          <p:nvPr/>
        </p:nvGrpSpPr>
        <p:grpSpPr>
          <a:xfrm>
            <a:off x="1737098" y="3611266"/>
            <a:ext cx="366269" cy="366269"/>
            <a:chOff x="-61354875" y="2671225"/>
            <a:chExt cx="316650" cy="316650"/>
          </a:xfrm>
        </p:grpSpPr>
        <p:sp>
          <p:nvSpPr>
            <p:cNvPr id="9251" name="Google Shape;9251;p72"/>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72"/>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6" name="Google Shape;9256;p72"/>
          <p:cNvGrpSpPr/>
          <p:nvPr/>
        </p:nvGrpSpPr>
        <p:grpSpPr>
          <a:xfrm>
            <a:off x="3952502" y="2731001"/>
            <a:ext cx="368987" cy="369566"/>
            <a:chOff x="-59502375" y="1904375"/>
            <a:chExt cx="319000" cy="319500"/>
          </a:xfrm>
        </p:grpSpPr>
        <p:sp>
          <p:nvSpPr>
            <p:cNvPr id="9257" name="Google Shape;9257;p72"/>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0" name="Google Shape;9260;p72"/>
          <p:cNvGrpSpPr/>
          <p:nvPr/>
        </p:nvGrpSpPr>
        <p:grpSpPr>
          <a:xfrm>
            <a:off x="1298621" y="1315207"/>
            <a:ext cx="368987" cy="363666"/>
            <a:chOff x="-64774725" y="1916550"/>
            <a:chExt cx="319000" cy="314400"/>
          </a:xfrm>
        </p:grpSpPr>
        <p:sp>
          <p:nvSpPr>
            <p:cNvPr id="9261" name="Google Shape;9261;p72"/>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72"/>
          <p:cNvGrpSpPr/>
          <p:nvPr/>
        </p:nvGrpSpPr>
        <p:grpSpPr>
          <a:xfrm>
            <a:off x="1299979" y="1792386"/>
            <a:ext cx="366269" cy="369913"/>
            <a:chOff x="-64764500" y="2280550"/>
            <a:chExt cx="316650" cy="319800"/>
          </a:xfrm>
        </p:grpSpPr>
        <p:sp>
          <p:nvSpPr>
            <p:cNvPr id="9264" name="Google Shape;9264;p72"/>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72"/>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6" name="Google Shape;9266;p72"/>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7" name="Google Shape;9267;p72"/>
          <p:cNvGrpSpPr/>
          <p:nvPr/>
        </p:nvGrpSpPr>
        <p:grpSpPr>
          <a:xfrm>
            <a:off x="3512023" y="1352163"/>
            <a:ext cx="365344" cy="289753"/>
            <a:chOff x="-62882850" y="1999375"/>
            <a:chExt cx="315850" cy="250500"/>
          </a:xfrm>
        </p:grpSpPr>
        <p:sp>
          <p:nvSpPr>
            <p:cNvPr id="9268" name="Google Shape;9268;p72"/>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72"/>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0" name="Google Shape;9270;p72"/>
          <p:cNvGrpSpPr/>
          <p:nvPr/>
        </p:nvGrpSpPr>
        <p:grpSpPr>
          <a:xfrm>
            <a:off x="3503362" y="1793745"/>
            <a:ext cx="382665" cy="367194"/>
            <a:chOff x="-62890750" y="2296300"/>
            <a:chExt cx="330825" cy="317450"/>
          </a:xfrm>
        </p:grpSpPr>
        <p:sp>
          <p:nvSpPr>
            <p:cNvPr id="9271" name="Google Shape;9271;p72"/>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72"/>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72"/>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4" name="Google Shape;9274;p72"/>
          <p:cNvGrpSpPr/>
          <p:nvPr/>
        </p:nvGrpSpPr>
        <p:grpSpPr>
          <a:xfrm>
            <a:off x="3512023" y="2259206"/>
            <a:ext cx="365344" cy="367165"/>
            <a:chOff x="-62882850" y="2664925"/>
            <a:chExt cx="315850" cy="317425"/>
          </a:xfrm>
        </p:grpSpPr>
        <p:sp>
          <p:nvSpPr>
            <p:cNvPr id="9275" name="Google Shape;9275;p72"/>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72"/>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77" name="Google Shape;9277;p72"/>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78" name="Google Shape;9278;p72"/>
          <p:cNvGrpSpPr/>
          <p:nvPr/>
        </p:nvGrpSpPr>
        <p:grpSpPr>
          <a:xfrm>
            <a:off x="2183172" y="3171846"/>
            <a:ext cx="366269" cy="359907"/>
            <a:chOff x="-60988625" y="2310475"/>
            <a:chExt cx="316650" cy="311150"/>
          </a:xfrm>
        </p:grpSpPr>
        <p:sp>
          <p:nvSpPr>
            <p:cNvPr id="9279" name="Google Shape;9279;p72"/>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72"/>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2"/>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72"/>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5" name="Google Shape;9285;p72"/>
          <p:cNvGrpSpPr/>
          <p:nvPr/>
        </p:nvGrpSpPr>
        <p:grpSpPr>
          <a:xfrm>
            <a:off x="2183634" y="3610009"/>
            <a:ext cx="365344" cy="368785"/>
            <a:chOff x="-60987050" y="2671400"/>
            <a:chExt cx="315850" cy="318825"/>
          </a:xfrm>
        </p:grpSpPr>
        <p:sp>
          <p:nvSpPr>
            <p:cNvPr id="9286" name="Google Shape;9286;p72"/>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72"/>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8" name="Google Shape;9288;p72"/>
          <p:cNvGrpSpPr/>
          <p:nvPr/>
        </p:nvGrpSpPr>
        <p:grpSpPr>
          <a:xfrm>
            <a:off x="3952500" y="3172771"/>
            <a:ext cx="368987" cy="358056"/>
            <a:chOff x="-59481900" y="2290800"/>
            <a:chExt cx="319000" cy="309550"/>
          </a:xfrm>
        </p:grpSpPr>
        <p:sp>
          <p:nvSpPr>
            <p:cNvPr id="9289" name="Google Shape;9289;p72"/>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72"/>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72"/>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72"/>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72"/>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5" name="Google Shape;9295;p72"/>
          <p:cNvGrpSpPr/>
          <p:nvPr/>
        </p:nvGrpSpPr>
        <p:grpSpPr>
          <a:xfrm>
            <a:off x="1741805" y="1313544"/>
            <a:ext cx="368987" cy="366992"/>
            <a:chOff x="-64401400" y="1914475"/>
            <a:chExt cx="319000" cy="317275"/>
          </a:xfrm>
        </p:grpSpPr>
        <p:sp>
          <p:nvSpPr>
            <p:cNvPr id="9296" name="Google Shape;9296;p72"/>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72"/>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72"/>
          <p:cNvGrpSpPr/>
          <p:nvPr/>
        </p:nvGrpSpPr>
        <p:grpSpPr>
          <a:xfrm>
            <a:off x="1806493" y="1794583"/>
            <a:ext cx="239610" cy="365517"/>
            <a:chOff x="-64343900" y="2282125"/>
            <a:chExt cx="207150" cy="316000"/>
          </a:xfrm>
        </p:grpSpPr>
        <p:sp>
          <p:nvSpPr>
            <p:cNvPr id="9300" name="Google Shape;9300;p72"/>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2" name="Google Shape;9302;p72"/>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3" name="Google Shape;9303;p72"/>
          <p:cNvGrpSpPr/>
          <p:nvPr/>
        </p:nvGrpSpPr>
        <p:grpSpPr>
          <a:xfrm>
            <a:off x="3986941" y="1313804"/>
            <a:ext cx="318873" cy="366471"/>
            <a:chOff x="-62496925" y="1931475"/>
            <a:chExt cx="275675" cy="316825"/>
          </a:xfrm>
        </p:grpSpPr>
        <p:sp>
          <p:nvSpPr>
            <p:cNvPr id="9304" name="Google Shape;9304;p72"/>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6" name="Google Shape;9306;p72"/>
          <p:cNvGrpSpPr/>
          <p:nvPr/>
        </p:nvGrpSpPr>
        <p:grpSpPr>
          <a:xfrm>
            <a:off x="3963691" y="1793629"/>
            <a:ext cx="365373" cy="367426"/>
            <a:chOff x="-62516625" y="2297875"/>
            <a:chExt cx="315875" cy="317650"/>
          </a:xfrm>
        </p:grpSpPr>
        <p:sp>
          <p:nvSpPr>
            <p:cNvPr id="9307" name="Google Shape;9307;p72"/>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72"/>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9" name="Google Shape;9309;p72"/>
          <p:cNvGrpSpPr/>
          <p:nvPr/>
        </p:nvGrpSpPr>
        <p:grpSpPr>
          <a:xfrm>
            <a:off x="3962332" y="2275588"/>
            <a:ext cx="368091" cy="334402"/>
            <a:chOff x="-62518200" y="2692475"/>
            <a:chExt cx="318225" cy="289100"/>
          </a:xfrm>
        </p:grpSpPr>
        <p:sp>
          <p:nvSpPr>
            <p:cNvPr id="9310" name="Google Shape;9310;p72"/>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2" name="Google Shape;9312;p72"/>
          <p:cNvGrpSpPr/>
          <p:nvPr/>
        </p:nvGrpSpPr>
        <p:grpSpPr>
          <a:xfrm>
            <a:off x="2648986" y="2733112"/>
            <a:ext cx="309793" cy="365344"/>
            <a:chOff x="-60597975" y="1939525"/>
            <a:chExt cx="267825" cy="315850"/>
          </a:xfrm>
        </p:grpSpPr>
        <p:sp>
          <p:nvSpPr>
            <p:cNvPr id="9313" name="Google Shape;9313;p72"/>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72"/>
          <p:cNvGrpSpPr/>
          <p:nvPr/>
        </p:nvGrpSpPr>
        <p:grpSpPr>
          <a:xfrm>
            <a:off x="2619389" y="3167537"/>
            <a:ext cx="368987" cy="368525"/>
            <a:chOff x="-60620800" y="2304600"/>
            <a:chExt cx="319000" cy="318600"/>
          </a:xfrm>
        </p:grpSpPr>
        <p:sp>
          <p:nvSpPr>
            <p:cNvPr id="9316" name="Google Shape;9316;p72"/>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9" name="Google Shape;9319;p72"/>
          <p:cNvGrpSpPr/>
          <p:nvPr/>
        </p:nvGrpSpPr>
        <p:grpSpPr>
          <a:xfrm>
            <a:off x="2620748" y="3663188"/>
            <a:ext cx="366269" cy="262426"/>
            <a:chOff x="-60621600" y="2716100"/>
            <a:chExt cx="316650" cy="226875"/>
          </a:xfrm>
        </p:grpSpPr>
        <p:sp>
          <p:nvSpPr>
            <p:cNvPr id="9320" name="Google Shape;9320;p72"/>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72"/>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2" name="Google Shape;9322;p72"/>
          <p:cNvGrpSpPr/>
          <p:nvPr/>
        </p:nvGrpSpPr>
        <p:grpSpPr>
          <a:xfrm>
            <a:off x="3957965" y="3611281"/>
            <a:ext cx="358056" cy="366240"/>
            <a:chOff x="-59475600" y="2658625"/>
            <a:chExt cx="309550" cy="316625"/>
          </a:xfrm>
        </p:grpSpPr>
        <p:sp>
          <p:nvSpPr>
            <p:cNvPr id="9323" name="Google Shape;9323;p72"/>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72"/>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0" name="Google Shape;9330;p72"/>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32" name="Google Shape;9332;p72"/>
          <p:cNvGrpSpPr/>
          <p:nvPr/>
        </p:nvGrpSpPr>
        <p:grpSpPr>
          <a:xfrm>
            <a:off x="2233086" y="2259206"/>
            <a:ext cx="263294" cy="367165"/>
            <a:chOff x="-63987100" y="2646800"/>
            <a:chExt cx="227625" cy="317425"/>
          </a:xfrm>
        </p:grpSpPr>
        <p:sp>
          <p:nvSpPr>
            <p:cNvPr id="9333" name="Google Shape;9333;p72"/>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72"/>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5" name="Google Shape;9335;p72"/>
          <p:cNvGrpSpPr/>
          <p:nvPr/>
        </p:nvGrpSpPr>
        <p:grpSpPr>
          <a:xfrm>
            <a:off x="852428" y="2730827"/>
            <a:ext cx="358056" cy="369913"/>
            <a:chOff x="-62148000" y="1930075"/>
            <a:chExt cx="309550" cy="319800"/>
          </a:xfrm>
        </p:grpSpPr>
        <p:sp>
          <p:nvSpPr>
            <p:cNvPr id="9336" name="Google Shape;9336;p72"/>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8" name="Google Shape;9338;p72"/>
          <p:cNvGrpSpPr/>
          <p:nvPr/>
        </p:nvGrpSpPr>
        <p:grpSpPr>
          <a:xfrm>
            <a:off x="849695" y="3169113"/>
            <a:ext cx="363522" cy="365373"/>
            <a:chOff x="-62150375" y="2297875"/>
            <a:chExt cx="314275" cy="315875"/>
          </a:xfrm>
        </p:grpSpPr>
        <p:sp>
          <p:nvSpPr>
            <p:cNvPr id="9339" name="Google Shape;9339;p72"/>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4" name="Google Shape;9344;p72"/>
          <p:cNvGrpSpPr/>
          <p:nvPr/>
        </p:nvGrpSpPr>
        <p:grpSpPr>
          <a:xfrm>
            <a:off x="848322" y="3610356"/>
            <a:ext cx="366269" cy="368091"/>
            <a:chOff x="-62150375" y="2664925"/>
            <a:chExt cx="316650" cy="318225"/>
          </a:xfrm>
        </p:grpSpPr>
        <p:sp>
          <p:nvSpPr>
            <p:cNvPr id="9345" name="Google Shape;9345;p72"/>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9" name="Google Shape;9349;p72"/>
          <p:cNvGrpSpPr/>
          <p:nvPr/>
        </p:nvGrpSpPr>
        <p:grpSpPr>
          <a:xfrm>
            <a:off x="3065911" y="2731333"/>
            <a:ext cx="367165" cy="368901"/>
            <a:chOff x="-60254550" y="1938025"/>
            <a:chExt cx="317425" cy="318925"/>
          </a:xfrm>
        </p:grpSpPr>
        <p:sp>
          <p:nvSpPr>
            <p:cNvPr id="9350" name="Google Shape;9350;p72"/>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4" name="Google Shape;9354;p72"/>
          <p:cNvGrpSpPr/>
          <p:nvPr/>
        </p:nvGrpSpPr>
        <p:grpSpPr>
          <a:xfrm>
            <a:off x="3094149" y="3609907"/>
            <a:ext cx="310690" cy="368987"/>
            <a:chOff x="-60232500" y="2671225"/>
            <a:chExt cx="268600" cy="319000"/>
          </a:xfrm>
        </p:grpSpPr>
        <p:sp>
          <p:nvSpPr>
            <p:cNvPr id="9355" name="Google Shape;9355;p72"/>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7" name="Google Shape;9357;p72"/>
          <p:cNvGrpSpPr/>
          <p:nvPr/>
        </p:nvGrpSpPr>
        <p:grpSpPr>
          <a:xfrm>
            <a:off x="2179643" y="4058541"/>
            <a:ext cx="365373" cy="368987"/>
            <a:chOff x="-59100700" y="1911950"/>
            <a:chExt cx="315875" cy="319000"/>
          </a:xfrm>
        </p:grpSpPr>
        <p:sp>
          <p:nvSpPr>
            <p:cNvPr id="9358" name="Google Shape;9358;p72"/>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8" name="Google Shape;9368;p72"/>
          <p:cNvGrpSpPr/>
          <p:nvPr/>
        </p:nvGrpSpPr>
        <p:grpSpPr>
          <a:xfrm>
            <a:off x="2621810" y="1314021"/>
            <a:ext cx="379918" cy="366038"/>
            <a:chOff x="-63665750" y="1914325"/>
            <a:chExt cx="328450" cy="316450"/>
          </a:xfrm>
        </p:grpSpPr>
        <p:sp>
          <p:nvSpPr>
            <p:cNvPr id="9369" name="Google Shape;9369;p72"/>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1" name="Google Shape;9371;p72"/>
          <p:cNvGrpSpPr/>
          <p:nvPr/>
        </p:nvGrpSpPr>
        <p:grpSpPr>
          <a:xfrm>
            <a:off x="2626814" y="1793065"/>
            <a:ext cx="369913" cy="368554"/>
            <a:chOff x="-63666550" y="2278975"/>
            <a:chExt cx="319800" cy="318625"/>
          </a:xfrm>
        </p:grpSpPr>
        <p:sp>
          <p:nvSpPr>
            <p:cNvPr id="9372" name="Google Shape;9372;p72"/>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4" name="Google Shape;9374;p72"/>
          <p:cNvGrpSpPr/>
          <p:nvPr/>
        </p:nvGrpSpPr>
        <p:grpSpPr>
          <a:xfrm>
            <a:off x="2624081" y="2259090"/>
            <a:ext cx="375378" cy="367397"/>
            <a:chOff x="-63669700" y="2646600"/>
            <a:chExt cx="324525" cy="317625"/>
          </a:xfrm>
        </p:grpSpPr>
        <p:sp>
          <p:nvSpPr>
            <p:cNvPr id="9375" name="Google Shape;9375;p72"/>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7" name="Google Shape;9377;p72"/>
          <p:cNvGrpSpPr/>
          <p:nvPr/>
        </p:nvGrpSpPr>
        <p:grpSpPr>
          <a:xfrm>
            <a:off x="1286361" y="2732418"/>
            <a:ext cx="366269" cy="366732"/>
            <a:chOff x="-61784125" y="1931250"/>
            <a:chExt cx="316650" cy="317050"/>
          </a:xfrm>
        </p:grpSpPr>
        <p:sp>
          <p:nvSpPr>
            <p:cNvPr id="9378" name="Google Shape;9378;p72"/>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2" name="Google Shape;9382;p72"/>
          <p:cNvGrpSpPr/>
          <p:nvPr/>
        </p:nvGrpSpPr>
        <p:grpSpPr>
          <a:xfrm>
            <a:off x="1286360" y="3168665"/>
            <a:ext cx="366269" cy="366269"/>
            <a:chOff x="-61783350" y="2297100"/>
            <a:chExt cx="316650" cy="316650"/>
          </a:xfrm>
        </p:grpSpPr>
        <p:sp>
          <p:nvSpPr>
            <p:cNvPr id="9383" name="Google Shape;9383;p72"/>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5" name="Google Shape;9385;p72"/>
          <p:cNvGrpSpPr/>
          <p:nvPr/>
        </p:nvGrpSpPr>
        <p:grpSpPr>
          <a:xfrm>
            <a:off x="1286360" y="3609748"/>
            <a:ext cx="366269" cy="369305"/>
            <a:chOff x="-61782550" y="2664925"/>
            <a:chExt cx="316650" cy="319275"/>
          </a:xfrm>
        </p:grpSpPr>
        <p:sp>
          <p:nvSpPr>
            <p:cNvPr id="9386" name="Google Shape;9386;p72"/>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72"/>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72"/>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9" name="Google Shape;9389;p72"/>
          <p:cNvGrpSpPr/>
          <p:nvPr/>
        </p:nvGrpSpPr>
        <p:grpSpPr>
          <a:xfrm>
            <a:off x="3508137" y="2741136"/>
            <a:ext cx="367165" cy="349294"/>
            <a:chOff x="-59889100" y="1945025"/>
            <a:chExt cx="317425" cy="301975"/>
          </a:xfrm>
        </p:grpSpPr>
        <p:sp>
          <p:nvSpPr>
            <p:cNvPr id="9390" name="Google Shape;9390;p72"/>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72"/>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2"/>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2"/>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4" name="Google Shape;9394;p72"/>
          <p:cNvGrpSpPr/>
          <p:nvPr/>
        </p:nvGrpSpPr>
        <p:grpSpPr>
          <a:xfrm>
            <a:off x="3040249" y="3168589"/>
            <a:ext cx="366648" cy="366420"/>
            <a:chOff x="6479471" y="2079003"/>
            <a:chExt cx="348923" cy="348706"/>
          </a:xfrm>
        </p:grpSpPr>
        <p:sp>
          <p:nvSpPr>
            <p:cNvPr id="9395" name="Google Shape;9395;p72"/>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6" name="Google Shape;9396;p72"/>
            <p:cNvGrpSpPr/>
            <p:nvPr/>
          </p:nvGrpSpPr>
          <p:grpSpPr>
            <a:xfrm>
              <a:off x="6520582" y="2079003"/>
              <a:ext cx="307811" cy="348706"/>
              <a:chOff x="-60218325" y="2304850"/>
              <a:chExt cx="279625" cy="316775"/>
            </a:xfrm>
          </p:grpSpPr>
          <p:sp>
            <p:nvSpPr>
              <p:cNvPr id="9397" name="Google Shape;9397;p72"/>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72"/>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72"/>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2"/>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2"/>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2"/>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2"/>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04" name="Google Shape;9404;p72"/>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5" name="Google Shape;9405;p72"/>
          <p:cNvGrpSpPr/>
          <p:nvPr/>
        </p:nvGrpSpPr>
        <p:grpSpPr>
          <a:xfrm>
            <a:off x="3507226" y="3611671"/>
            <a:ext cx="368987" cy="365459"/>
            <a:chOff x="-59889100" y="2671925"/>
            <a:chExt cx="319000" cy="315950"/>
          </a:xfrm>
        </p:grpSpPr>
        <p:sp>
          <p:nvSpPr>
            <p:cNvPr id="9406" name="Google Shape;9406;p72"/>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2"/>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72"/>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72"/>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72"/>
          <p:cNvGrpSpPr/>
          <p:nvPr/>
        </p:nvGrpSpPr>
        <p:grpSpPr>
          <a:xfrm>
            <a:off x="2620204" y="4054176"/>
            <a:ext cx="367165" cy="366269"/>
            <a:chOff x="-59092025" y="2296300"/>
            <a:chExt cx="317425" cy="316650"/>
          </a:xfrm>
        </p:grpSpPr>
        <p:sp>
          <p:nvSpPr>
            <p:cNvPr id="9411" name="Google Shape;9411;p72"/>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72"/>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3" name="Google Shape;9413;p72"/>
          <p:cNvGrpSpPr/>
          <p:nvPr/>
        </p:nvGrpSpPr>
        <p:grpSpPr>
          <a:xfrm>
            <a:off x="4865611" y="1305095"/>
            <a:ext cx="353174" cy="347599"/>
            <a:chOff x="683125" y="1955275"/>
            <a:chExt cx="299325" cy="294600"/>
          </a:xfrm>
        </p:grpSpPr>
        <p:sp>
          <p:nvSpPr>
            <p:cNvPr id="9414" name="Google Shape;9414;p72"/>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2"/>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72"/>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72"/>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8" name="Google Shape;9418;p72"/>
          <p:cNvGrpSpPr/>
          <p:nvPr/>
        </p:nvGrpSpPr>
        <p:grpSpPr>
          <a:xfrm>
            <a:off x="4866541" y="1755653"/>
            <a:ext cx="351315" cy="349486"/>
            <a:chOff x="685475" y="2318350"/>
            <a:chExt cx="297750" cy="296200"/>
          </a:xfrm>
        </p:grpSpPr>
        <p:sp>
          <p:nvSpPr>
            <p:cNvPr id="9419" name="Google Shape;9419;p72"/>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72"/>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72"/>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2" name="Google Shape;9422;p72"/>
          <p:cNvGrpSpPr/>
          <p:nvPr/>
        </p:nvGrpSpPr>
        <p:grpSpPr>
          <a:xfrm>
            <a:off x="7094699" y="1304859"/>
            <a:ext cx="309517" cy="348071"/>
            <a:chOff x="2523000" y="1954875"/>
            <a:chExt cx="262325" cy="295000"/>
          </a:xfrm>
        </p:grpSpPr>
        <p:sp>
          <p:nvSpPr>
            <p:cNvPr id="9423" name="Google Shape;9423;p72"/>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72"/>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72"/>
          <p:cNvGrpSpPr/>
          <p:nvPr/>
        </p:nvGrpSpPr>
        <p:grpSpPr>
          <a:xfrm>
            <a:off x="7073800" y="1756125"/>
            <a:ext cx="351315" cy="348542"/>
            <a:chOff x="2508825" y="2318350"/>
            <a:chExt cx="297750" cy="295400"/>
          </a:xfrm>
        </p:grpSpPr>
        <p:sp>
          <p:nvSpPr>
            <p:cNvPr id="9426" name="Google Shape;9426;p72"/>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72"/>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8" name="Google Shape;9428;p72"/>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9" name="Google Shape;9429;p72"/>
          <p:cNvGrpSpPr/>
          <p:nvPr/>
        </p:nvGrpSpPr>
        <p:grpSpPr>
          <a:xfrm>
            <a:off x="5747373" y="2670178"/>
            <a:ext cx="347599" cy="348513"/>
            <a:chOff x="4321150" y="1946600"/>
            <a:chExt cx="294600" cy="295375"/>
          </a:xfrm>
        </p:grpSpPr>
        <p:sp>
          <p:nvSpPr>
            <p:cNvPr id="9430" name="Google Shape;9430;p72"/>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72"/>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72"/>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3" name="Google Shape;9433;p72"/>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72"/>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2"/>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72"/>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37" name="Google Shape;9437;p72"/>
          <p:cNvGrpSpPr/>
          <p:nvPr/>
        </p:nvGrpSpPr>
        <p:grpSpPr>
          <a:xfrm>
            <a:off x="5309921" y="1756125"/>
            <a:ext cx="352230" cy="348542"/>
            <a:chOff x="1049375" y="2318350"/>
            <a:chExt cx="298525" cy="295400"/>
          </a:xfrm>
        </p:grpSpPr>
        <p:sp>
          <p:nvSpPr>
            <p:cNvPr id="9438" name="Google Shape;9438;p72"/>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72"/>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72"/>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72"/>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2" name="Google Shape;9442;p72"/>
          <p:cNvGrpSpPr/>
          <p:nvPr/>
        </p:nvGrpSpPr>
        <p:grpSpPr>
          <a:xfrm>
            <a:off x="5310393" y="2196576"/>
            <a:ext cx="351286" cy="351286"/>
            <a:chOff x="1049375" y="2680675"/>
            <a:chExt cx="297725" cy="297725"/>
          </a:xfrm>
        </p:grpSpPr>
        <p:sp>
          <p:nvSpPr>
            <p:cNvPr id="9443" name="Google Shape;9443;p72"/>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72"/>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5" name="Google Shape;9445;p72"/>
          <p:cNvGrpSpPr/>
          <p:nvPr/>
        </p:nvGrpSpPr>
        <p:grpSpPr>
          <a:xfrm>
            <a:off x="7523845" y="1304623"/>
            <a:ext cx="348513" cy="348542"/>
            <a:chOff x="2872725" y="1954475"/>
            <a:chExt cx="295375" cy="295400"/>
          </a:xfrm>
        </p:grpSpPr>
        <p:sp>
          <p:nvSpPr>
            <p:cNvPr id="9446" name="Google Shape;9446;p72"/>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72"/>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72"/>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9" name="Google Shape;9449;p72"/>
          <p:cNvGrpSpPr/>
          <p:nvPr/>
        </p:nvGrpSpPr>
        <p:grpSpPr>
          <a:xfrm>
            <a:off x="7545216" y="1755196"/>
            <a:ext cx="305771" cy="350401"/>
            <a:chOff x="2890050" y="2318350"/>
            <a:chExt cx="259150" cy="296975"/>
          </a:xfrm>
        </p:grpSpPr>
        <p:sp>
          <p:nvSpPr>
            <p:cNvPr id="9450" name="Google Shape;9450;p72"/>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2"/>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2" name="Google Shape;9452;p72"/>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3" name="Google Shape;9453;p72"/>
          <p:cNvGrpSpPr/>
          <p:nvPr/>
        </p:nvGrpSpPr>
        <p:grpSpPr>
          <a:xfrm>
            <a:off x="6187732" y="2670650"/>
            <a:ext cx="347569" cy="347569"/>
            <a:chOff x="4685050" y="1945825"/>
            <a:chExt cx="294575" cy="294575"/>
          </a:xfrm>
        </p:grpSpPr>
        <p:sp>
          <p:nvSpPr>
            <p:cNvPr id="9454" name="Google Shape;9454;p72"/>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2"/>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2"/>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2"/>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2"/>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9" name="Google Shape;9459;p72"/>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72"/>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1" name="Google Shape;9461;p72"/>
          <p:cNvGrpSpPr/>
          <p:nvPr/>
        </p:nvGrpSpPr>
        <p:grpSpPr>
          <a:xfrm>
            <a:off x="7958004" y="3159625"/>
            <a:ext cx="348513" cy="347599"/>
            <a:chOff x="6131900" y="2301825"/>
            <a:chExt cx="295375" cy="294600"/>
          </a:xfrm>
        </p:grpSpPr>
        <p:sp>
          <p:nvSpPr>
            <p:cNvPr id="9462" name="Google Shape;9462;p72"/>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2"/>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2"/>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72"/>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6" name="Google Shape;9466;p72"/>
          <p:cNvGrpSpPr/>
          <p:nvPr/>
        </p:nvGrpSpPr>
        <p:grpSpPr>
          <a:xfrm>
            <a:off x="5753997" y="1304166"/>
            <a:ext cx="351315" cy="349457"/>
            <a:chOff x="1412450" y="1954475"/>
            <a:chExt cx="297750" cy="296175"/>
          </a:xfrm>
        </p:grpSpPr>
        <p:sp>
          <p:nvSpPr>
            <p:cNvPr id="9467" name="Google Shape;9467;p72"/>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72"/>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69" name="Google Shape;9469;p72"/>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0" name="Google Shape;9470;p72"/>
          <p:cNvGrpSpPr/>
          <p:nvPr/>
        </p:nvGrpSpPr>
        <p:grpSpPr>
          <a:xfrm>
            <a:off x="5753997" y="2196694"/>
            <a:ext cx="351315" cy="351050"/>
            <a:chOff x="1413250" y="2680675"/>
            <a:chExt cx="297750" cy="297525"/>
          </a:xfrm>
        </p:grpSpPr>
        <p:sp>
          <p:nvSpPr>
            <p:cNvPr id="9471" name="Google Shape;9471;p72"/>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72"/>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72"/>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72"/>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75" name="Google Shape;9475;p72"/>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72"/>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72"/>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8" name="Google Shape;9478;p72"/>
          <p:cNvGrpSpPr/>
          <p:nvPr/>
        </p:nvGrpSpPr>
        <p:grpSpPr>
          <a:xfrm>
            <a:off x="6630407" y="2670311"/>
            <a:ext cx="350371" cy="348247"/>
            <a:chOff x="5045775" y="1946400"/>
            <a:chExt cx="296950" cy="295150"/>
          </a:xfrm>
        </p:grpSpPr>
        <p:sp>
          <p:nvSpPr>
            <p:cNvPr id="9479" name="Google Shape;9479;p72"/>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72"/>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1" name="Google Shape;9481;p72"/>
          <p:cNvGrpSpPr/>
          <p:nvPr/>
        </p:nvGrpSpPr>
        <p:grpSpPr>
          <a:xfrm>
            <a:off x="6629006" y="3179138"/>
            <a:ext cx="353174" cy="308573"/>
            <a:chOff x="5046550" y="2327025"/>
            <a:chExt cx="299325" cy="261525"/>
          </a:xfrm>
        </p:grpSpPr>
        <p:sp>
          <p:nvSpPr>
            <p:cNvPr id="9482" name="Google Shape;9482;p72"/>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72"/>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72"/>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5" name="Google Shape;9485;p72"/>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2"/>
          <p:cNvGrpSpPr/>
          <p:nvPr/>
        </p:nvGrpSpPr>
        <p:grpSpPr>
          <a:xfrm>
            <a:off x="7956604" y="3608476"/>
            <a:ext cx="351315" cy="348513"/>
            <a:chOff x="6167350" y="2672800"/>
            <a:chExt cx="297750" cy="295375"/>
          </a:xfrm>
        </p:grpSpPr>
        <p:sp>
          <p:nvSpPr>
            <p:cNvPr id="9487" name="Google Shape;9487;p72"/>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72"/>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72"/>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72"/>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72"/>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2" name="Google Shape;9492;p72"/>
          <p:cNvGrpSpPr/>
          <p:nvPr/>
        </p:nvGrpSpPr>
        <p:grpSpPr>
          <a:xfrm>
            <a:off x="6197601" y="1303709"/>
            <a:ext cx="347599" cy="350371"/>
            <a:chOff x="1777925" y="1953700"/>
            <a:chExt cx="294600" cy="296950"/>
          </a:xfrm>
        </p:grpSpPr>
        <p:sp>
          <p:nvSpPr>
            <p:cNvPr id="9493" name="Google Shape;9493;p72"/>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72"/>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72"/>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72"/>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7" name="Google Shape;9497;p72"/>
          <p:cNvGrpSpPr/>
          <p:nvPr/>
        </p:nvGrpSpPr>
        <p:grpSpPr>
          <a:xfrm>
            <a:off x="6213411" y="1756597"/>
            <a:ext cx="315977" cy="347599"/>
            <a:chOff x="1790525" y="2319150"/>
            <a:chExt cx="267800" cy="294600"/>
          </a:xfrm>
        </p:grpSpPr>
        <p:sp>
          <p:nvSpPr>
            <p:cNvPr id="9498" name="Google Shape;9498;p72"/>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72"/>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2"/>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1" name="Google Shape;9501;p72"/>
          <p:cNvGrpSpPr/>
          <p:nvPr/>
        </p:nvGrpSpPr>
        <p:grpSpPr>
          <a:xfrm>
            <a:off x="4866386" y="2670163"/>
            <a:ext cx="349457" cy="348542"/>
            <a:chOff x="3599700" y="1954475"/>
            <a:chExt cx="296175" cy="295400"/>
          </a:xfrm>
        </p:grpSpPr>
        <p:sp>
          <p:nvSpPr>
            <p:cNvPr id="9502" name="Google Shape;9502;p72"/>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72"/>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72"/>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5" name="Google Shape;9505;p72"/>
          <p:cNvGrpSpPr/>
          <p:nvPr/>
        </p:nvGrpSpPr>
        <p:grpSpPr>
          <a:xfrm>
            <a:off x="4867316" y="3159626"/>
            <a:ext cx="347599" cy="347599"/>
            <a:chOff x="3601275" y="2319150"/>
            <a:chExt cx="294600" cy="294600"/>
          </a:xfrm>
        </p:grpSpPr>
        <p:sp>
          <p:nvSpPr>
            <p:cNvPr id="9506" name="Google Shape;9506;p72"/>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72"/>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8" name="Google Shape;9508;p72"/>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9" name="Google Shape;9509;p72"/>
          <p:cNvGrpSpPr/>
          <p:nvPr/>
        </p:nvGrpSpPr>
        <p:grpSpPr>
          <a:xfrm>
            <a:off x="7087019" y="2669721"/>
            <a:ext cx="328071" cy="349427"/>
            <a:chOff x="5421475" y="1945825"/>
            <a:chExt cx="278050" cy="296150"/>
          </a:xfrm>
        </p:grpSpPr>
        <p:sp>
          <p:nvSpPr>
            <p:cNvPr id="9510" name="Google Shape;9510;p72"/>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72"/>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72"/>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2"/>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2"/>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72"/>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72"/>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2"/>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8" name="Google Shape;9518;p72"/>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9" name="Google Shape;9519;p72"/>
          <p:cNvGrpSpPr/>
          <p:nvPr/>
        </p:nvGrpSpPr>
        <p:grpSpPr>
          <a:xfrm>
            <a:off x="7075869" y="3670273"/>
            <a:ext cx="350371" cy="224918"/>
            <a:chOff x="5411225" y="2726350"/>
            <a:chExt cx="296950" cy="190625"/>
          </a:xfrm>
        </p:grpSpPr>
        <p:sp>
          <p:nvSpPr>
            <p:cNvPr id="9520" name="Google Shape;9520;p72"/>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2"/>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2" name="Google Shape;9522;p72"/>
          <p:cNvGrpSpPr/>
          <p:nvPr/>
        </p:nvGrpSpPr>
        <p:grpSpPr>
          <a:xfrm>
            <a:off x="6185904" y="4059546"/>
            <a:ext cx="351286" cy="326390"/>
            <a:chOff x="6524150" y="1938725"/>
            <a:chExt cx="297725" cy="276625"/>
          </a:xfrm>
        </p:grpSpPr>
        <p:sp>
          <p:nvSpPr>
            <p:cNvPr id="9523" name="Google Shape;9523;p72"/>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72"/>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2"/>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2"/>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72"/>
          <p:cNvGrpSpPr/>
          <p:nvPr/>
        </p:nvGrpSpPr>
        <p:grpSpPr>
          <a:xfrm>
            <a:off x="6631047" y="1756007"/>
            <a:ext cx="363380" cy="348778"/>
            <a:chOff x="2140225" y="2318650"/>
            <a:chExt cx="307975" cy="295600"/>
          </a:xfrm>
        </p:grpSpPr>
        <p:sp>
          <p:nvSpPr>
            <p:cNvPr id="9528" name="Google Shape;9528;p72"/>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2"/>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0" name="Google Shape;9530;p72"/>
          <p:cNvGrpSpPr/>
          <p:nvPr/>
        </p:nvGrpSpPr>
        <p:grpSpPr>
          <a:xfrm>
            <a:off x="6636607" y="2197505"/>
            <a:ext cx="352259" cy="349427"/>
            <a:chOff x="2139425" y="2682250"/>
            <a:chExt cx="298550" cy="296150"/>
          </a:xfrm>
        </p:grpSpPr>
        <p:sp>
          <p:nvSpPr>
            <p:cNvPr id="9531" name="Google Shape;9531;p72"/>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2"/>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2"/>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72"/>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5" name="Google Shape;9535;p72"/>
          <p:cNvGrpSpPr/>
          <p:nvPr/>
        </p:nvGrpSpPr>
        <p:grpSpPr>
          <a:xfrm>
            <a:off x="5301219" y="2711991"/>
            <a:ext cx="350401" cy="264888"/>
            <a:chOff x="3962775" y="1990700"/>
            <a:chExt cx="296975" cy="224500"/>
          </a:xfrm>
        </p:grpSpPr>
        <p:sp>
          <p:nvSpPr>
            <p:cNvPr id="9536" name="Google Shape;9536;p72"/>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2"/>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2"/>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2"/>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0" name="Google Shape;9540;p72"/>
          <p:cNvGrpSpPr/>
          <p:nvPr/>
        </p:nvGrpSpPr>
        <p:grpSpPr>
          <a:xfrm>
            <a:off x="5301691" y="3158697"/>
            <a:ext cx="349457" cy="349457"/>
            <a:chOff x="3963575" y="2317575"/>
            <a:chExt cx="296175" cy="296175"/>
          </a:xfrm>
        </p:grpSpPr>
        <p:sp>
          <p:nvSpPr>
            <p:cNvPr id="9541" name="Google Shape;9541;p72"/>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2"/>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2"/>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2"/>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2"/>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2"/>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2"/>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2"/>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2"/>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2"/>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2"/>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2"/>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2"/>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2"/>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2"/>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2"/>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7" name="Google Shape;9557;p72"/>
          <p:cNvGrpSpPr/>
          <p:nvPr/>
        </p:nvGrpSpPr>
        <p:grpSpPr>
          <a:xfrm>
            <a:off x="5301691" y="3608476"/>
            <a:ext cx="349457" cy="348513"/>
            <a:chOff x="3962775" y="2683025"/>
            <a:chExt cx="296175" cy="295375"/>
          </a:xfrm>
        </p:grpSpPr>
        <p:sp>
          <p:nvSpPr>
            <p:cNvPr id="9558" name="Google Shape;9558;p72"/>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2"/>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72"/>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1" name="Google Shape;9561;p72"/>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2" name="Google Shape;9562;p72"/>
          <p:cNvGrpSpPr/>
          <p:nvPr/>
        </p:nvGrpSpPr>
        <p:grpSpPr>
          <a:xfrm>
            <a:off x="7516228" y="3159168"/>
            <a:ext cx="348513" cy="348513"/>
            <a:chOff x="5775900" y="2308125"/>
            <a:chExt cx="295375" cy="295375"/>
          </a:xfrm>
        </p:grpSpPr>
        <p:sp>
          <p:nvSpPr>
            <p:cNvPr id="9563" name="Google Shape;9563;p72"/>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2"/>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2"/>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2"/>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2"/>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8" name="Google Shape;9568;p72"/>
          <p:cNvGrpSpPr/>
          <p:nvPr/>
        </p:nvGrpSpPr>
        <p:grpSpPr>
          <a:xfrm>
            <a:off x="7537142" y="3608004"/>
            <a:ext cx="306686" cy="349457"/>
            <a:chOff x="5794025" y="2673575"/>
            <a:chExt cx="259925" cy="296175"/>
          </a:xfrm>
        </p:grpSpPr>
        <p:sp>
          <p:nvSpPr>
            <p:cNvPr id="9569" name="Google Shape;9569;p72"/>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2"/>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1" name="Google Shape;9571;p72"/>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2"/>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3" name="Google Shape;9573;p72"/>
          <p:cNvGrpSpPr/>
          <p:nvPr/>
        </p:nvGrpSpPr>
        <p:grpSpPr>
          <a:xfrm>
            <a:off x="6637536" y="1304166"/>
            <a:ext cx="350401" cy="349457"/>
            <a:chOff x="2141000" y="1954475"/>
            <a:chExt cx="296975" cy="296175"/>
          </a:xfrm>
        </p:grpSpPr>
        <p:sp>
          <p:nvSpPr>
            <p:cNvPr id="9574" name="Google Shape;9574;p72"/>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2"/>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2"/>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2"/>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81"/>
        <p:cNvGrpSpPr/>
        <p:nvPr/>
      </p:nvGrpSpPr>
      <p:grpSpPr>
        <a:xfrm>
          <a:off x="0" y="0"/>
          <a:ext cx="0" cy="0"/>
          <a:chOff x="0" y="0"/>
          <a:chExt cx="0" cy="0"/>
        </a:xfrm>
      </p:grpSpPr>
      <p:sp>
        <p:nvSpPr>
          <p:cNvPr id="9582" name="Google Shape;9582;p73"/>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583" name="Google Shape;9583;p73"/>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584" name="Google Shape;9584;p73"/>
          <p:cNvGrpSpPr/>
          <p:nvPr/>
        </p:nvGrpSpPr>
        <p:grpSpPr>
          <a:xfrm>
            <a:off x="882957" y="1306638"/>
            <a:ext cx="292442" cy="355741"/>
            <a:chOff x="-35830350" y="1912725"/>
            <a:chExt cx="241050" cy="293225"/>
          </a:xfrm>
        </p:grpSpPr>
        <p:sp>
          <p:nvSpPr>
            <p:cNvPr id="9585" name="Google Shape;9585;p73"/>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7" name="Google Shape;9587;p73"/>
          <p:cNvGrpSpPr/>
          <p:nvPr/>
        </p:nvGrpSpPr>
        <p:grpSpPr>
          <a:xfrm>
            <a:off x="851444" y="1766235"/>
            <a:ext cx="355468" cy="353587"/>
            <a:chOff x="-35854750" y="2272675"/>
            <a:chExt cx="293000" cy="291450"/>
          </a:xfrm>
        </p:grpSpPr>
        <p:sp>
          <p:nvSpPr>
            <p:cNvPr id="9588" name="Google Shape;9588;p73"/>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1" name="Google Shape;9591;p73"/>
          <p:cNvGrpSpPr/>
          <p:nvPr/>
        </p:nvGrpSpPr>
        <p:grpSpPr>
          <a:xfrm>
            <a:off x="850958" y="2220821"/>
            <a:ext cx="356438" cy="354558"/>
            <a:chOff x="-35853975" y="2631825"/>
            <a:chExt cx="293800" cy="292250"/>
          </a:xfrm>
        </p:grpSpPr>
        <p:sp>
          <p:nvSpPr>
            <p:cNvPr id="9592" name="Google Shape;9592;p73"/>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73"/>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73"/>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7" name="Google Shape;9597;p73"/>
          <p:cNvGrpSpPr/>
          <p:nvPr/>
        </p:nvGrpSpPr>
        <p:grpSpPr>
          <a:xfrm>
            <a:off x="3089562" y="1307714"/>
            <a:ext cx="353587" cy="353587"/>
            <a:chOff x="-34032200" y="1916675"/>
            <a:chExt cx="291450" cy="291450"/>
          </a:xfrm>
        </p:grpSpPr>
        <p:sp>
          <p:nvSpPr>
            <p:cNvPr id="9598" name="Google Shape;9598;p73"/>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73"/>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73"/>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73"/>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2" name="Google Shape;9602;p73"/>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3" name="Google Shape;9603;p73"/>
          <p:cNvGrpSpPr/>
          <p:nvPr/>
        </p:nvGrpSpPr>
        <p:grpSpPr>
          <a:xfrm>
            <a:off x="3089092" y="2220821"/>
            <a:ext cx="354527" cy="354558"/>
            <a:chOff x="-34032200" y="2634975"/>
            <a:chExt cx="292225" cy="292250"/>
          </a:xfrm>
        </p:grpSpPr>
        <p:sp>
          <p:nvSpPr>
            <p:cNvPr id="9604" name="Google Shape;9604;p73"/>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73"/>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73"/>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7" name="Google Shape;9607;p73"/>
          <p:cNvGrpSpPr/>
          <p:nvPr/>
        </p:nvGrpSpPr>
        <p:grpSpPr>
          <a:xfrm>
            <a:off x="1739487" y="2687069"/>
            <a:ext cx="358379" cy="354527"/>
            <a:chOff x="-32245875" y="1938725"/>
            <a:chExt cx="295400" cy="292225"/>
          </a:xfrm>
        </p:grpSpPr>
        <p:sp>
          <p:nvSpPr>
            <p:cNvPr id="9608" name="Google Shape;9608;p73"/>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73"/>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73"/>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1" name="Google Shape;9611;p73"/>
          <p:cNvGrpSpPr/>
          <p:nvPr/>
        </p:nvGrpSpPr>
        <p:grpSpPr>
          <a:xfrm>
            <a:off x="1736150" y="3156468"/>
            <a:ext cx="365052" cy="352162"/>
            <a:chOff x="-32243500" y="2299850"/>
            <a:chExt cx="300900" cy="290275"/>
          </a:xfrm>
        </p:grpSpPr>
        <p:sp>
          <p:nvSpPr>
            <p:cNvPr id="9612" name="Google Shape;9612;p73"/>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73"/>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4" name="Google Shape;9614;p73"/>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5" name="Google Shape;9615;p73"/>
          <p:cNvGrpSpPr/>
          <p:nvPr/>
        </p:nvGrpSpPr>
        <p:grpSpPr>
          <a:xfrm>
            <a:off x="1299432" y="1306759"/>
            <a:ext cx="354527" cy="355498"/>
            <a:chOff x="-35495600" y="1912725"/>
            <a:chExt cx="292225" cy="293025"/>
          </a:xfrm>
        </p:grpSpPr>
        <p:sp>
          <p:nvSpPr>
            <p:cNvPr id="9616" name="Google Shape;9616;p73"/>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73"/>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73"/>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9" name="Google Shape;9619;p73"/>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0" name="Google Shape;9620;p73"/>
          <p:cNvGrpSpPr/>
          <p:nvPr/>
        </p:nvGrpSpPr>
        <p:grpSpPr>
          <a:xfrm>
            <a:off x="1299432" y="2221307"/>
            <a:ext cx="354527" cy="353587"/>
            <a:chOff x="-35495600" y="2631825"/>
            <a:chExt cx="292225" cy="291450"/>
          </a:xfrm>
        </p:grpSpPr>
        <p:sp>
          <p:nvSpPr>
            <p:cNvPr id="9621" name="Google Shape;9621;p73"/>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5" name="Google Shape;9625;p73"/>
          <p:cNvGrpSpPr/>
          <p:nvPr/>
        </p:nvGrpSpPr>
        <p:grpSpPr>
          <a:xfrm>
            <a:off x="3537081" y="1307714"/>
            <a:ext cx="353587" cy="353587"/>
            <a:chOff x="-33673825" y="1916675"/>
            <a:chExt cx="291450" cy="291450"/>
          </a:xfrm>
        </p:grpSpPr>
        <p:sp>
          <p:nvSpPr>
            <p:cNvPr id="9626" name="Google Shape;9626;p73"/>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73"/>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73"/>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73"/>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73"/>
          <p:cNvGrpSpPr/>
          <p:nvPr/>
        </p:nvGrpSpPr>
        <p:grpSpPr>
          <a:xfrm>
            <a:off x="3534700" y="1765295"/>
            <a:ext cx="358349" cy="355468"/>
            <a:chOff x="-33676975" y="2275050"/>
            <a:chExt cx="295375" cy="293000"/>
          </a:xfrm>
        </p:grpSpPr>
        <p:sp>
          <p:nvSpPr>
            <p:cNvPr id="9631" name="Google Shape;9631;p73"/>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4" name="Google Shape;9634;p73"/>
          <p:cNvGrpSpPr/>
          <p:nvPr/>
        </p:nvGrpSpPr>
        <p:grpSpPr>
          <a:xfrm>
            <a:off x="3537081" y="2220594"/>
            <a:ext cx="353587" cy="355013"/>
            <a:chOff x="-33673825" y="2634975"/>
            <a:chExt cx="291450" cy="292625"/>
          </a:xfrm>
        </p:grpSpPr>
        <p:sp>
          <p:nvSpPr>
            <p:cNvPr id="9635" name="Google Shape;9635;p73"/>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7" name="Google Shape;9637;p73"/>
          <p:cNvGrpSpPr/>
          <p:nvPr/>
        </p:nvGrpSpPr>
        <p:grpSpPr>
          <a:xfrm>
            <a:off x="2205089" y="2687509"/>
            <a:ext cx="329687" cy="353648"/>
            <a:chOff x="-31874100" y="1939525"/>
            <a:chExt cx="271750" cy="291500"/>
          </a:xfrm>
        </p:grpSpPr>
        <p:sp>
          <p:nvSpPr>
            <p:cNvPr id="9638" name="Google Shape;9638;p73"/>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0" name="Google Shape;9640;p73"/>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1" name="Google Shape;9641;p73"/>
          <p:cNvGrpSpPr/>
          <p:nvPr/>
        </p:nvGrpSpPr>
        <p:grpSpPr>
          <a:xfrm>
            <a:off x="2186451" y="3616531"/>
            <a:ext cx="366963" cy="352768"/>
            <a:chOff x="-31889075" y="2658950"/>
            <a:chExt cx="302475" cy="290775"/>
          </a:xfrm>
        </p:grpSpPr>
        <p:sp>
          <p:nvSpPr>
            <p:cNvPr id="9642" name="Google Shape;9642;p73"/>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3"/>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4" name="Google Shape;9644;p73"/>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5" name="Google Shape;9645;p73"/>
          <p:cNvGrpSpPr/>
          <p:nvPr/>
        </p:nvGrpSpPr>
        <p:grpSpPr>
          <a:xfrm>
            <a:off x="1747421" y="1306759"/>
            <a:ext cx="354527" cy="355498"/>
            <a:chOff x="-35136450" y="1912725"/>
            <a:chExt cx="292225" cy="293025"/>
          </a:xfrm>
        </p:grpSpPr>
        <p:sp>
          <p:nvSpPr>
            <p:cNvPr id="9646" name="Google Shape;9646;p73"/>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9" name="Google Shape;9649;p73"/>
          <p:cNvGrpSpPr/>
          <p:nvPr/>
        </p:nvGrpSpPr>
        <p:grpSpPr>
          <a:xfrm>
            <a:off x="1747891" y="1765978"/>
            <a:ext cx="353587" cy="354103"/>
            <a:chOff x="-35134875" y="2272675"/>
            <a:chExt cx="291450" cy="291875"/>
          </a:xfrm>
        </p:grpSpPr>
        <p:sp>
          <p:nvSpPr>
            <p:cNvPr id="9650" name="Google Shape;9650;p73"/>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73"/>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3"/>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4" name="Google Shape;9654;p73"/>
          <p:cNvGrpSpPr/>
          <p:nvPr/>
        </p:nvGrpSpPr>
        <p:grpSpPr>
          <a:xfrm>
            <a:off x="1789458" y="2221307"/>
            <a:ext cx="270453" cy="353587"/>
            <a:chOff x="-35101800" y="2631050"/>
            <a:chExt cx="222925" cy="291450"/>
          </a:xfrm>
        </p:grpSpPr>
        <p:sp>
          <p:nvSpPr>
            <p:cNvPr id="9655" name="Google Shape;9655;p73"/>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73"/>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9" name="Google Shape;9659;p73"/>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0" name="Google Shape;9660;p73"/>
          <p:cNvGrpSpPr/>
          <p:nvPr/>
        </p:nvGrpSpPr>
        <p:grpSpPr>
          <a:xfrm>
            <a:off x="3977510" y="1765295"/>
            <a:ext cx="353587" cy="355468"/>
            <a:chOff x="-33314675" y="2275050"/>
            <a:chExt cx="291450" cy="293000"/>
          </a:xfrm>
        </p:grpSpPr>
        <p:sp>
          <p:nvSpPr>
            <p:cNvPr id="9661" name="Google Shape;9661;p73"/>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4" name="Google Shape;9664;p73"/>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5" name="Google Shape;9665;p73"/>
          <p:cNvGrpSpPr/>
          <p:nvPr/>
        </p:nvGrpSpPr>
        <p:grpSpPr>
          <a:xfrm>
            <a:off x="2639701" y="2687555"/>
            <a:ext cx="353587" cy="353557"/>
            <a:chOff x="-31523625" y="1939525"/>
            <a:chExt cx="291450" cy="291425"/>
          </a:xfrm>
        </p:grpSpPr>
        <p:sp>
          <p:nvSpPr>
            <p:cNvPr id="9666" name="Google Shape;9666;p73"/>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73"/>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73"/>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73"/>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73"/>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73"/>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73"/>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3"/>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7" name="Google Shape;9677;p73"/>
          <p:cNvGrpSpPr/>
          <p:nvPr/>
        </p:nvGrpSpPr>
        <p:grpSpPr>
          <a:xfrm>
            <a:off x="2638746" y="3155755"/>
            <a:ext cx="355498" cy="353587"/>
            <a:chOff x="-31523625" y="2298675"/>
            <a:chExt cx="293025" cy="291450"/>
          </a:xfrm>
        </p:grpSpPr>
        <p:sp>
          <p:nvSpPr>
            <p:cNvPr id="9678" name="Google Shape;9678;p73"/>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73"/>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1" name="Google Shape;9681;p73"/>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3" name="Google Shape;9683;p73"/>
          <p:cNvGrpSpPr/>
          <p:nvPr/>
        </p:nvGrpSpPr>
        <p:grpSpPr>
          <a:xfrm>
            <a:off x="2205934" y="1307729"/>
            <a:ext cx="331598" cy="353557"/>
            <a:chOff x="-34767825" y="1914325"/>
            <a:chExt cx="273325" cy="291425"/>
          </a:xfrm>
        </p:grpSpPr>
        <p:sp>
          <p:nvSpPr>
            <p:cNvPr id="9684" name="Google Shape;9684;p73"/>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73"/>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73"/>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7" name="Google Shape;9687;p73"/>
          <p:cNvGrpSpPr/>
          <p:nvPr/>
        </p:nvGrpSpPr>
        <p:grpSpPr>
          <a:xfrm>
            <a:off x="2193513" y="1765280"/>
            <a:ext cx="356438" cy="355498"/>
            <a:chOff x="-34778075" y="2272675"/>
            <a:chExt cx="293800" cy="293025"/>
          </a:xfrm>
        </p:grpSpPr>
        <p:sp>
          <p:nvSpPr>
            <p:cNvPr id="9688" name="Google Shape;9688;p73"/>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3"/>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73"/>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1" name="Google Shape;9691;p73"/>
          <p:cNvGrpSpPr/>
          <p:nvPr/>
        </p:nvGrpSpPr>
        <p:grpSpPr>
          <a:xfrm>
            <a:off x="2194939" y="2221307"/>
            <a:ext cx="353587" cy="353587"/>
            <a:chOff x="-34776500" y="2631825"/>
            <a:chExt cx="291450" cy="291450"/>
          </a:xfrm>
        </p:grpSpPr>
        <p:sp>
          <p:nvSpPr>
            <p:cNvPr id="9692" name="Google Shape;9692;p73"/>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3"/>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3"/>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5" name="Google Shape;9695;p73"/>
          <p:cNvGrpSpPr/>
          <p:nvPr/>
        </p:nvGrpSpPr>
        <p:grpSpPr>
          <a:xfrm>
            <a:off x="853628" y="2685160"/>
            <a:ext cx="354527" cy="358349"/>
            <a:chOff x="-32956300" y="1915900"/>
            <a:chExt cx="292225" cy="295375"/>
          </a:xfrm>
        </p:grpSpPr>
        <p:sp>
          <p:nvSpPr>
            <p:cNvPr id="9696" name="Google Shape;9696;p73"/>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73"/>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98" name="Google Shape;9698;p73"/>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0" name="Google Shape;9700;p73"/>
          <p:cNvGrpSpPr/>
          <p:nvPr/>
        </p:nvGrpSpPr>
        <p:grpSpPr>
          <a:xfrm>
            <a:off x="3081101" y="2687555"/>
            <a:ext cx="356438" cy="353557"/>
            <a:chOff x="-31166825" y="1939525"/>
            <a:chExt cx="293800" cy="291425"/>
          </a:xfrm>
        </p:grpSpPr>
        <p:sp>
          <p:nvSpPr>
            <p:cNvPr id="9701" name="Google Shape;9701;p73"/>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73"/>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73"/>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73"/>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73"/>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73"/>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73"/>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73"/>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73"/>
          <p:cNvGrpSpPr/>
          <p:nvPr/>
        </p:nvGrpSpPr>
        <p:grpSpPr>
          <a:xfrm>
            <a:off x="3082057" y="3155482"/>
            <a:ext cx="354527" cy="354133"/>
            <a:chOff x="-31165250" y="2298675"/>
            <a:chExt cx="292225" cy="291900"/>
          </a:xfrm>
        </p:grpSpPr>
        <p:sp>
          <p:nvSpPr>
            <p:cNvPr id="9713" name="Google Shape;9713;p73"/>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73"/>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73"/>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6" name="Google Shape;9716;p73"/>
          <p:cNvGrpSpPr/>
          <p:nvPr/>
        </p:nvGrpSpPr>
        <p:grpSpPr>
          <a:xfrm>
            <a:off x="3082542" y="3616136"/>
            <a:ext cx="353557" cy="353557"/>
            <a:chOff x="-31164450" y="2657050"/>
            <a:chExt cx="291425" cy="291425"/>
          </a:xfrm>
        </p:grpSpPr>
        <p:sp>
          <p:nvSpPr>
            <p:cNvPr id="9717" name="Google Shape;9717;p73"/>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73"/>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73"/>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1" name="Google Shape;9721;p73"/>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2" name="Google Shape;9722;p73"/>
          <p:cNvGrpSpPr/>
          <p:nvPr/>
        </p:nvGrpSpPr>
        <p:grpSpPr>
          <a:xfrm>
            <a:off x="2632987" y="1307366"/>
            <a:ext cx="358349" cy="354285"/>
            <a:chOff x="-34421275" y="1912725"/>
            <a:chExt cx="295375" cy="292025"/>
          </a:xfrm>
        </p:grpSpPr>
        <p:sp>
          <p:nvSpPr>
            <p:cNvPr id="9723" name="Google Shape;9723;p73"/>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2632032" y="1765280"/>
            <a:ext cx="360260" cy="355498"/>
            <a:chOff x="-34418125" y="2271100"/>
            <a:chExt cx="296950" cy="293025"/>
          </a:xfrm>
        </p:grpSpPr>
        <p:sp>
          <p:nvSpPr>
            <p:cNvPr id="9726" name="Google Shape;9726;p73"/>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73"/>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73"/>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73"/>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73"/>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1" name="Google Shape;9731;p73"/>
          <p:cNvGrpSpPr/>
          <p:nvPr/>
        </p:nvGrpSpPr>
        <p:grpSpPr>
          <a:xfrm>
            <a:off x="2632987" y="2221307"/>
            <a:ext cx="358349" cy="353587"/>
            <a:chOff x="-34421275" y="2631050"/>
            <a:chExt cx="295375" cy="291450"/>
          </a:xfrm>
        </p:grpSpPr>
        <p:sp>
          <p:nvSpPr>
            <p:cNvPr id="9732" name="Google Shape;9732;p73"/>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73"/>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73"/>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6" name="Google Shape;9736;p73"/>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73"/>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9" name="Google Shape;9739;p73"/>
          <p:cNvGrpSpPr/>
          <p:nvPr/>
        </p:nvGrpSpPr>
        <p:grpSpPr>
          <a:xfrm>
            <a:off x="3537620" y="2688025"/>
            <a:ext cx="353587" cy="352617"/>
            <a:chOff x="-30805300" y="1938725"/>
            <a:chExt cx="291450" cy="290650"/>
          </a:xfrm>
        </p:grpSpPr>
        <p:sp>
          <p:nvSpPr>
            <p:cNvPr id="9740" name="Google Shape;9740;p73"/>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73"/>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73"/>
          <p:cNvGrpSpPr/>
          <p:nvPr/>
        </p:nvGrpSpPr>
        <p:grpSpPr>
          <a:xfrm>
            <a:off x="3538105" y="3155952"/>
            <a:ext cx="352617" cy="353193"/>
            <a:chOff x="-30805300" y="2298675"/>
            <a:chExt cx="290650" cy="291125"/>
          </a:xfrm>
        </p:grpSpPr>
        <p:sp>
          <p:nvSpPr>
            <p:cNvPr id="9743" name="Google Shape;9743;p73"/>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3"/>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73"/>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73"/>
          <p:cNvGrpSpPr/>
          <p:nvPr/>
        </p:nvGrpSpPr>
        <p:grpSpPr>
          <a:xfrm>
            <a:off x="3537635" y="3616136"/>
            <a:ext cx="353557" cy="353557"/>
            <a:chOff x="-30806075" y="2657050"/>
            <a:chExt cx="291425" cy="291425"/>
          </a:xfrm>
        </p:grpSpPr>
        <p:sp>
          <p:nvSpPr>
            <p:cNvPr id="9748" name="Google Shape;9748;p73"/>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1" name="Google Shape;9751;p73"/>
          <p:cNvGrpSpPr/>
          <p:nvPr/>
        </p:nvGrpSpPr>
        <p:grpSpPr>
          <a:xfrm>
            <a:off x="2639681" y="4073943"/>
            <a:ext cx="353557" cy="353557"/>
            <a:chOff x="-30064925" y="2332550"/>
            <a:chExt cx="291425" cy="291425"/>
          </a:xfrm>
        </p:grpSpPr>
        <p:sp>
          <p:nvSpPr>
            <p:cNvPr id="9752" name="Google Shape;9752;p73"/>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5" name="Google Shape;9755;p73"/>
          <p:cNvGrpSpPr/>
          <p:nvPr/>
        </p:nvGrpSpPr>
        <p:grpSpPr>
          <a:xfrm>
            <a:off x="3983068" y="2683443"/>
            <a:ext cx="348855" cy="347879"/>
            <a:chOff x="2821450" y="2957850"/>
            <a:chExt cx="259275" cy="258550"/>
          </a:xfrm>
        </p:grpSpPr>
        <p:sp>
          <p:nvSpPr>
            <p:cNvPr id="9756" name="Google Shape;9756;p73"/>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txBody>
            <a:bodyPr/>
            <a:lstStyle/>
            <a:p>
              <a:endParaRPr lang="fr-FR"/>
            </a:p>
          </p:txBody>
        </p:sp>
      </p:grpSp>
      <p:grpSp>
        <p:nvGrpSpPr>
          <p:cNvPr id="9759" name="Google Shape;9759;p73"/>
          <p:cNvGrpSpPr/>
          <p:nvPr/>
        </p:nvGrpSpPr>
        <p:grpSpPr>
          <a:xfrm>
            <a:off x="4858100" y="1304461"/>
            <a:ext cx="361090" cy="361090"/>
            <a:chOff x="-57970450" y="1903275"/>
            <a:chExt cx="318225" cy="318225"/>
          </a:xfrm>
        </p:grpSpPr>
        <p:sp>
          <p:nvSpPr>
            <p:cNvPr id="9760" name="Google Shape;9760;p73"/>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4" name="Google Shape;9764;p73"/>
          <p:cNvGrpSpPr/>
          <p:nvPr/>
        </p:nvGrpSpPr>
        <p:grpSpPr>
          <a:xfrm>
            <a:off x="4880000" y="1780418"/>
            <a:ext cx="317290" cy="359303"/>
            <a:chOff x="-57950750" y="2296300"/>
            <a:chExt cx="279625" cy="316650"/>
          </a:xfrm>
        </p:grpSpPr>
        <p:sp>
          <p:nvSpPr>
            <p:cNvPr id="9765" name="Google Shape;9765;p73"/>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9" name="Google Shape;9769;p73"/>
          <p:cNvGrpSpPr/>
          <p:nvPr/>
        </p:nvGrpSpPr>
        <p:grpSpPr>
          <a:xfrm>
            <a:off x="4858214" y="2232094"/>
            <a:ext cx="360863" cy="360211"/>
            <a:chOff x="-57969675" y="2687750"/>
            <a:chExt cx="318025" cy="317450"/>
          </a:xfrm>
        </p:grpSpPr>
        <p:sp>
          <p:nvSpPr>
            <p:cNvPr id="9770" name="Google Shape;9770;p73"/>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4" name="Google Shape;9774;p73"/>
          <p:cNvGrpSpPr/>
          <p:nvPr/>
        </p:nvGrpSpPr>
        <p:grpSpPr>
          <a:xfrm>
            <a:off x="7067397" y="1304461"/>
            <a:ext cx="363785" cy="361090"/>
            <a:chOff x="-56012425" y="1903275"/>
            <a:chExt cx="320600" cy="318225"/>
          </a:xfrm>
        </p:grpSpPr>
        <p:sp>
          <p:nvSpPr>
            <p:cNvPr id="9775" name="Google Shape;9775;p73"/>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7" name="Google Shape;9777;p73"/>
          <p:cNvGrpSpPr/>
          <p:nvPr/>
        </p:nvGrpSpPr>
        <p:grpSpPr>
          <a:xfrm>
            <a:off x="7068290" y="1778631"/>
            <a:ext cx="361998" cy="361998"/>
            <a:chOff x="-56010850" y="2294725"/>
            <a:chExt cx="319025" cy="319025"/>
          </a:xfrm>
        </p:grpSpPr>
        <p:sp>
          <p:nvSpPr>
            <p:cNvPr id="9778" name="Google Shape;9778;p73"/>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73"/>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73"/>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73"/>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2" name="Google Shape;9782;p73"/>
          <p:cNvGrpSpPr/>
          <p:nvPr/>
        </p:nvGrpSpPr>
        <p:grpSpPr>
          <a:xfrm>
            <a:off x="7068305" y="2231215"/>
            <a:ext cx="361969" cy="361090"/>
            <a:chOff x="-56010050" y="2686975"/>
            <a:chExt cx="319000" cy="318225"/>
          </a:xfrm>
        </p:grpSpPr>
        <p:sp>
          <p:nvSpPr>
            <p:cNvPr id="9783" name="Google Shape;9783;p73"/>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73"/>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7" name="Google Shape;9787;p73"/>
          <p:cNvGrpSpPr/>
          <p:nvPr/>
        </p:nvGrpSpPr>
        <p:grpSpPr>
          <a:xfrm>
            <a:off x="5753801" y="2684124"/>
            <a:ext cx="361998" cy="361090"/>
            <a:chOff x="-54081175" y="1903275"/>
            <a:chExt cx="319025" cy="318225"/>
          </a:xfrm>
        </p:grpSpPr>
        <p:sp>
          <p:nvSpPr>
            <p:cNvPr id="9788" name="Google Shape;9788;p73"/>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73"/>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0" name="Google Shape;9790;p73"/>
          <p:cNvGrpSpPr/>
          <p:nvPr/>
        </p:nvGrpSpPr>
        <p:grpSpPr>
          <a:xfrm>
            <a:off x="5776154" y="3137587"/>
            <a:ext cx="317290" cy="360211"/>
            <a:chOff x="-54063050" y="2296300"/>
            <a:chExt cx="279625" cy="317450"/>
          </a:xfrm>
        </p:grpSpPr>
        <p:sp>
          <p:nvSpPr>
            <p:cNvPr id="9791" name="Google Shape;9791;p73"/>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73"/>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73"/>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73"/>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73"/>
          <p:cNvGrpSpPr/>
          <p:nvPr/>
        </p:nvGrpSpPr>
        <p:grpSpPr>
          <a:xfrm>
            <a:off x="5776154" y="3601649"/>
            <a:ext cx="317290" cy="361033"/>
            <a:chOff x="-54061475" y="2685450"/>
            <a:chExt cx="279625" cy="318175"/>
          </a:xfrm>
        </p:grpSpPr>
        <p:sp>
          <p:nvSpPr>
            <p:cNvPr id="9796" name="Google Shape;9796;p73"/>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73"/>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3"/>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3"/>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0" name="Google Shape;9800;p73"/>
          <p:cNvGrpSpPr/>
          <p:nvPr/>
        </p:nvGrpSpPr>
        <p:grpSpPr>
          <a:xfrm>
            <a:off x="8029690" y="2693967"/>
            <a:ext cx="275278" cy="361969"/>
            <a:chOff x="-52074300" y="1911950"/>
            <a:chExt cx="242600" cy="319000"/>
          </a:xfrm>
        </p:grpSpPr>
        <p:sp>
          <p:nvSpPr>
            <p:cNvPr id="9801" name="Google Shape;9801;p73"/>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5" name="Google Shape;9805;p73"/>
          <p:cNvGrpSpPr/>
          <p:nvPr/>
        </p:nvGrpSpPr>
        <p:grpSpPr>
          <a:xfrm>
            <a:off x="5287689" y="1305369"/>
            <a:ext cx="361998" cy="361090"/>
            <a:chOff x="-57578225" y="1904075"/>
            <a:chExt cx="319025" cy="318225"/>
          </a:xfrm>
        </p:grpSpPr>
        <p:sp>
          <p:nvSpPr>
            <p:cNvPr id="9806" name="Google Shape;9806;p73"/>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73"/>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73"/>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73"/>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0" name="Google Shape;9810;p73"/>
          <p:cNvGrpSpPr/>
          <p:nvPr/>
        </p:nvGrpSpPr>
        <p:grpSpPr>
          <a:xfrm>
            <a:off x="5310042" y="1778631"/>
            <a:ext cx="317290" cy="361090"/>
            <a:chOff x="-57558525" y="2294725"/>
            <a:chExt cx="279625" cy="318225"/>
          </a:xfrm>
        </p:grpSpPr>
        <p:sp>
          <p:nvSpPr>
            <p:cNvPr id="9811" name="Google Shape;9811;p73"/>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73"/>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73"/>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73"/>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73"/>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6" name="Google Shape;9816;p73"/>
          <p:cNvGrpSpPr/>
          <p:nvPr/>
        </p:nvGrpSpPr>
        <p:grpSpPr>
          <a:xfrm>
            <a:off x="5285901" y="2231215"/>
            <a:ext cx="365572" cy="361969"/>
            <a:chOff x="-57579800" y="2686975"/>
            <a:chExt cx="322175" cy="319000"/>
          </a:xfrm>
        </p:grpSpPr>
        <p:sp>
          <p:nvSpPr>
            <p:cNvPr id="9817" name="Google Shape;9817;p73"/>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73"/>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9" name="Google Shape;9819;p73"/>
          <p:cNvGrpSpPr/>
          <p:nvPr/>
        </p:nvGrpSpPr>
        <p:grpSpPr>
          <a:xfrm>
            <a:off x="7510682" y="1778631"/>
            <a:ext cx="367359" cy="361090"/>
            <a:chOff x="-55620975" y="2294725"/>
            <a:chExt cx="323750" cy="318225"/>
          </a:xfrm>
        </p:grpSpPr>
        <p:sp>
          <p:nvSpPr>
            <p:cNvPr id="9820" name="Google Shape;9820;p73"/>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3"/>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3"/>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3"/>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3"/>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3"/>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73"/>
          <p:cNvGrpSpPr/>
          <p:nvPr/>
        </p:nvGrpSpPr>
        <p:grpSpPr>
          <a:xfrm>
            <a:off x="7512923" y="2231130"/>
            <a:ext cx="362877" cy="361175"/>
            <a:chOff x="-55620175" y="2686900"/>
            <a:chExt cx="319800" cy="318300"/>
          </a:xfrm>
        </p:grpSpPr>
        <p:sp>
          <p:nvSpPr>
            <p:cNvPr id="9827" name="Google Shape;9827;p73"/>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3"/>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3"/>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3"/>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1" name="Google Shape;9831;p73"/>
          <p:cNvGrpSpPr/>
          <p:nvPr/>
        </p:nvGrpSpPr>
        <p:grpSpPr>
          <a:xfrm>
            <a:off x="6198887" y="2684124"/>
            <a:ext cx="361969" cy="361090"/>
            <a:chOff x="-53690500" y="1903275"/>
            <a:chExt cx="319000" cy="318225"/>
          </a:xfrm>
        </p:grpSpPr>
        <p:sp>
          <p:nvSpPr>
            <p:cNvPr id="9832" name="Google Shape;9832;p73"/>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3"/>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3"/>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3"/>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6" name="Google Shape;9836;p73"/>
          <p:cNvGrpSpPr/>
          <p:nvPr/>
        </p:nvGrpSpPr>
        <p:grpSpPr>
          <a:xfrm>
            <a:off x="6221226" y="3137587"/>
            <a:ext cx="317290" cy="359303"/>
            <a:chOff x="-53670800" y="2296300"/>
            <a:chExt cx="279625" cy="316650"/>
          </a:xfrm>
        </p:grpSpPr>
        <p:sp>
          <p:nvSpPr>
            <p:cNvPr id="9837" name="Google Shape;9837;p73"/>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3"/>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3"/>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3"/>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1" name="Google Shape;9841;p73"/>
          <p:cNvGrpSpPr/>
          <p:nvPr/>
        </p:nvGrpSpPr>
        <p:grpSpPr>
          <a:xfrm>
            <a:off x="6198887" y="3602925"/>
            <a:ext cx="361969" cy="361544"/>
            <a:chOff x="-53690500" y="2686575"/>
            <a:chExt cx="319000" cy="318625"/>
          </a:xfrm>
        </p:grpSpPr>
        <p:sp>
          <p:nvSpPr>
            <p:cNvPr id="9842" name="Google Shape;9842;p73"/>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73"/>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3"/>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3"/>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6" name="Google Shape;9846;p73"/>
          <p:cNvGrpSpPr/>
          <p:nvPr/>
        </p:nvGrpSpPr>
        <p:grpSpPr>
          <a:xfrm>
            <a:off x="8008669" y="3145785"/>
            <a:ext cx="317319" cy="360948"/>
            <a:chOff x="-52092425" y="2303525"/>
            <a:chExt cx="279650" cy="318100"/>
          </a:xfrm>
        </p:grpSpPr>
        <p:sp>
          <p:nvSpPr>
            <p:cNvPr id="9847" name="Google Shape;9847;p73"/>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3"/>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3"/>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3"/>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73"/>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2" name="Google Shape;9852;p73"/>
          <p:cNvGrpSpPr/>
          <p:nvPr/>
        </p:nvGrpSpPr>
        <p:grpSpPr>
          <a:xfrm>
            <a:off x="5727728" y="1306249"/>
            <a:ext cx="363756" cy="361090"/>
            <a:chOff x="-57189125" y="1904850"/>
            <a:chExt cx="320575" cy="318225"/>
          </a:xfrm>
        </p:grpSpPr>
        <p:sp>
          <p:nvSpPr>
            <p:cNvPr id="9853" name="Google Shape;9853;p73"/>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73"/>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73"/>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73"/>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73"/>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73"/>
          <p:cNvGrpSpPr/>
          <p:nvPr/>
        </p:nvGrpSpPr>
        <p:grpSpPr>
          <a:xfrm>
            <a:off x="5728621" y="1800985"/>
            <a:ext cx="361969" cy="316411"/>
            <a:chOff x="-57187550" y="2314425"/>
            <a:chExt cx="319000" cy="278850"/>
          </a:xfrm>
        </p:grpSpPr>
        <p:sp>
          <p:nvSpPr>
            <p:cNvPr id="9859" name="Google Shape;9859;p73"/>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3"/>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3"/>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73"/>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3" name="Google Shape;9863;p73"/>
          <p:cNvGrpSpPr/>
          <p:nvPr/>
        </p:nvGrpSpPr>
        <p:grpSpPr>
          <a:xfrm>
            <a:off x="5745585" y="2230534"/>
            <a:ext cx="328042" cy="361771"/>
            <a:chOff x="-57172600" y="2686375"/>
            <a:chExt cx="289100" cy="318825"/>
          </a:xfrm>
        </p:grpSpPr>
        <p:sp>
          <p:nvSpPr>
            <p:cNvPr id="9864" name="Google Shape;9864;p73"/>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3"/>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6" name="Google Shape;9866;p73"/>
          <p:cNvGrpSpPr/>
          <p:nvPr/>
        </p:nvGrpSpPr>
        <p:grpSpPr>
          <a:xfrm>
            <a:off x="7958434" y="1304461"/>
            <a:ext cx="361090" cy="359303"/>
            <a:chOff x="-55225575" y="1903275"/>
            <a:chExt cx="318225" cy="316650"/>
          </a:xfrm>
        </p:grpSpPr>
        <p:sp>
          <p:nvSpPr>
            <p:cNvPr id="9867" name="Google Shape;9867;p73"/>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73"/>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73"/>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3"/>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3"/>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2" name="Google Shape;9872;p73"/>
          <p:cNvGrpSpPr/>
          <p:nvPr/>
        </p:nvGrpSpPr>
        <p:grpSpPr>
          <a:xfrm>
            <a:off x="7969611" y="1780418"/>
            <a:ext cx="338736" cy="359303"/>
            <a:chOff x="-55217700" y="2296300"/>
            <a:chExt cx="298525" cy="316650"/>
          </a:xfrm>
        </p:grpSpPr>
        <p:sp>
          <p:nvSpPr>
            <p:cNvPr id="9873" name="Google Shape;9873;p73"/>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73"/>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73"/>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3"/>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73"/>
          <p:cNvGrpSpPr/>
          <p:nvPr/>
        </p:nvGrpSpPr>
        <p:grpSpPr>
          <a:xfrm>
            <a:off x="7957541" y="2233002"/>
            <a:ext cx="362877" cy="359303"/>
            <a:chOff x="-55229525" y="2688550"/>
            <a:chExt cx="319800" cy="316650"/>
          </a:xfrm>
        </p:grpSpPr>
        <p:sp>
          <p:nvSpPr>
            <p:cNvPr id="9878" name="Google Shape;9878;p73"/>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3"/>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73"/>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73"/>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2" name="Google Shape;9882;p73"/>
          <p:cNvGrpSpPr/>
          <p:nvPr/>
        </p:nvGrpSpPr>
        <p:grpSpPr>
          <a:xfrm>
            <a:off x="6653760" y="2684124"/>
            <a:ext cx="338765" cy="361090"/>
            <a:chOff x="-53288825" y="1903275"/>
            <a:chExt cx="298550" cy="318225"/>
          </a:xfrm>
        </p:grpSpPr>
        <p:sp>
          <p:nvSpPr>
            <p:cNvPr id="9883" name="Google Shape;9883;p73"/>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3"/>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3"/>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3"/>
          <p:cNvGrpSpPr/>
          <p:nvPr/>
        </p:nvGrpSpPr>
        <p:grpSpPr>
          <a:xfrm>
            <a:off x="6642143" y="3135800"/>
            <a:ext cx="361998" cy="361090"/>
            <a:chOff x="-53299850" y="2294725"/>
            <a:chExt cx="319025" cy="318225"/>
          </a:xfrm>
        </p:grpSpPr>
        <p:sp>
          <p:nvSpPr>
            <p:cNvPr id="9887" name="Google Shape;9887;p73"/>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3"/>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9" name="Google Shape;9889;p73"/>
          <p:cNvGrpSpPr/>
          <p:nvPr/>
        </p:nvGrpSpPr>
        <p:grpSpPr>
          <a:xfrm>
            <a:off x="6664936" y="3604259"/>
            <a:ext cx="316411" cy="360211"/>
            <a:chOff x="-53278575" y="2687750"/>
            <a:chExt cx="278850" cy="317450"/>
          </a:xfrm>
        </p:grpSpPr>
        <p:sp>
          <p:nvSpPr>
            <p:cNvPr id="9890" name="Google Shape;9890;p73"/>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3"/>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73"/>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73"/>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4" name="Google Shape;9894;p73"/>
          <p:cNvGrpSpPr/>
          <p:nvPr/>
        </p:nvGrpSpPr>
        <p:grpSpPr>
          <a:xfrm>
            <a:off x="7986330" y="3603947"/>
            <a:ext cx="361998" cy="362310"/>
            <a:chOff x="-52101875" y="2687475"/>
            <a:chExt cx="319025" cy="319300"/>
          </a:xfrm>
        </p:grpSpPr>
        <p:sp>
          <p:nvSpPr>
            <p:cNvPr id="9895" name="Google Shape;9895;p73"/>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73"/>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3"/>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73"/>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9" name="Google Shape;9899;p73"/>
          <p:cNvGrpSpPr/>
          <p:nvPr/>
        </p:nvGrpSpPr>
        <p:grpSpPr>
          <a:xfrm>
            <a:off x="6201079" y="1305369"/>
            <a:ext cx="317290" cy="361090"/>
            <a:chOff x="-56774050" y="1904075"/>
            <a:chExt cx="279625" cy="318225"/>
          </a:xfrm>
        </p:grpSpPr>
        <p:sp>
          <p:nvSpPr>
            <p:cNvPr id="9900" name="Google Shape;9900;p73"/>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73"/>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2" name="Google Shape;9902;p73"/>
          <p:cNvGrpSpPr/>
          <p:nvPr/>
        </p:nvGrpSpPr>
        <p:grpSpPr>
          <a:xfrm>
            <a:off x="6201079" y="1778631"/>
            <a:ext cx="317290" cy="361090"/>
            <a:chOff x="-56774850" y="2294725"/>
            <a:chExt cx="279625" cy="318225"/>
          </a:xfrm>
        </p:grpSpPr>
        <p:sp>
          <p:nvSpPr>
            <p:cNvPr id="9903" name="Google Shape;9903;p73"/>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73"/>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73"/>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6" name="Google Shape;9906;p73"/>
          <p:cNvGrpSpPr/>
          <p:nvPr/>
        </p:nvGrpSpPr>
        <p:grpSpPr>
          <a:xfrm>
            <a:off x="6222086" y="2231215"/>
            <a:ext cx="275278" cy="360182"/>
            <a:chOff x="-56756725" y="2686975"/>
            <a:chExt cx="242600" cy="317425"/>
          </a:xfrm>
        </p:grpSpPr>
        <p:sp>
          <p:nvSpPr>
            <p:cNvPr id="9907" name="Google Shape;9907;p73"/>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3"/>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3"/>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0" name="Google Shape;9910;p73"/>
          <p:cNvGrpSpPr/>
          <p:nvPr/>
        </p:nvGrpSpPr>
        <p:grpSpPr>
          <a:xfrm>
            <a:off x="4870518" y="2684124"/>
            <a:ext cx="337346" cy="361998"/>
            <a:chOff x="-54826975" y="1903275"/>
            <a:chExt cx="297300" cy="319025"/>
          </a:xfrm>
        </p:grpSpPr>
        <p:sp>
          <p:nvSpPr>
            <p:cNvPr id="9911" name="Google Shape;9911;p73"/>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3"/>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73"/>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4" name="Google Shape;9914;p73"/>
          <p:cNvGrpSpPr/>
          <p:nvPr/>
        </p:nvGrpSpPr>
        <p:grpSpPr>
          <a:xfrm>
            <a:off x="4858206" y="3137587"/>
            <a:ext cx="361969" cy="359274"/>
            <a:chOff x="-54836500" y="2296300"/>
            <a:chExt cx="319000" cy="316625"/>
          </a:xfrm>
        </p:grpSpPr>
        <p:sp>
          <p:nvSpPr>
            <p:cNvPr id="9915" name="Google Shape;9915;p73"/>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73"/>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73"/>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73"/>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9" name="Google Shape;9919;p73"/>
          <p:cNvGrpSpPr/>
          <p:nvPr/>
        </p:nvGrpSpPr>
        <p:grpSpPr>
          <a:xfrm>
            <a:off x="4879652" y="3604259"/>
            <a:ext cx="319078" cy="361090"/>
            <a:chOff x="-54817600" y="2687750"/>
            <a:chExt cx="281200" cy="318225"/>
          </a:xfrm>
        </p:grpSpPr>
        <p:sp>
          <p:nvSpPr>
            <p:cNvPr id="9920" name="Google Shape;9920;p73"/>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73"/>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73"/>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73"/>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4" name="Google Shape;9924;p73"/>
          <p:cNvGrpSpPr/>
          <p:nvPr/>
        </p:nvGrpSpPr>
        <p:grpSpPr>
          <a:xfrm>
            <a:off x="7110476" y="2684124"/>
            <a:ext cx="317290" cy="359303"/>
            <a:chOff x="-52887125" y="1903275"/>
            <a:chExt cx="279625" cy="316650"/>
          </a:xfrm>
        </p:grpSpPr>
        <p:sp>
          <p:nvSpPr>
            <p:cNvPr id="9925" name="Google Shape;9925;p73"/>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73"/>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7" name="Google Shape;9927;p73"/>
          <p:cNvGrpSpPr/>
          <p:nvPr/>
        </p:nvGrpSpPr>
        <p:grpSpPr>
          <a:xfrm>
            <a:off x="7089030" y="3134920"/>
            <a:ext cx="360182" cy="361969"/>
            <a:chOff x="-52906025" y="2293950"/>
            <a:chExt cx="317425" cy="319000"/>
          </a:xfrm>
        </p:grpSpPr>
        <p:sp>
          <p:nvSpPr>
            <p:cNvPr id="9928" name="Google Shape;9928;p73"/>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73"/>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73"/>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73"/>
          <p:cNvGrpSpPr/>
          <p:nvPr/>
        </p:nvGrpSpPr>
        <p:grpSpPr>
          <a:xfrm>
            <a:off x="7110476" y="3603379"/>
            <a:ext cx="317290" cy="361090"/>
            <a:chOff x="-52887125" y="2686975"/>
            <a:chExt cx="279625" cy="318225"/>
          </a:xfrm>
        </p:grpSpPr>
        <p:sp>
          <p:nvSpPr>
            <p:cNvPr id="9932" name="Google Shape;9932;p73"/>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73"/>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73"/>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73"/>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73"/>
          <p:cNvGrpSpPr/>
          <p:nvPr/>
        </p:nvGrpSpPr>
        <p:grpSpPr>
          <a:xfrm>
            <a:off x="6220848" y="4062998"/>
            <a:ext cx="318170" cy="359303"/>
            <a:chOff x="-51722225" y="1915100"/>
            <a:chExt cx="280400" cy="316650"/>
          </a:xfrm>
        </p:grpSpPr>
        <p:sp>
          <p:nvSpPr>
            <p:cNvPr id="9937" name="Google Shape;9937;p73"/>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73"/>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73"/>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73"/>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1" name="Google Shape;9941;p73"/>
          <p:cNvGrpSpPr/>
          <p:nvPr/>
        </p:nvGrpSpPr>
        <p:grpSpPr>
          <a:xfrm>
            <a:off x="6616678" y="1303695"/>
            <a:ext cx="370905" cy="360976"/>
            <a:chOff x="-56407800" y="1902600"/>
            <a:chExt cx="326875" cy="318125"/>
          </a:xfrm>
        </p:grpSpPr>
        <p:sp>
          <p:nvSpPr>
            <p:cNvPr id="9942" name="Google Shape;9942;p73"/>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73"/>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73"/>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5" name="Google Shape;9945;p73"/>
          <p:cNvGrpSpPr/>
          <p:nvPr/>
        </p:nvGrpSpPr>
        <p:grpSpPr>
          <a:xfrm>
            <a:off x="6622479" y="1790262"/>
            <a:ext cx="359303" cy="338736"/>
            <a:chOff x="-56401500" y="2304975"/>
            <a:chExt cx="316650" cy="298525"/>
          </a:xfrm>
        </p:grpSpPr>
        <p:sp>
          <p:nvSpPr>
            <p:cNvPr id="9946" name="Google Shape;9946;p73"/>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73"/>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73"/>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73"/>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0" name="Google Shape;9950;p73"/>
          <p:cNvGrpSpPr/>
          <p:nvPr/>
        </p:nvGrpSpPr>
        <p:grpSpPr>
          <a:xfrm>
            <a:off x="5328863" y="2682337"/>
            <a:ext cx="319985" cy="361090"/>
            <a:chOff x="-54426150" y="1901700"/>
            <a:chExt cx="282000" cy="318225"/>
          </a:xfrm>
        </p:grpSpPr>
        <p:sp>
          <p:nvSpPr>
            <p:cNvPr id="9951" name="Google Shape;9951;p73"/>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73"/>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73"/>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73"/>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5" name="Google Shape;9955;p73"/>
          <p:cNvGrpSpPr/>
          <p:nvPr/>
        </p:nvGrpSpPr>
        <p:grpSpPr>
          <a:xfrm>
            <a:off x="5328863" y="3135800"/>
            <a:ext cx="319985" cy="361998"/>
            <a:chOff x="-54426150" y="2294725"/>
            <a:chExt cx="282000" cy="319025"/>
          </a:xfrm>
        </p:grpSpPr>
        <p:sp>
          <p:nvSpPr>
            <p:cNvPr id="9956" name="Google Shape;9956;p73"/>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73"/>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3"/>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73"/>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73"/>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1" name="Google Shape;9961;p73"/>
          <p:cNvGrpSpPr/>
          <p:nvPr/>
        </p:nvGrpSpPr>
        <p:grpSpPr>
          <a:xfrm>
            <a:off x="5327076" y="3603379"/>
            <a:ext cx="323560" cy="361969"/>
            <a:chOff x="-54427725" y="2686975"/>
            <a:chExt cx="285150" cy="319000"/>
          </a:xfrm>
        </p:grpSpPr>
        <p:sp>
          <p:nvSpPr>
            <p:cNvPr id="9962" name="Google Shape;9962;p73"/>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73"/>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3"/>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73"/>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73"/>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7" name="Google Shape;9967;p73"/>
          <p:cNvGrpSpPr/>
          <p:nvPr/>
        </p:nvGrpSpPr>
        <p:grpSpPr>
          <a:xfrm>
            <a:off x="7533634" y="2684351"/>
            <a:ext cx="359303" cy="359984"/>
            <a:chOff x="-52513800" y="1903475"/>
            <a:chExt cx="316650" cy="317250"/>
          </a:xfrm>
        </p:grpSpPr>
        <p:sp>
          <p:nvSpPr>
            <p:cNvPr id="9968" name="Google Shape;9968;p73"/>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73"/>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0" name="Google Shape;9970;p73"/>
          <p:cNvGrpSpPr/>
          <p:nvPr/>
        </p:nvGrpSpPr>
        <p:grpSpPr>
          <a:xfrm>
            <a:off x="7543464" y="3136708"/>
            <a:ext cx="339644" cy="360182"/>
            <a:chOff x="-52505925" y="2295525"/>
            <a:chExt cx="299325" cy="317425"/>
          </a:xfrm>
        </p:grpSpPr>
        <p:sp>
          <p:nvSpPr>
            <p:cNvPr id="9971" name="Google Shape;9971;p73"/>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73"/>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3"/>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73"/>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5" name="Google Shape;9975;p73"/>
          <p:cNvGrpSpPr/>
          <p:nvPr/>
        </p:nvGrpSpPr>
        <p:grpSpPr>
          <a:xfrm>
            <a:off x="7554641" y="3603379"/>
            <a:ext cx="317290" cy="361090"/>
            <a:chOff x="-52494100" y="2686975"/>
            <a:chExt cx="279625" cy="318225"/>
          </a:xfrm>
        </p:grpSpPr>
        <p:sp>
          <p:nvSpPr>
            <p:cNvPr id="9976" name="Google Shape;9976;p73"/>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73"/>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73"/>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3"/>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3"/>
          <p:cNvGrpSpPr/>
          <p:nvPr/>
        </p:nvGrpSpPr>
        <p:grpSpPr>
          <a:xfrm>
            <a:off x="6665412" y="4064322"/>
            <a:ext cx="315503" cy="361090"/>
            <a:chOff x="-51708850" y="2305750"/>
            <a:chExt cx="278050" cy="318225"/>
          </a:xfrm>
        </p:grpSpPr>
        <p:sp>
          <p:nvSpPr>
            <p:cNvPr id="9981" name="Google Shape;9981;p73"/>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3"/>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73"/>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73"/>
          <p:cNvGrpSpPr/>
          <p:nvPr/>
        </p:nvGrpSpPr>
        <p:grpSpPr>
          <a:xfrm>
            <a:off x="7536807" y="1306109"/>
            <a:ext cx="319089" cy="362073"/>
            <a:chOff x="1044400" y="2917425"/>
            <a:chExt cx="248125" cy="281550"/>
          </a:xfrm>
        </p:grpSpPr>
        <p:sp>
          <p:nvSpPr>
            <p:cNvPr id="9985" name="Google Shape;9985;p73"/>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73"/>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73"/>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73"/>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3"/>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txBody>
            <a:bodyPr/>
            <a:lstStyle/>
            <a:p>
              <a:endParaRPr lang="fr-FR"/>
            </a:p>
          </p:txBody>
        </p:sp>
        <p:sp>
          <p:nvSpPr>
            <p:cNvPr id="9990" name="Google Shape;9990;p73"/>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txBody>
            <a:bodyPr/>
            <a:lstStyle/>
            <a:p>
              <a:endParaRPr lang="fr-FR"/>
            </a:p>
          </p:txBody>
        </p:sp>
        <p:sp>
          <p:nvSpPr>
            <p:cNvPr id="9991" name="Google Shape;9991;p73"/>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txBody>
            <a:bodyPr/>
            <a:lstStyle/>
            <a:p>
              <a:endParaRPr lang="fr-FR"/>
            </a:p>
          </p:txBody>
        </p:sp>
        <p:sp>
          <p:nvSpPr>
            <p:cNvPr id="9992" name="Google Shape;9992;p73"/>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3"/>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94" name="Google Shape;9994;p73"/>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98"/>
        <p:cNvGrpSpPr/>
        <p:nvPr/>
      </p:nvGrpSpPr>
      <p:grpSpPr>
        <a:xfrm>
          <a:off x="0" y="0"/>
          <a:ext cx="0" cy="0"/>
          <a:chOff x="0" y="0"/>
          <a:chExt cx="0" cy="0"/>
        </a:xfrm>
      </p:grpSpPr>
      <p:sp>
        <p:nvSpPr>
          <p:cNvPr id="9999" name="Google Shape;9999;p74"/>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000" name="Google Shape;10000;p74"/>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001" name="Google Shape;10001;p74"/>
          <p:cNvGrpSpPr/>
          <p:nvPr/>
        </p:nvGrpSpPr>
        <p:grpSpPr>
          <a:xfrm>
            <a:off x="889109" y="1303003"/>
            <a:ext cx="278288" cy="357036"/>
            <a:chOff x="-50489600" y="1947400"/>
            <a:chExt cx="233150" cy="299125"/>
          </a:xfrm>
        </p:grpSpPr>
        <p:sp>
          <p:nvSpPr>
            <p:cNvPr id="10002" name="Google Shape;10002;p74"/>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74"/>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74"/>
          <p:cNvGrpSpPr/>
          <p:nvPr/>
        </p:nvGrpSpPr>
        <p:grpSpPr>
          <a:xfrm>
            <a:off x="849616" y="1757960"/>
            <a:ext cx="357274" cy="358199"/>
            <a:chOff x="-50523475" y="2316000"/>
            <a:chExt cx="299325" cy="300100"/>
          </a:xfrm>
        </p:grpSpPr>
        <p:sp>
          <p:nvSpPr>
            <p:cNvPr id="10005" name="Google Shape;10005;p74"/>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74"/>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7" name="Google Shape;10007;p74"/>
          <p:cNvGrpSpPr/>
          <p:nvPr/>
        </p:nvGrpSpPr>
        <p:grpSpPr>
          <a:xfrm>
            <a:off x="848213" y="2207269"/>
            <a:ext cx="360079" cy="357304"/>
            <a:chOff x="-50524250" y="2686150"/>
            <a:chExt cx="301675" cy="299350"/>
          </a:xfrm>
        </p:grpSpPr>
        <p:sp>
          <p:nvSpPr>
            <p:cNvPr id="10008" name="Google Shape;10008;p74"/>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74"/>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74"/>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74"/>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4"/>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4"/>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74"/>
          <p:cNvGrpSpPr/>
          <p:nvPr/>
        </p:nvGrpSpPr>
        <p:grpSpPr>
          <a:xfrm>
            <a:off x="3070976" y="1333082"/>
            <a:ext cx="358199" cy="359154"/>
            <a:chOff x="-48633950" y="1972600"/>
            <a:chExt cx="300100" cy="300900"/>
          </a:xfrm>
        </p:grpSpPr>
        <p:sp>
          <p:nvSpPr>
            <p:cNvPr id="10015" name="Google Shape;10015;p74"/>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74"/>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7" name="Google Shape;10017;p74"/>
          <p:cNvGrpSpPr/>
          <p:nvPr/>
        </p:nvGrpSpPr>
        <p:grpSpPr>
          <a:xfrm>
            <a:off x="3071439" y="2237377"/>
            <a:ext cx="357274" cy="357274"/>
            <a:chOff x="-48633175" y="2711375"/>
            <a:chExt cx="299325" cy="299325"/>
          </a:xfrm>
        </p:grpSpPr>
        <p:sp>
          <p:nvSpPr>
            <p:cNvPr id="10018" name="Google Shape;10018;p74"/>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4"/>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0" name="Google Shape;10020;p74"/>
          <p:cNvGrpSpPr/>
          <p:nvPr/>
        </p:nvGrpSpPr>
        <p:grpSpPr>
          <a:xfrm>
            <a:off x="1757928" y="2689329"/>
            <a:ext cx="314006" cy="358229"/>
            <a:chOff x="-46753100" y="1965500"/>
            <a:chExt cx="263075" cy="300125"/>
          </a:xfrm>
        </p:grpSpPr>
        <p:sp>
          <p:nvSpPr>
            <p:cNvPr id="10021" name="Google Shape;10021;p74"/>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74"/>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3" name="Google Shape;10023;p74"/>
          <p:cNvGrpSpPr/>
          <p:nvPr/>
        </p:nvGrpSpPr>
        <p:grpSpPr>
          <a:xfrm>
            <a:off x="1735354" y="3156542"/>
            <a:ext cx="359154" cy="315916"/>
            <a:chOff x="-46772025" y="2350650"/>
            <a:chExt cx="300900" cy="264675"/>
          </a:xfrm>
        </p:grpSpPr>
        <p:sp>
          <p:nvSpPr>
            <p:cNvPr id="10024" name="Google Shape;10024;p74"/>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4"/>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4"/>
          <p:cNvGrpSpPr/>
          <p:nvPr/>
        </p:nvGrpSpPr>
        <p:grpSpPr>
          <a:xfrm>
            <a:off x="1735354" y="3590820"/>
            <a:ext cx="359154" cy="359154"/>
            <a:chOff x="-46772025" y="2701925"/>
            <a:chExt cx="300900" cy="300900"/>
          </a:xfrm>
        </p:grpSpPr>
        <p:sp>
          <p:nvSpPr>
            <p:cNvPr id="10027" name="Google Shape;10027;p74"/>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4"/>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29" name="Google Shape;10029;p74"/>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0" name="Google Shape;10030;p74"/>
          <p:cNvGrpSpPr/>
          <p:nvPr/>
        </p:nvGrpSpPr>
        <p:grpSpPr>
          <a:xfrm>
            <a:off x="1293035" y="1303928"/>
            <a:ext cx="358199" cy="359154"/>
            <a:chOff x="-50154075" y="1948175"/>
            <a:chExt cx="300100" cy="300900"/>
          </a:xfrm>
        </p:grpSpPr>
        <p:sp>
          <p:nvSpPr>
            <p:cNvPr id="10031" name="Google Shape;10031;p74"/>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74"/>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3" name="Google Shape;10033;p74"/>
          <p:cNvGrpSpPr/>
          <p:nvPr/>
        </p:nvGrpSpPr>
        <p:grpSpPr>
          <a:xfrm>
            <a:off x="1293035" y="1758885"/>
            <a:ext cx="358199" cy="358229"/>
            <a:chOff x="-50154850" y="2316775"/>
            <a:chExt cx="300100" cy="300125"/>
          </a:xfrm>
        </p:grpSpPr>
        <p:sp>
          <p:nvSpPr>
            <p:cNvPr id="10034" name="Google Shape;10034;p74"/>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4"/>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4"/>
          <p:cNvGrpSpPr/>
          <p:nvPr/>
        </p:nvGrpSpPr>
        <p:grpSpPr>
          <a:xfrm>
            <a:off x="1288813" y="2205896"/>
            <a:ext cx="366644" cy="356558"/>
            <a:chOff x="-50158000" y="2685000"/>
            <a:chExt cx="307175" cy="298725"/>
          </a:xfrm>
        </p:grpSpPr>
        <p:sp>
          <p:nvSpPr>
            <p:cNvPr id="10037" name="Google Shape;10037;p74"/>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4"/>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9" name="Google Shape;10039;p74"/>
          <p:cNvGrpSpPr/>
          <p:nvPr/>
        </p:nvGrpSpPr>
        <p:grpSpPr>
          <a:xfrm>
            <a:off x="3070499" y="1788993"/>
            <a:ext cx="359154" cy="361004"/>
            <a:chOff x="-48634750" y="2342000"/>
            <a:chExt cx="300900" cy="302450"/>
          </a:xfrm>
        </p:grpSpPr>
        <p:sp>
          <p:nvSpPr>
            <p:cNvPr id="10040" name="Google Shape;10040;p74"/>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74"/>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4"/>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4"/>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4"/>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74"/>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74"/>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4"/>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8" name="Google Shape;10048;p74"/>
          <p:cNvGrpSpPr/>
          <p:nvPr/>
        </p:nvGrpSpPr>
        <p:grpSpPr>
          <a:xfrm>
            <a:off x="3521599" y="1334007"/>
            <a:ext cx="361004" cy="358229"/>
            <a:chOff x="-48266125" y="1973375"/>
            <a:chExt cx="302450" cy="300125"/>
          </a:xfrm>
        </p:grpSpPr>
        <p:sp>
          <p:nvSpPr>
            <p:cNvPr id="10049" name="Google Shape;10049;p74"/>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74"/>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74"/>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4"/>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4"/>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4"/>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5" name="Google Shape;10055;p74"/>
          <p:cNvGrpSpPr/>
          <p:nvPr/>
        </p:nvGrpSpPr>
        <p:grpSpPr>
          <a:xfrm>
            <a:off x="3548844" y="1789769"/>
            <a:ext cx="306516" cy="358349"/>
            <a:chOff x="-48237000" y="2342650"/>
            <a:chExt cx="256800" cy="300225"/>
          </a:xfrm>
        </p:grpSpPr>
        <p:sp>
          <p:nvSpPr>
            <p:cNvPr id="10056" name="Google Shape;10056;p74"/>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4"/>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4"/>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9" name="Google Shape;10059;p74"/>
          <p:cNvGrpSpPr/>
          <p:nvPr/>
        </p:nvGrpSpPr>
        <p:grpSpPr>
          <a:xfrm>
            <a:off x="2180338" y="2690046"/>
            <a:ext cx="361034" cy="355633"/>
            <a:chOff x="-46404975" y="1966100"/>
            <a:chExt cx="302475" cy="297950"/>
          </a:xfrm>
        </p:grpSpPr>
        <p:sp>
          <p:nvSpPr>
            <p:cNvPr id="10060" name="Google Shape;10060;p74"/>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4"/>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4"/>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4"/>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4"/>
          <p:cNvGrpSpPr/>
          <p:nvPr/>
        </p:nvGrpSpPr>
        <p:grpSpPr>
          <a:xfrm>
            <a:off x="2181740" y="3135863"/>
            <a:ext cx="358229" cy="358199"/>
            <a:chOff x="-46401050" y="2333325"/>
            <a:chExt cx="300125" cy="300100"/>
          </a:xfrm>
        </p:grpSpPr>
        <p:sp>
          <p:nvSpPr>
            <p:cNvPr id="10065" name="Google Shape;10065;p74"/>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74"/>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4"/>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4"/>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9" name="Google Shape;10069;p74"/>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0" name="Google Shape;10070;p74"/>
          <p:cNvGrpSpPr/>
          <p:nvPr/>
        </p:nvGrpSpPr>
        <p:grpSpPr>
          <a:xfrm>
            <a:off x="3961830" y="3146218"/>
            <a:ext cx="359154" cy="359124"/>
            <a:chOff x="-44914800" y="2342000"/>
            <a:chExt cx="300900" cy="300875"/>
          </a:xfrm>
        </p:grpSpPr>
        <p:sp>
          <p:nvSpPr>
            <p:cNvPr id="10071" name="Google Shape;10071;p74"/>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4"/>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74"/>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4" name="Google Shape;10074;p74"/>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5" name="Google Shape;10075;p74"/>
          <p:cNvGrpSpPr/>
          <p:nvPr/>
        </p:nvGrpSpPr>
        <p:grpSpPr>
          <a:xfrm>
            <a:off x="1735816" y="1758736"/>
            <a:ext cx="359154" cy="357424"/>
            <a:chOff x="-49786250" y="2316650"/>
            <a:chExt cx="300900" cy="299450"/>
          </a:xfrm>
        </p:grpSpPr>
        <p:sp>
          <p:nvSpPr>
            <p:cNvPr id="10076" name="Google Shape;10076;p74"/>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4"/>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4"/>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4"/>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74"/>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74"/>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4"/>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3" name="Google Shape;10083;p74"/>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74"/>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5" name="Google Shape;10085;p74"/>
          <p:cNvGrpSpPr/>
          <p:nvPr/>
        </p:nvGrpSpPr>
        <p:grpSpPr>
          <a:xfrm>
            <a:off x="4033144" y="1788993"/>
            <a:ext cx="230365" cy="359124"/>
            <a:chOff x="-47842400" y="2342000"/>
            <a:chExt cx="193000" cy="300875"/>
          </a:xfrm>
        </p:grpSpPr>
        <p:sp>
          <p:nvSpPr>
            <p:cNvPr id="10086" name="Google Shape;10086;p74"/>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74"/>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4"/>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9" name="Google Shape;10089;p74"/>
          <p:cNvGrpSpPr/>
          <p:nvPr/>
        </p:nvGrpSpPr>
        <p:grpSpPr>
          <a:xfrm>
            <a:off x="3969212" y="2236452"/>
            <a:ext cx="358229" cy="359154"/>
            <a:chOff x="-47896750" y="2710600"/>
            <a:chExt cx="300125" cy="300900"/>
          </a:xfrm>
        </p:grpSpPr>
        <p:sp>
          <p:nvSpPr>
            <p:cNvPr id="10090" name="Google Shape;10090;p74"/>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74"/>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4"/>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74"/>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4" name="Google Shape;10094;p74"/>
          <p:cNvGrpSpPr/>
          <p:nvPr/>
        </p:nvGrpSpPr>
        <p:grpSpPr>
          <a:xfrm>
            <a:off x="2624852" y="2710009"/>
            <a:ext cx="359154" cy="314991"/>
            <a:chOff x="-46033225" y="1982825"/>
            <a:chExt cx="300900" cy="263900"/>
          </a:xfrm>
        </p:grpSpPr>
        <p:sp>
          <p:nvSpPr>
            <p:cNvPr id="10095" name="Google Shape;10095;p74"/>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74"/>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74"/>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74"/>
          <p:cNvGrpSpPr/>
          <p:nvPr/>
        </p:nvGrpSpPr>
        <p:grpSpPr>
          <a:xfrm>
            <a:off x="2621569" y="3137266"/>
            <a:ext cx="365719" cy="326151"/>
            <a:chOff x="-46034000" y="2334500"/>
            <a:chExt cx="306400" cy="273250"/>
          </a:xfrm>
        </p:grpSpPr>
        <p:sp>
          <p:nvSpPr>
            <p:cNvPr id="10099" name="Google Shape;10099;p74"/>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74"/>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4"/>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2" name="Google Shape;10102;p74"/>
          <p:cNvGrpSpPr/>
          <p:nvPr/>
        </p:nvGrpSpPr>
        <p:grpSpPr>
          <a:xfrm>
            <a:off x="2667627" y="3591655"/>
            <a:ext cx="273603" cy="356439"/>
            <a:chOff x="-45998575" y="2702625"/>
            <a:chExt cx="229225" cy="298625"/>
          </a:xfrm>
        </p:grpSpPr>
        <p:sp>
          <p:nvSpPr>
            <p:cNvPr id="10103" name="Google Shape;10103;p74"/>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74"/>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4"/>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74"/>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74"/>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74"/>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74"/>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0" name="Google Shape;10110;p74"/>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74"/>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2" name="Google Shape;10112;p74"/>
          <p:cNvGrpSpPr/>
          <p:nvPr/>
        </p:nvGrpSpPr>
        <p:grpSpPr>
          <a:xfrm>
            <a:off x="2203197" y="2205419"/>
            <a:ext cx="314961" cy="361034"/>
            <a:chOff x="-49398750" y="2684600"/>
            <a:chExt cx="263875" cy="302475"/>
          </a:xfrm>
        </p:grpSpPr>
        <p:sp>
          <p:nvSpPr>
            <p:cNvPr id="10113" name="Google Shape;10113;p74"/>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4"/>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74"/>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6" name="Google Shape;10116;p74"/>
          <p:cNvGrpSpPr/>
          <p:nvPr/>
        </p:nvGrpSpPr>
        <p:grpSpPr>
          <a:xfrm>
            <a:off x="873121" y="2699684"/>
            <a:ext cx="314006" cy="359154"/>
            <a:chOff x="-47509225" y="1974175"/>
            <a:chExt cx="263075" cy="300900"/>
          </a:xfrm>
        </p:grpSpPr>
        <p:sp>
          <p:nvSpPr>
            <p:cNvPr id="10117" name="Google Shape;10117;p74"/>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4"/>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74"/>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74"/>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4"/>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4"/>
          <p:cNvGrpSpPr/>
          <p:nvPr/>
        </p:nvGrpSpPr>
        <p:grpSpPr>
          <a:xfrm>
            <a:off x="849622" y="3146218"/>
            <a:ext cx="361004" cy="357961"/>
            <a:chOff x="-47529700" y="2342000"/>
            <a:chExt cx="302450" cy="299900"/>
          </a:xfrm>
        </p:grpSpPr>
        <p:sp>
          <p:nvSpPr>
            <p:cNvPr id="10123" name="Google Shape;10123;p74"/>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4"/>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5" name="Google Shape;10125;p74"/>
          <p:cNvGrpSpPr/>
          <p:nvPr/>
        </p:nvGrpSpPr>
        <p:grpSpPr>
          <a:xfrm>
            <a:off x="851025" y="3645367"/>
            <a:ext cx="358199" cy="272648"/>
            <a:chOff x="-47527350" y="2747625"/>
            <a:chExt cx="300100" cy="228425"/>
          </a:xfrm>
        </p:grpSpPr>
        <p:sp>
          <p:nvSpPr>
            <p:cNvPr id="10126" name="Google Shape;10126;p74"/>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4"/>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4"/>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4"/>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4"/>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74"/>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2" name="Google Shape;10132;p74"/>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3" name="Google Shape;10133;p74"/>
          <p:cNvGrpSpPr/>
          <p:nvPr/>
        </p:nvGrpSpPr>
        <p:grpSpPr>
          <a:xfrm>
            <a:off x="3073924" y="3158422"/>
            <a:ext cx="358229" cy="314961"/>
            <a:chOff x="-45664625" y="2352225"/>
            <a:chExt cx="300125" cy="263875"/>
          </a:xfrm>
        </p:grpSpPr>
        <p:sp>
          <p:nvSpPr>
            <p:cNvPr id="10134" name="Google Shape;10134;p74"/>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4"/>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4"/>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4"/>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4"/>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4"/>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4"/>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1" name="Google Shape;10141;p74"/>
          <p:cNvGrpSpPr/>
          <p:nvPr/>
        </p:nvGrpSpPr>
        <p:grpSpPr>
          <a:xfrm>
            <a:off x="3073103" y="3592401"/>
            <a:ext cx="359870" cy="357573"/>
            <a:chOff x="-45665400" y="2703250"/>
            <a:chExt cx="301500" cy="299575"/>
          </a:xfrm>
        </p:grpSpPr>
        <p:sp>
          <p:nvSpPr>
            <p:cNvPr id="10142" name="Google Shape;10142;p74"/>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4"/>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74"/>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4"/>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6" name="Google Shape;10146;p74"/>
          <p:cNvGrpSpPr/>
          <p:nvPr/>
        </p:nvGrpSpPr>
        <p:grpSpPr>
          <a:xfrm>
            <a:off x="2174760" y="4033337"/>
            <a:ext cx="359154" cy="360109"/>
            <a:chOff x="-44528075" y="1982825"/>
            <a:chExt cx="300900" cy="301700"/>
          </a:xfrm>
        </p:grpSpPr>
        <p:sp>
          <p:nvSpPr>
            <p:cNvPr id="10147" name="Google Shape;10147;p74"/>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4"/>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4"/>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4"/>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74"/>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4"/>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4"/>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4" name="Google Shape;10154;p74"/>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5" name="Google Shape;10155;p74"/>
          <p:cNvGrpSpPr/>
          <p:nvPr/>
        </p:nvGrpSpPr>
        <p:grpSpPr>
          <a:xfrm>
            <a:off x="2625923" y="1758885"/>
            <a:ext cx="358199" cy="358229"/>
            <a:chOff x="-49048250" y="2316775"/>
            <a:chExt cx="300100" cy="300125"/>
          </a:xfrm>
        </p:grpSpPr>
        <p:sp>
          <p:nvSpPr>
            <p:cNvPr id="10156" name="Google Shape;10156;p74"/>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74"/>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4"/>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74"/>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0" name="Google Shape;10160;p74"/>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1" name="Google Shape;10161;p74"/>
          <p:cNvGrpSpPr/>
          <p:nvPr/>
        </p:nvGrpSpPr>
        <p:grpSpPr>
          <a:xfrm>
            <a:off x="1290494" y="2699684"/>
            <a:ext cx="360109" cy="358199"/>
            <a:chOff x="-47160325" y="1974175"/>
            <a:chExt cx="301700" cy="300100"/>
          </a:xfrm>
        </p:grpSpPr>
        <p:sp>
          <p:nvSpPr>
            <p:cNvPr id="10162" name="Google Shape;10162;p74"/>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4"/>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4" name="Google Shape;10164;p74"/>
          <p:cNvGrpSpPr/>
          <p:nvPr/>
        </p:nvGrpSpPr>
        <p:grpSpPr>
          <a:xfrm>
            <a:off x="1290971" y="3146218"/>
            <a:ext cx="359154" cy="359124"/>
            <a:chOff x="-47159525" y="2342000"/>
            <a:chExt cx="300900" cy="300875"/>
          </a:xfrm>
        </p:grpSpPr>
        <p:sp>
          <p:nvSpPr>
            <p:cNvPr id="10165" name="Google Shape;10165;p74"/>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4"/>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4"/>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4"/>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4"/>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0" name="Google Shape;10170;p74"/>
          <p:cNvGrpSpPr/>
          <p:nvPr/>
        </p:nvGrpSpPr>
        <p:grpSpPr>
          <a:xfrm>
            <a:off x="1291448" y="3603054"/>
            <a:ext cx="358199" cy="359154"/>
            <a:chOff x="-47157950" y="2712175"/>
            <a:chExt cx="300100" cy="300900"/>
          </a:xfrm>
        </p:grpSpPr>
        <p:sp>
          <p:nvSpPr>
            <p:cNvPr id="10171" name="Google Shape;10171;p74"/>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74"/>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4"/>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4"/>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4"/>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4"/>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4"/>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8" name="Google Shape;10178;p74"/>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9" name="Google Shape;10179;p74"/>
          <p:cNvGrpSpPr/>
          <p:nvPr/>
        </p:nvGrpSpPr>
        <p:grpSpPr>
          <a:xfrm>
            <a:off x="3535175" y="3135863"/>
            <a:ext cx="315886" cy="358199"/>
            <a:chOff x="-45278675" y="2333325"/>
            <a:chExt cx="264650" cy="300100"/>
          </a:xfrm>
        </p:grpSpPr>
        <p:sp>
          <p:nvSpPr>
            <p:cNvPr id="10180" name="Google Shape;10180;p74"/>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4"/>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4"/>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4"/>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74"/>
          <p:cNvGrpSpPr/>
          <p:nvPr/>
        </p:nvGrpSpPr>
        <p:grpSpPr>
          <a:xfrm>
            <a:off x="3545500" y="3590820"/>
            <a:ext cx="295237" cy="358229"/>
            <a:chOff x="-45270025" y="2701925"/>
            <a:chExt cx="247350" cy="300125"/>
          </a:xfrm>
        </p:grpSpPr>
        <p:sp>
          <p:nvSpPr>
            <p:cNvPr id="10185" name="Google Shape;10185;p74"/>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4"/>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4"/>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4"/>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9" name="Google Shape;10189;p74"/>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0" name="Google Shape;10190;p74"/>
          <p:cNvGrpSpPr/>
          <p:nvPr/>
        </p:nvGrpSpPr>
        <p:grpSpPr>
          <a:xfrm>
            <a:off x="2209567" y="1743737"/>
            <a:ext cx="307444" cy="366556"/>
            <a:chOff x="2209567" y="1972337"/>
            <a:chExt cx="307444" cy="366556"/>
          </a:xfrm>
        </p:grpSpPr>
        <p:sp>
          <p:nvSpPr>
            <p:cNvPr id="10191" name="Google Shape;10191;p74"/>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4"/>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4"/>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4" name="Google Shape;10194;p74"/>
            <p:cNvGrpSpPr/>
            <p:nvPr/>
          </p:nvGrpSpPr>
          <p:grpSpPr>
            <a:xfrm>
              <a:off x="2209567" y="2078266"/>
              <a:ext cx="307444" cy="260626"/>
              <a:chOff x="1636184" y="2959225"/>
              <a:chExt cx="232666" cy="197250"/>
            </a:xfrm>
          </p:grpSpPr>
          <p:sp>
            <p:nvSpPr>
              <p:cNvPr id="10195" name="Google Shape;10195;p74"/>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4"/>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4"/>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txBody>
              <a:bodyPr/>
              <a:lstStyle/>
              <a:p>
                <a:endParaRPr lang="fr-FR"/>
              </a:p>
            </p:txBody>
          </p:sp>
          <p:sp>
            <p:nvSpPr>
              <p:cNvPr id="10198" name="Google Shape;10198;p74"/>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txBody>
              <a:bodyPr/>
              <a:lstStyle/>
              <a:p>
                <a:endParaRPr lang="fr-FR"/>
              </a:p>
            </p:txBody>
          </p:sp>
        </p:grpSp>
      </p:grpSp>
      <p:grpSp>
        <p:nvGrpSpPr>
          <p:cNvPr id="10199" name="Google Shape;10199;p74"/>
          <p:cNvGrpSpPr/>
          <p:nvPr/>
        </p:nvGrpSpPr>
        <p:grpSpPr>
          <a:xfrm>
            <a:off x="3577265" y="2235011"/>
            <a:ext cx="258542" cy="365154"/>
            <a:chOff x="-47300587" y="123275"/>
            <a:chExt cx="190975" cy="269725"/>
          </a:xfrm>
        </p:grpSpPr>
        <p:sp>
          <p:nvSpPr>
            <p:cNvPr id="10200" name="Google Shape;10200;p74"/>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74"/>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74"/>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4"/>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4"/>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5" name="Google Shape;10205;p74"/>
          <p:cNvGrpSpPr/>
          <p:nvPr/>
        </p:nvGrpSpPr>
        <p:grpSpPr>
          <a:xfrm>
            <a:off x="4870788" y="1304201"/>
            <a:ext cx="342328" cy="339793"/>
            <a:chOff x="-13966675" y="1639700"/>
            <a:chExt cx="354450" cy="351825"/>
          </a:xfrm>
        </p:grpSpPr>
        <p:sp>
          <p:nvSpPr>
            <p:cNvPr id="10206" name="Google Shape;10206;p74"/>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4"/>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74"/>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74"/>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74"/>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11" name="Google Shape;10211;p74"/>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74"/>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3" name="Google Shape;10213;p74"/>
          <p:cNvGrpSpPr/>
          <p:nvPr/>
        </p:nvGrpSpPr>
        <p:grpSpPr>
          <a:xfrm>
            <a:off x="6667277" y="1303887"/>
            <a:ext cx="340034" cy="340420"/>
            <a:chOff x="-12199250" y="1662675"/>
            <a:chExt cx="352075" cy="352475"/>
          </a:xfrm>
        </p:grpSpPr>
        <p:sp>
          <p:nvSpPr>
            <p:cNvPr id="10214" name="Google Shape;10214;p74"/>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74"/>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74"/>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4"/>
          <p:cNvGrpSpPr/>
          <p:nvPr/>
        </p:nvGrpSpPr>
        <p:grpSpPr>
          <a:xfrm>
            <a:off x="6666130" y="1710754"/>
            <a:ext cx="342328" cy="342328"/>
            <a:chOff x="-12199250" y="2096250"/>
            <a:chExt cx="354450" cy="354450"/>
          </a:xfrm>
        </p:grpSpPr>
        <p:sp>
          <p:nvSpPr>
            <p:cNvPr id="10218" name="Google Shape;10218;p74"/>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74"/>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0" name="Google Shape;10220;p74"/>
          <p:cNvGrpSpPr/>
          <p:nvPr/>
        </p:nvGrpSpPr>
        <p:grpSpPr>
          <a:xfrm>
            <a:off x="6667277" y="2119708"/>
            <a:ext cx="340034" cy="341579"/>
            <a:chOff x="-12199250" y="2530225"/>
            <a:chExt cx="352075" cy="353675"/>
          </a:xfrm>
        </p:grpSpPr>
        <p:sp>
          <p:nvSpPr>
            <p:cNvPr id="10221" name="Google Shape;10221;p74"/>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74"/>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74"/>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4"/>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5" name="Google Shape;10225;p74"/>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26" name="Google Shape;10226;p74"/>
          <p:cNvGrpSpPr/>
          <p:nvPr/>
        </p:nvGrpSpPr>
        <p:grpSpPr>
          <a:xfrm>
            <a:off x="4870788" y="2959488"/>
            <a:ext cx="342328" cy="339310"/>
            <a:chOff x="-10462550" y="2057650"/>
            <a:chExt cx="354450" cy="351325"/>
          </a:xfrm>
        </p:grpSpPr>
        <p:sp>
          <p:nvSpPr>
            <p:cNvPr id="10227" name="Google Shape;10227;p74"/>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4"/>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9" name="Google Shape;10229;p74"/>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0" name="Google Shape;10230;p74"/>
          <p:cNvGrpSpPr/>
          <p:nvPr/>
        </p:nvGrpSpPr>
        <p:grpSpPr>
          <a:xfrm>
            <a:off x="6649772" y="2551051"/>
            <a:ext cx="375044" cy="340541"/>
            <a:chOff x="-8692750" y="1622100"/>
            <a:chExt cx="388325" cy="352600"/>
          </a:xfrm>
        </p:grpSpPr>
        <p:sp>
          <p:nvSpPr>
            <p:cNvPr id="10231" name="Google Shape;10231;p74"/>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4"/>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3" name="Google Shape;10233;p74"/>
          <p:cNvGrpSpPr/>
          <p:nvPr/>
        </p:nvGrpSpPr>
        <p:grpSpPr>
          <a:xfrm>
            <a:off x="5304253" y="1303307"/>
            <a:ext cx="341555" cy="341579"/>
            <a:chOff x="-13529550" y="1639425"/>
            <a:chExt cx="353650" cy="353675"/>
          </a:xfrm>
        </p:grpSpPr>
        <p:sp>
          <p:nvSpPr>
            <p:cNvPr id="10234" name="Google Shape;10234;p74"/>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4"/>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4"/>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74"/>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74"/>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74"/>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74"/>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74"/>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4"/>
          <p:cNvGrpSpPr/>
          <p:nvPr/>
        </p:nvGrpSpPr>
        <p:grpSpPr>
          <a:xfrm>
            <a:off x="5303106" y="1711889"/>
            <a:ext cx="343849" cy="340058"/>
            <a:chOff x="-13531925" y="2075775"/>
            <a:chExt cx="356025" cy="352100"/>
          </a:xfrm>
        </p:grpSpPr>
        <p:sp>
          <p:nvSpPr>
            <p:cNvPr id="10243" name="Google Shape;10243;p74"/>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74"/>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4"/>
          <p:cNvGrpSpPr/>
          <p:nvPr/>
        </p:nvGrpSpPr>
        <p:grpSpPr>
          <a:xfrm>
            <a:off x="5304627" y="2120094"/>
            <a:ext cx="340807" cy="340807"/>
            <a:chOff x="-13528775" y="2507400"/>
            <a:chExt cx="352875" cy="352875"/>
          </a:xfrm>
        </p:grpSpPr>
        <p:sp>
          <p:nvSpPr>
            <p:cNvPr id="10246" name="Google Shape;10246;p74"/>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74"/>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74"/>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9" name="Google Shape;10249;p74"/>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74"/>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1" name="Google Shape;10251;p74"/>
          <p:cNvGrpSpPr/>
          <p:nvPr/>
        </p:nvGrpSpPr>
        <p:grpSpPr>
          <a:xfrm>
            <a:off x="7140133" y="2119708"/>
            <a:ext cx="308090" cy="341579"/>
            <a:chOff x="-11747150" y="2530225"/>
            <a:chExt cx="319000" cy="353675"/>
          </a:xfrm>
        </p:grpSpPr>
        <p:sp>
          <p:nvSpPr>
            <p:cNvPr id="10252" name="Google Shape;10252;p74"/>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74"/>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4" name="Google Shape;10254;p74"/>
          <p:cNvGrpSpPr/>
          <p:nvPr/>
        </p:nvGrpSpPr>
        <p:grpSpPr>
          <a:xfrm>
            <a:off x="5304627" y="2550919"/>
            <a:ext cx="340807" cy="340807"/>
            <a:chOff x="-10027775" y="1622900"/>
            <a:chExt cx="352875" cy="352875"/>
          </a:xfrm>
        </p:grpSpPr>
        <p:sp>
          <p:nvSpPr>
            <p:cNvPr id="10255" name="Google Shape;10255;p74"/>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4"/>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4"/>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4"/>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74"/>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74"/>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1" name="Google Shape;10261;p74"/>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2" name="Google Shape;10262;p74"/>
          <p:cNvGrpSpPr/>
          <p:nvPr/>
        </p:nvGrpSpPr>
        <p:grpSpPr>
          <a:xfrm>
            <a:off x="8031595" y="2576583"/>
            <a:ext cx="322553" cy="342328"/>
            <a:chOff x="-10019125" y="2490075"/>
            <a:chExt cx="333975" cy="354450"/>
          </a:xfrm>
        </p:grpSpPr>
        <p:sp>
          <p:nvSpPr>
            <p:cNvPr id="10263" name="Google Shape;10263;p74"/>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74"/>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74"/>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74"/>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7" name="Google Shape;10267;p74"/>
          <p:cNvGrpSpPr/>
          <p:nvPr/>
        </p:nvGrpSpPr>
        <p:grpSpPr>
          <a:xfrm>
            <a:off x="6661180" y="2957593"/>
            <a:ext cx="352227" cy="343100"/>
            <a:chOff x="-8684100" y="2032450"/>
            <a:chExt cx="364700" cy="355250"/>
          </a:xfrm>
        </p:grpSpPr>
        <p:sp>
          <p:nvSpPr>
            <p:cNvPr id="10268" name="Google Shape;10268;p74"/>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74"/>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74"/>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1" name="Google Shape;10271;p74"/>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2" name="Google Shape;10272;p74"/>
          <p:cNvGrpSpPr/>
          <p:nvPr/>
        </p:nvGrpSpPr>
        <p:grpSpPr>
          <a:xfrm>
            <a:off x="5752039" y="1711056"/>
            <a:ext cx="343849" cy="341724"/>
            <a:chOff x="-13095575" y="2073400"/>
            <a:chExt cx="356025" cy="353825"/>
          </a:xfrm>
        </p:grpSpPr>
        <p:sp>
          <p:nvSpPr>
            <p:cNvPr id="10273" name="Google Shape;10273;p74"/>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74"/>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4"/>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74"/>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74"/>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4"/>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74"/>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4"/>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1" name="Google Shape;10281;p74"/>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2" name="Google Shape;10282;p74"/>
          <p:cNvGrpSpPr/>
          <p:nvPr/>
        </p:nvGrpSpPr>
        <p:grpSpPr>
          <a:xfrm>
            <a:off x="7576787" y="1302885"/>
            <a:ext cx="343100" cy="342424"/>
            <a:chOff x="-11332875" y="1660700"/>
            <a:chExt cx="355250" cy="354550"/>
          </a:xfrm>
        </p:grpSpPr>
        <p:sp>
          <p:nvSpPr>
            <p:cNvPr id="10283" name="Google Shape;10283;p74"/>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4"/>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4"/>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74"/>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7" name="Google Shape;10287;p74"/>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4"/>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9" name="Google Shape;10289;p74"/>
          <p:cNvGrpSpPr/>
          <p:nvPr/>
        </p:nvGrpSpPr>
        <p:grpSpPr>
          <a:xfrm>
            <a:off x="5774096" y="2549397"/>
            <a:ext cx="299736" cy="343849"/>
            <a:chOff x="-9570950" y="1622100"/>
            <a:chExt cx="310350" cy="356025"/>
          </a:xfrm>
        </p:grpSpPr>
        <p:sp>
          <p:nvSpPr>
            <p:cNvPr id="10290" name="Google Shape;10290;p74"/>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74"/>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2" name="Google Shape;10292;p74"/>
          <p:cNvGrpSpPr/>
          <p:nvPr/>
        </p:nvGrpSpPr>
        <p:grpSpPr>
          <a:xfrm>
            <a:off x="5752800" y="2958353"/>
            <a:ext cx="342328" cy="341579"/>
            <a:chOff x="-9594575" y="2056875"/>
            <a:chExt cx="354450" cy="353675"/>
          </a:xfrm>
        </p:grpSpPr>
        <p:sp>
          <p:nvSpPr>
            <p:cNvPr id="10293" name="Google Shape;10293;p74"/>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74"/>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74"/>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6" name="Google Shape;10296;p74"/>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7" name="Google Shape;10297;p74"/>
          <p:cNvGrpSpPr/>
          <p:nvPr/>
        </p:nvGrpSpPr>
        <p:grpSpPr>
          <a:xfrm>
            <a:off x="6208482" y="1303693"/>
            <a:ext cx="342328" cy="340807"/>
            <a:chOff x="-12661600" y="1640225"/>
            <a:chExt cx="354450" cy="352875"/>
          </a:xfrm>
        </p:grpSpPr>
        <p:sp>
          <p:nvSpPr>
            <p:cNvPr id="10298" name="Google Shape;10298;p74"/>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74"/>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74"/>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1" name="Google Shape;10301;p74"/>
          <p:cNvGrpSpPr/>
          <p:nvPr/>
        </p:nvGrpSpPr>
        <p:grpSpPr>
          <a:xfrm>
            <a:off x="6208857" y="1732231"/>
            <a:ext cx="341579" cy="299374"/>
            <a:chOff x="-12660025" y="2096250"/>
            <a:chExt cx="353675" cy="309975"/>
          </a:xfrm>
        </p:grpSpPr>
        <p:sp>
          <p:nvSpPr>
            <p:cNvPr id="10302" name="Google Shape;10302;p74"/>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74"/>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74"/>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74"/>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74"/>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74"/>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8" name="Google Shape;10308;p74"/>
          <p:cNvGrpSpPr/>
          <p:nvPr/>
        </p:nvGrpSpPr>
        <p:grpSpPr>
          <a:xfrm>
            <a:off x="6207335" y="2119527"/>
            <a:ext cx="344622" cy="341941"/>
            <a:chOff x="-12663175" y="2506800"/>
            <a:chExt cx="356825" cy="354050"/>
          </a:xfrm>
        </p:grpSpPr>
        <p:sp>
          <p:nvSpPr>
            <p:cNvPr id="10309" name="Google Shape;10309;p74"/>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74"/>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74"/>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74"/>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3" name="Google Shape;10313;p74"/>
          <p:cNvGrpSpPr/>
          <p:nvPr/>
        </p:nvGrpSpPr>
        <p:grpSpPr>
          <a:xfrm>
            <a:off x="8022468" y="1303307"/>
            <a:ext cx="340807" cy="341579"/>
            <a:chOff x="-10896525" y="1663050"/>
            <a:chExt cx="352875" cy="353675"/>
          </a:xfrm>
        </p:grpSpPr>
        <p:sp>
          <p:nvSpPr>
            <p:cNvPr id="10314" name="Google Shape;10314;p74"/>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4"/>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16" name="Google Shape;10316;p74"/>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7" name="Google Shape;10317;p74"/>
          <p:cNvGrpSpPr/>
          <p:nvPr/>
        </p:nvGrpSpPr>
        <p:grpSpPr>
          <a:xfrm>
            <a:off x="8022082" y="2130742"/>
            <a:ext cx="341579" cy="319511"/>
            <a:chOff x="-10898100" y="2542050"/>
            <a:chExt cx="353675" cy="330825"/>
          </a:xfrm>
        </p:grpSpPr>
        <p:sp>
          <p:nvSpPr>
            <p:cNvPr id="10318" name="Google Shape;10318;p74"/>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74"/>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74"/>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4"/>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4"/>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4"/>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4" name="Google Shape;10324;p74"/>
          <p:cNvGrpSpPr/>
          <p:nvPr/>
        </p:nvGrpSpPr>
        <p:grpSpPr>
          <a:xfrm>
            <a:off x="6209617" y="2551607"/>
            <a:ext cx="340058" cy="339430"/>
            <a:chOff x="-9157450" y="1622750"/>
            <a:chExt cx="352100" cy="351450"/>
          </a:xfrm>
        </p:grpSpPr>
        <p:sp>
          <p:nvSpPr>
            <p:cNvPr id="10325" name="Google Shape;10325;p74"/>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4"/>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74"/>
          <p:cNvGrpSpPr/>
          <p:nvPr/>
        </p:nvGrpSpPr>
        <p:grpSpPr>
          <a:xfrm>
            <a:off x="6247658" y="2959874"/>
            <a:ext cx="263977" cy="338537"/>
            <a:chOff x="-9119650" y="2056875"/>
            <a:chExt cx="273325" cy="350525"/>
          </a:xfrm>
        </p:grpSpPr>
        <p:sp>
          <p:nvSpPr>
            <p:cNvPr id="10328" name="Google Shape;10328;p74"/>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4"/>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0" name="Google Shape;10330;p74"/>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4"/>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2" name="Google Shape;10332;p74"/>
          <p:cNvGrpSpPr/>
          <p:nvPr/>
        </p:nvGrpSpPr>
        <p:grpSpPr>
          <a:xfrm>
            <a:off x="7576790" y="2989279"/>
            <a:ext cx="343094" cy="341569"/>
            <a:chOff x="6001575" y="3119050"/>
            <a:chExt cx="315025" cy="313625"/>
          </a:xfrm>
        </p:grpSpPr>
        <p:sp>
          <p:nvSpPr>
            <p:cNvPr id="10333" name="Google Shape;10333;p74"/>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4"/>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38"/>
        <p:cNvGrpSpPr/>
        <p:nvPr/>
      </p:nvGrpSpPr>
      <p:grpSpPr>
        <a:xfrm>
          <a:off x="0" y="0"/>
          <a:ext cx="0" cy="0"/>
          <a:chOff x="0" y="0"/>
          <a:chExt cx="0" cy="0"/>
        </a:xfrm>
      </p:grpSpPr>
      <p:sp>
        <p:nvSpPr>
          <p:cNvPr id="10339" name="Google Shape;10339;p75"/>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0" name="Google Shape;10340;p75"/>
          <p:cNvGrpSpPr/>
          <p:nvPr/>
        </p:nvGrpSpPr>
        <p:grpSpPr>
          <a:xfrm>
            <a:off x="829227" y="2273195"/>
            <a:ext cx="476329" cy="476213"/>
            <a:chOff x="-21298675" y="2414425"/>
            <a:chExt cx="306400" cy="306325"/>
          </a:xfrm>
        </p:grpSpPr>
        <p:sp>
          <p:nvSpPr>
            <p:cNvPr id="10341" name="Google Shape;10341;p75"/>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4" name="Google Shape;10344;p75"/>
          <p:cNvGrpSpPr/>
          <p:nvPr/>
        </p:nvGrpSpPr>
        <p:grpSpPr>
          <a:xfrm>
            <a:off x="828605" y="2865128"/>
            <a:ext cx="477573" cy="445432"/>
            <a:chOff x="-21299475" y="2798025"/>
            <a:chExt cx="307200" cy="286525"/>
          </a:xfrm>
        </p:grpSpPr>
        <p:sp>
          <p:nvSpPr>
            <p:cNvPr id="10345" name="Google Shape;10345;p75"/>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75"/>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75"/>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7" name="Google Shape;10357;p75"/>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75"/>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0" name="Google Shape;10360;p75"/>
          <p:cNvGrpSpPr/>
          <p:nvPr/>
        </p:nvGrpSpPr>
        <p:grpSpPr>
          <a:xfrm>
            <a:off x="6697960" y="1688917"/>
            <a:ext cx="413912" cy="472676"/>
            <a:chOff x="-17545650" y="2051350"/>
            <a:chExt cx="266250" cy="304050"/>
          </a:xfrm>
        </p:grpSpPr>
        <p:sp>
          <p:nvSpPr>
            <p:cNvPr id="10361" name="Google Shape;10361;p75"/>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5" name="Google Shape;10365;p75"/>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6" name="Google Shape;10366;p75"/>
          <p:cNvGrpSpPr/>
          <p:nvPr/>
        </p:nvGrpSpPr>
        <p:grpSpPr>
          <a:xfrm>
            <a:off x="6668578" y="2865574"/>
            <a:ext cx="472676" cy="444538"/>
            <a:chOff x="-17565350" y="2809825"/>
            <a:chExt cx="304050" cy="285950"/>
          </a:xfrm>
        </p:grpSpPr>
        <p:sp>
          <p:nvSpPr>
            <p:cNvPr id="10367" name="Google Shape;10367;p75"/>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75"/>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75"/>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75"/>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2" name="Google Shape;10372;p75"/>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75"/>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5" name="Google Shape;10375;p75"/>
          <p:cNvGrpSpPr/>
          <p:nvPr/>
        </p:nvGrpSpPr>
        <p:grpSpPr>
          <a:xfrm>
            <a:off x="1441487" y="2850904"/>
            <a:ext cx="416283" cy="473881"/>
            <a:chOff x="-20904875" y="2788575"/>
            <a:chExt cx="267775" cy="304825"/>
          </a:xfrm>
        </p:grpSpPr>
        <p:sp>
          <p:nvSpPr>
            <p:cNvPr id="10376" name="Google Shape;10376;p75"/>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4381902" y="2275564"/>
            <a:ext cx="360045" cy="471471"/>
            <a:chOff x="-19006700" y="2434925"/>
            <a:chExt cx="231600" cy="303275"/>
          </a:xfrm>
        </p:grpSpPr>
        <p:sp>
          <p:nvSpPr>
            <p:cNvPr id="10379" name="Google Shape;10379;p75"/>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75"/>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75"/>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3" name="Google Shape;10383;p75"/>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75"/>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5" name="Google Shape;10385;p75"/>
          <p:cNvGrpSpPr/>
          <p:nvPr/>
        </p:nvGrpSpPr>
        <p:grpSpPr>
          <a:xfrm>
            <a:off x="7260501" y="2289051"/>
            <a:ext cx="473881" cy="444499"/>
            <a:chOff x="-17190425" y="2435725"/>
            <a:chExt cx="304825" cy="285925"/>
          </a:xfrm>
        </p:grpSpPr>
        <p:sp>
          <p:nvSpPr>
            <p:cNvPr id="10386" name="Google Shape;10386;p75"/>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75"/>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75"/>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9" name="Google Shape;10389;p75"/>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0" name="Google Shape;10390;p75"/>
          <p:cNvGrpSpPr/>
          <p:nvPr/>
        </p:nvGrpSpPr>
        <p:grpSpPr>
          <a:xfrm>
            <a:off x="4915227" y="3444650"/>
            <a:ext cx="476329" cy="475086"/>
            <a:chOff x="-15719925" y="2416825"/>
            <a:chExt cx="306400" cy="305600"/>
          </a:xfrm>
        </p:grpSpPr>
        <p:sp>
          <p:nvSpPr>
            <p:cNvPr id="10391" name="Google Shape;10391;p75"/>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5"/>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5"/>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4" name="Google Shape;10394;p75"/>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5"/>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6" name="Google Shape;10396;p75"/>
          <p:cNvGrpSpPr/>
          <p:nvPr/>
        </p:nvGrpSpPr>
        <p:grpSpPr>
          <a:xfrm>
            <a:off x="2001521" y="2851506"/>
            <a:ext cx="479983" cy="472676"/>
            <a:chOff x="-20550425" y="2789350"/>
            <a:chExt cx="308750" cy="304050"/>
          </a:xfrm>
        </p:grpSpPr>
        <p:sp>
          <p:nvSpPr>
            <p:cNvPr id="10397" name="Google Shape;10397;p75"/>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5"/>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9" name="Google Shape;10399;p75"/>
          <p:cNvGrpSpPr/>
          <p:nvPr/>
        </p:nvGrpSpPr>
        <p:grpSpPr>
          <a:xfrm>
            <a:off x="4916888" y="1688158"/>
            <a:ext cx="473920" cy="474192"/>
            <a:chOff x="-18666450" y="2059825"/>
            <a:chExt cx="304850" cy="305025"/>
          </a:xfrm>
        </p:grpSpPr>
        <p:sp>
          <p:nvSpPr>
            <p:cNvPr id="10400" name="Google Shape;10400;p75"/>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75"/>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2" name="Google Shape;10402;p75"/>
          <p:cNvGrpSpPr/>
          <p:nvPr/>
        </p:nvGrpSpPr>
        <p:grpSpPr>
          <a:xfrm>
            <a:off x="4916286" y="2275584"/>
            <a:ext cx="475125" cy="471432"/>
            <a:chOff x="-18668025" y="2435725"/>
            <a:chExt cx="305625" cy="303250"/>
          </a:xfrm>
        </p:grpSpPr>
        <p:sp>
          <p:nvSpPr>
            <p:cNvPr id="10403" name="Google Shape;10403;p75"/>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5"/>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5" name="Google Shape;10405;p75"/>
          <p:cNvGrpSpPr/>
          <p:nvPr/>
        </p:nvGrpSpPr>
        <p:grpSpPr>
          <a:xfrm>
            <a:off x="4915683" y="2850902"/>
            <a:ext cx="476329" cy="473881"/>
            <a:chOff x="-18668800" y="2807475"/>
            <a:chExt cx="306400" cy="304825"/>
          </a:xfrm>
        </p:grpSpPr>
        <p:sp>
          <p:nvSpPr>
            <p:cNvPr id="10406" name="Google Shape;10406;p75"/>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5"/>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5"/>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5"/>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5"/>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5"/>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75"/>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75"/>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5"/>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5" name="Google Shape;10415;p75"/>
          <p:cNvGrpSpPr/>
          <p:nvPr/>
        </p:nvGrpSpPr>
        <p:grpSpPr>
          <a:xfrm>
            <a:off x="7869652" y="1687693"/>
            <a:ext cx="416361" cy="475125"/>
            <a:chOff x="-16798200" y="2050575"/>
            <a:chExt cx="267825" cy="305625"/>
          </a:xfrm>
        </p:grpSpPr>
        <p:sp>
          <p:nvSpPr>
            <p:cNvPr id="10416" name="Google Shape;10416;p75"/>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5"/>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5"/>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9" name="Google Shape;10419;p75"/>
          <p:cNvGrpSpPr/>
          <p:nvPr/>
        </p:nvGrpSpPr>
        <p:grpSpPr>
          <a:xfrm>
            <a:off x="7840270" y="2852127"/>
            <a:ext cx="475125" cy="471432"/>
            <a:chOff x="-16817100" y="2801175"/>
            <a:chExt cx="305625" cy="303250"/>
          </a:xfrm>
        </p:grpSpPr>
        <p:sp>
          <p:nvSpPr>
            <p:cNvPr id="10420" name="Google Shape;10420;p75"/>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5"/>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5"/>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75"/>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75"/>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5"/>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5"/>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5"/>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75"/>
          <p:cNvGrpSpPr/>
          <p:nvPr/>
        </p:nvGrpSpPr>
        <p:grpSpPr>
          <a:xfrm>
            <a:off x="7247390" y="3444614"/>
            <a:ext cx="476329" cy="475125"/>
            <a:chOff x="-15717575" y="2786200"/>
            <a:chExt cx="306400" cy="305625"/>
          </a:xfrm>
        </p:grpSpPr>
        <p:sp>
          <p:nvSpPr>
            <p:cNvPr id="10429" name="Google Shape;10429;p75"/>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5"/>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5"/>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5"/>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5"/>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75"/>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75"/>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75"/>
          <p:cNvGrpSpPr/>
          <p:nvPr/>
        </p:nvGrpSpPr>
        <p:grpSpPr>
          <a:xfrm>
            <a:off x="2584963" y="1688296"/>
            <a:ext cx="475125" cy="473920"/>
            <a:chOff x="-20173175" y="2038750"/>
            <a:chExt cx="305625" cy="304850"/>
          </a:xfrm>
        </p:grpSpPr>
        <p:sp>
          <p:nvSpPr>
            <p:cNvPr id="10437" name="Google Shape;10437;p75"/>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5"/>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39" name="Google Shape;10439;p75"/>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40" name="Google Shape;10440;p75"/>
          <p:cNvGrpSpPr/>
          <p:nvPr/>
        </p:nvGrpSpPr>
        <p:grpSpPr>
          <a:xfrm>
            <a:off x="2586187" y="2850282"/>
            <a:ext cx="472676" cy="475125"/>
            <a:chOff x="-20173175" y="2787775"/>
            <a:chExt cx="304050" cy="305625"/>
          </a:xfrm>
        </p:grpSpPr>
        <p:sp>
          <p:nvSpPr>
            <p:cNvPr id="10441" name="Google Shape;10441;p75"/>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5"/>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5"/>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5"/>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75"/>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75"/>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5"/>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8" name="Google Shape;10448;p75"/>
          <p:cNvGrpSpPr/>
          <p:nvPr/>
        </p:nvGrpSpPr>
        <p:grpSpPr>
          <a:xfrm>
            <a:off x="5511171" y="2275564"/>
            <a:ext cx="473881" cy="471471"/>
            <a:chOff x="-18294675" y="2434925"/>
            <a:chExt cx="304825" cy="303275"/>
          </a:xfrm>
        </p:grpSpPr>
        <p:sp>
          <p:nvSpPr>
            <p:cNvPr id="10449" name="Google Shape;10449;p75"/>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5"/>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5"/>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2" name="Google Shape;10452;p75"/>
          <p:cNvGrpSpPr/>
          <p:nvPr/>
        </p:nvGrpSpPr>
        <p:grpSpPr>
          <a:xfrm>
            <a:off x="5567487" y="2852107"/>
            <a:ext cx="361250" cy="471471"/>
            <a:chOff x="-18258450" y="2809825"/>
            <a:chExt cx="232375" cy="303275"/>
          </a:xfrm>
        </p:grpSpPr>
        <p:sp>
          <p:nvSpPr>
            <p:cNvPr id="10453" name="Google Shape;10453;p75"/>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5"/>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5"/>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6" name="Google Shape;10456;p75"/>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7" name="Google Shape;10457;p75"/>
          <p:cNvGrpSpPr/>
          <p:nvPr/>
        </p:nvGrpSpPr>
        <p:grpSpPr>
          <a:xfrm>
            <a:off x="3777686" y="3445233"/>
            <a:ext cx="415117" cy="473920"/>
            <a:chOff x="-16422500" y="2425450"/>
            <a:chExt cx="267025" cy="304850"/>
          </a:xfrm>
        </p:grpSpPr>
        <p:sp>
          <p:nvSpPr>
            <p:cNvPr id="10458" name="Google Shape;10458;p75"/>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5"/>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5"/>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1" name="Google Shape;10461;p75"/>
          <p:cNvGrpSpPr/>
          <p:nvPr/>
        </p:nvGrpSpPr>
        <p:grpSpPr>
          <a:xfrm>
            <a:off x="6080447" y="3445838"/>
            <a:ext cx="473920" cy="472676"/>
            <a:chOff x="-16442200" y="2801175"/>
            <a:chExt cx="304850" cy="304050"/>
          </a:xfrm>
        </p:grpSpPr>
        <p:sp>
          <p:nvSpPr>
            <p:cNvPr id="10462" name="Google Shape;10462;p75"/>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5"/>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5"/>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5" name="Google Shape;10465;p75"/>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5"/>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7" name="Google Shape;10467;p75"/>
          <p:cNvGrpSpPr/>
          <p:nvPr/>
        </p:nvGrpSpPr>
        <p:grpSpPr>
          <a:xfrm>
            <a:off x="3156161" y="2276343"/>
            <a:ext cx="481265" cy="469917"/>
            <a:chOff x="-19802200" y="2416025"/>
            <a:chExt cx="309575" cy="302275"/>
          </a:xfrm>
        </p:grpSpPr>
        <p:sp>
          <p:nvSpPr>
            <p:cNvPr id="10468" name="Google Shape;10468;p75"/>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5"/>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5"/>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5"/>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5"/>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75"/>
          <p:cNvGrpSpPr/>
          <p:nvPr/>
        </p:nvGrpSpPr>
        <p:grpSpPr>
          <a:xfrm>
            <a:off x="3159232" y="2851506"/>
            <a:ext cx="475125" cy="472676"/>
            <a:chOff x="-19801400" y="2788575"/>
            <a:chExt cx="305625" cy="304050"/>
          </a:xfrm>
        </p:grpSpPr>
        <p:sp>
          <p:nvSpPr>
            <p:cNvPr id="10474" name="Google Shape;10474;p75"/>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5"/>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5"/>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5"/>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75"/>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75"/>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0" name="Google Shape;10480;p75"/>
          <p:cNvGrpSpPr/>
          <p:nvPr/>
        </p:nvGrpSpPr>
        <p:grpSpPr>
          <a:xfrm>
            <a:off x="6114308" y="1688916"/>
            <a:ext cx="422463" cy="472676"/>
            <a:chOff x="-17903225" y="2060800"/>
            <a:chExt cx="271750" cy="304050"/>
          </a:xfrm>
        </p:grpSpPr>
        <p:sp>
          <p:nvSpPr>
            <p:cNvPr id="10481" name="Google Shape;10481;p75"/>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5"/>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5"/>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4" name="Google Shape;10484;p75"/>
          <p:cNvGrpSpPr/>
          <p:nvPr/>
        </p:nvGrpSpPr>
        <p:grpSpPr>
          <a:xfrm>
            <a:off x="6088599" y="2274962"/>
            <a:ext cx="473881" cy="472676"/>
            <a:chOff x="-17918975" y="2435725"/>
            <a:chExt cx="304825" cy="304050"/>
          </a:xfrm>
        </p:grpSpPr>
        <p:sp>
          <p:nvSpPr>
            <p:cNvPr id="10485" name="Google Shape;10485;p75"/>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5"/>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7" name="Google Shape;10487;p75"/>
          <p:cNvGrpSpPr/>
          <p:nvPr/>
        </p:nvGrpSpPr>
        <p:grpSpPr>
          <a:xfrm>
            <a:off x="6117359" y="2852729"/>
            <a:ext cx="416361" cy="470228"/>
            <a:chOff x="-17899300" y="2810625"/>
            <a:chExt cx="267825" cy="302475"/>
          </a:xfrm>
        </p:grpSpPr>
        <p:sp>
          <p:nvSpPr>
            <p:cNvPr id="10488" name="Google Shape;10488;p75"/>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75"/>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75"/>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1" name="Google Shape;10491;p75"/>
          <p:cNvGrpSpPr/>
          <p:nvPr/>
        </p:nvGrpSpPr>
        <p:grpSpPr>
          <a:xfrm>
            <a:off x="2023212" y="3461166"/>
            <a:ext cx="472676" cy="442089"/>
            <a:chOff x="-16066500" y="2060800"/>
            <a:chExt cx="304050" cy="284375"/>
          </a:xfrm>
        </p:grpSpPr>
        <p:sp>
          <p:nvSpPr>
            <p:cNvPr id="10492" name="Google Shape;10492;p75"/>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5"/>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5"/>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5"/>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5"/>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97" name="Google Shape;10497;p75"/>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5"/>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5"/>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0" name="Google Shape;10500;p75"/>
          <p:cNvGrpSpPr/>
          <p:nvPr/>
        </p:nvGrpSpPr>
        <p:grpSpPr>
          <a:xfrm>
            <a:off x="7907919" y="2297751"/>
            <a:ext cx="368362" cy="419314"/>
            <a:chOff x="4995050" y="3245650"/>
            <a:chExt cx="236950" cy="269725"/>
          </a:xfrm>
        </p:grpSpPr>
        <p:sp>
          <p:nvSpPr>
            <p:cNvPr id="10501" name="Google Shape;10501;p75"/>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75"/>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5"/>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4" name="Google Shape;10504;p75"/>
            <p:cNvGrpSpPr/>
            <p:nvPr/>
          </p:nvGrpSpPr>
          <p:grpSpPr>
            <a:xfrm>
              <a:off x="4995050" y="3245650"/>
              <a:ext cx="236950" cy="269725"/>
              <a:chOff x="4995050" y="3245650"/>
              <a:chExt cx="236950" cy="269725"/>
            </a:xfrm>
          </p:grpSpPr>
          <p:sp>
            <p:nvSpPr>
              <p:cNvPr id="10505" name="Google Shape;10505;p75"/>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5"/>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7" name="Google Shape;10507;p75"/>
          <p:cNvGrpSpPr/>
          <p:nvPr/>
        </p:nvGrpSpPr>
        <p:grpSpPr>
          <a:xfrm>
            <a:off x="5507712" y="1689744"/>
            <a:ext cx="483749" cy="481292"/>
            <a:chOff x="4724650" y="2885700"/>
            <a:chExt cx="270750" cy="269375"/>
          </a:xfrm>
        </p:grpSpPr>
        <p:sp>
          <p:nvSpPr>
            <p:cNvPr id="10508" name="Google Shape;10508;p75"/>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5"/>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5"/>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5"/>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5"/>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75"/>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75"/>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75"/>
          <p:cNvGrpSpPr/>
          <p:nvPr/>
        </p:nvGrpSpPr>
        <p:grpSpPr>
          <a:xfrm>
            <a:off x="4374817" y="1683870"/>
            <a:ext cx="389425" cy="467822"/>
            <a:chOff x="4459350" y="2882125"/>
            <a:chExt cx="228375" cy="274350"/>
          </a:xfrm>
        </p:grpSpPr>
        <p:sp>
          <p:nvSpPr>
            <p:cNvPr id="10516" name="Google Shape;10516;p75"/>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5"/>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5"/>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5"/>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75"/>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fr-FR"/>
            </a:p>
          </p:txBody>
        </p:sp>
        <p:sp>
          <p:nvSpPr>
            <p:cNvPr id="10521" name="Google Shape;10521;p75"/>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fr-FR"/>
            </a:p>
          </p:txBody>
        </p:sp>
      </p:grpSp>
      <p:sp>
        <p:nvSpPr>
          <p:cNvPr id="10522" name="Google Shape;10522;p7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526"/>
        <p:cNvGrpSpPr/>
        <p:nvPr/>
      </p:nvGrpSpPr>
      <p:grpSpPr>
        <a:xfrm>
          <a:off x="0" y="0"/>
          <a:ext cx="0" cy="0"/>
          <a:chOff x="0" y="0"/>
          <a:chExt cx="0" cy="0"/>
        </a:xfrm>
      </p:grpSpPr>
      <p:sp>
        <p:nvSpPr>
          <p:cNvPr id="10527" name="Google Shape;10527;p7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528" name="Google Shape;10528;p76"/>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9" name="Google Shape;10529;p76"/>
          <p:cNvGrpSpPr/>
          <p:nvPr/>
        </p:nvGrpSpPr>
        <p:grpSpPr>
          <a:xfrm>
            <a:off x="835580" y="2140412"/>
            <a:ext cx="426462" cy="420796"/>
            <a:chOff x="-6713450" y="2397900"/>
            <a:chExt cx="295375" cy="291450"/>
          </a:xfrm>
        </p:grpSpPr>
        <p:sp>
          <p:nvSpPr>
            <p:cNvPr id="10530" name="Google Shape;10530;p76"/>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2" name="Google Shape;10532;p76"/>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33" name="Google Shape;10533;p76"/>
          <p:cNvGrpSpPr/>
          <p:nvPr/>
        </p:nvGrpSpPr>
        <p:grpSpPr>
          <a:xfrm>
            <a:off x="3540341" y="1631401"/>
            <a:ext cx="423069" cy="420507"/>
            <a:chOff x="-4932650" y="2046625"/>
            <a:chExt cx="293025" cy="291250"/>
          </a:xfrm>
        </p:grpSpPr>
        <p:sp>
          <p:nvSpPr>
            <p:cNvPr id="10534" name="Google Shape;10534;p76"/>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6" name="Google Shape;10536;p76"/>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37" name="Google Shape;10537;p76"/>
          <p:cNvGrpSpPr/>
          <p:nvPr/>
        </p:nvGrpSpPr>
        <p:grpSpPr>
          <a:xfrm>
            <a:off x="3552272" y="2660957"/>
            <a:ext cx="423069" cy="420796"/>
            <a:chOff x="-4931075" y="2765725"/>
            <a:chExt cx="293025" cy="291450"/>
          </a:xfrm>
        </p:grpSpPr>
        <p:sp>
          <p:nvSpPr>
            <p:cNvPr id="10538" name="Google Shape;10538;p76"/>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76"/>
          <p:cNvGrpSpPr/>
          <p:nvPr/>
        </p:nvGrpSpPr>
        <p:grpSpPr>
          <a:xfrm>
            <a:off x="6257840" y="1656289"/>
            <a:ext cx="420796" cy="370732"/>
            <a:chOff x="-3137650" y="2067900"/>
            <a:chExt cx="291450" cy="256775"/>
          </a:xfrm>
        </p:grpSpPr>
        <p:sp>
          <p:nvSpPr>
            <p:cNvPr id="10541" name="Google Shape;10541;p76"/>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6257840" y="2139926"/>
            <a:ext cx="420796" cy="421770"/>
            <a:chOff x="-3137650" y="2408950"/>
            <a:chExt cx="291450" cy="292125"/>
          </a:xfrm>
        </p:grpSpPr>
        <p:sp>
          <p:nvSpPr>
            <p:cNvPr id="10545" name="Google Shape;10545;p76"/>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76"/>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76"/>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6269771" y="2685412"/>
            <a:ext cx="420796" cy="371887"/>
            <a:chOff x="-3137650" y="2787000"/>
            <a:chExt cx="291450" cy="257575"/>
          </a:xfrm>
        </p:grpSpPr>
        <p:sp>
          <p:nvSpPr>
            <p:cNvPr id="10551" name="Google Shape;10551;p76"/>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59" name="Google Shape;10559;p76"/>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76"/>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62" name="Google Shape;10562;p76"/>
          <p:cNvGrpSpPr/>
          <p:nvPr/>
        </p:nvGrpSpPr>
        <p:grpSpPr>
          <a:xfrm>
            <a:off x="1387948" y="2660397"/>
            <a:ext cx="421914" cy="421914"/>
            <a:chOff x="-6354300" y="2757075"/>
            <a:chExt cx="292225" cy="292225"/>
          </a:xfrm>
        </p:grpSpPr>
        <p:sp>
          <p:nvSpPr>
            <p:cNvPr id="10563" name="Google Shape;10563;p76"/>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76"/>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76"/>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7" name="Google Shape;10567;p76"/>
          <p:cNvGrpSpPr/>
          <p:nvPr/>
        </p:nvGrpSpPr>
        <p:grpSpPr>
          <a:xfrm>
            <a:off x="4081951" y="1629560"/>
            <a:ext cx="424188" cy="424188"/>
            <a:chOff x="-4573475" y="2045850"/>
            <a:chExt cx="293800" cy="293800"/>
          </a:xfrm>
        </p:grpSpPr>
        <p:sp>
          <p:nvSpPr>
            <p:cNvPr id="10568" name="Google Shape;10568;p76"/>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0" name="Google Shape;10570;p76"/>
          <p:cNvGrpSpPr/>
          <p:nvPr/>
        </p:nvGrpSpPr>
        <p:grpSpPr>
          <a:xfrm>
            <a:off x="4081374" y="2138699"/>
            <a:ext cx="425343" cy="424225"/>
            <a:chOff x="-4570325" y="2405775"/>
            <a:chExt cx="294600" cy="293825"/>
          </a:xfrm>
        </p:grpSpPr>
        <p:sp>
          <p:nvSpPr>
            <p:cNvPr id="10571" name="Google Shape;10571;p76"/>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76"/>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76"/>
          <p:cNvGrpSpPr/>
          <p:nvPr/>
        </p:nvGrpSpPr>
        <p:grpSpPr>
          <a:xfrm>
            <a:off x="4094442" y="2659838"/>
            <a:ext cx="423069" cy="423033"/>
            <a:chOff x="-4572700" y="2764950"/>
            <a:chExt cx="293025" cy="293000"/>
          </a:xfrm>
        </p:grpSpPr>
        <p:sp>
          <p:nvSpPr>
            <p:cNvPr id="10574" name="Google Shape;10574;p76"/>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76"/>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76"/>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76"/>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9" name="Google Shape;10579;p76"/>
          <p:cNvGrpSpPr/>
          <p:nvPr/>
        </p:nvGrpSpPr>
        <p:grpSpPr>
          <a:xfrm>
            <a:off x="6813205" y="1631239"/>
            <a:ext cx="414840" cy="420832"/>
            <a:chOff x="-2777700" y="2049775"/>
            <a:chExt cx="287325" cy="291475"/>
          </a:xfrm>
        </p:grpSpPr>
        <p:sp>
          <p:nvSpPr>
            <p:cNvPr id="10580" name="Google Shape;10580;p76"/>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76"/>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76"/>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3" name="Google Shape;10583;p76"/>
          <p:cNvGrpSpPr/>
          <p:nvPr/>
        </p:nvGrpSpPr>
        <p:grpSpPr>
          <a:xfrm>
            <a:off x="6809667" y="2140431"/>
            <a:ext cx="421914" cy="420759"/>
            <a:chOff x="-2571737" y="2403625"/>
            <a:chExt cx="292225" cy="291425"/>
          </a:xfrm>
        </p:grpSpPr>
        <p:sp>
          <p:nvSpPr>
            <p:cNvPr id="10584" name="Google Shape;10584;p76"/>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76"/>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76"/>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76"/>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76"/>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1" name="Google Shape;10591;p76"/>
          <p:cNvGrpSpPr/>
          <p:nvPr/>
        </p:nvGrpSpPr>
        <p:grpSpPr>
          <a:xfrm>
            <a:off x="6809667" y="2661534"/>
            <a:ext cx="421914" cy="419640"/>
            <a:chOff x="-2571737" y="2764550"/>
            <a:chExt cx="292225" cy="290650"/>
          </a:xfrm>
        </p:grpSpPr>
        <p:sp>
          <p:nvSpPr>
            <p:cNvPr id="10592" name="Google Shape;10592;p76"/>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5" name="Google Shape;10595;p76"/>
          <p:cNvGrpSpPr/>
          <p:nvPr/>
        </p:nvGrpSpPr>
        <p:grpSpPr>
          <a:xfrm>
            <a:off x="3009168" y="3230538"/>
            <a:ext cx="421914" cy="423864"/>
            <a:chOff x="-1333975" y="2365850"/>
            <a:chExt cx="292225" cy="293575"/>
          </a:xfrm>
        </p:grpSpPr>
        <p:sp>
          <p:nvSpPr>
            <p:cNvPr id="10596" name="Google Shape;10596;p76"/>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76"/>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942643" y="2660397"/>
            <a:ext cx="398020" cy="421914"/>
            <a:chOff x="-5995925" y="2757850"/>
            <a:chExt cx="275675" cy="292225"/>
          </a:xfrm>
        </p:grpSpPr>
        <p:sp>
          <p:nvSpPr>
            <p:cNvPr id="10605" name="Google Shape;10605;p76"/>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76"/>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76"/>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76"/>
          <p:cNvGrpSpPr/>
          <p:nvPr/>
        </p:nvGrpSpPr>
        <p:grpSpPr>
          <a:xfrm>
            <a:off x="4622930" y="1631816"/>
            <a:ext cx="421951" cy="419677"/>
            <a:chOff x="-4211975" y="2046625"/>
            <a:chExt cx="292250" cy="290675"/>
          </a:xfrm>
        </p:grpSpPr>
        <p:sp>
          <p:nvSpPr>
            <p:cNvPr id="10615" name="Google Shape;10615;p76"/>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7" name="Google Shape;10617;p76"/>
          <p:cNvGrpSpPr/>
          <p:nvPr/>
        </p:nvGrpSpPr>
        <p:grpSpPr>
          <a:xfrm>
            <a:off x="4672976" y="2138699"/>
            <a:ext cx="321859" cy="424225"/>
            <a:chOff x="-4178875" y="2405775"/>
            <a:chExt cx="222925" cy="293825"/>
          </a:xfrm>
        </p:grpSpPr>
        <p:sp>
          <p:nvSpPr>
            <p:cNvPr id="10618" name="Google Shape;10618;p76"/>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76"/>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1" name="Google Shape;10621;p76"/>
          <p:cNvGrpSpPr/>
          <p:nvPr/>
        </p:nvGrpSpPr>
        <p:grpSpPr>
          <a:xfrm>
            <a:off x="4635439" y="2673483"/>
            <a:ext cx="420796" cy="395746"/>
            <a:chOff x="-4211975" y="2783850"/>
            <a:chExt cx="291450" cy="274100"/>
          </a:xfrm>
        </p:grpSpPr>
        <p:sp>
          <p:nvSpPr>
            <p:cNvPr id="10622" name="Google Shape;10622;p76"/>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5" name="Google Shape;10625;p76"/>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6" name="Google Shape;10626;p76"/>
          <p:cNvGrpSpPr/>
          <p:nvPr/>
        </p:nvGrpSpPr>
        <p:grpSpPr>
          <a:xfrm>
            <a:off x="7340368" y="2140413"/>
            <a:ext cx="420796" cy="420796"/>
            <a:chOff x="-2419325" y="2408150"/>
            <a:chExt cx="291450" cy="291450"/>
          </a:xfrm>
        </p:grpSpPr>
        <p:sp>
          <p:nvSpPr>
            <p:cNvPr id="10627" name="Google Shape;10627;p76"/>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76"/>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76"/>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76"/>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76"/>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76"/>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4" name="Google Shape;10634;p76"/>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5" name="Google Shape;10635;p76"/>
          <p:cNvGrpSpPr/>
          <p:nvPr/>
        </p:nvGrpSpPr>
        <p:grpSpPr>
          <a:xfrm>
            <a:off x="4661893" y="3231514"/>
            <a:ext cx="420796" cy="421914"/>
            <a:chOff x="-1333200" y="2770450"/>
            <a:chExt cx="291450" cy="292225"/>
          </a:xfrm>
        </p:grpSpPr>
        <p:sp>
          <p:nvSpPr>
            <p:cNvPr id="10636" name="Google Shape;10636;p76"/>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8" name="Google Shape;10638;p76"/>
          <p:cNvGrpSpPr/>
          <p:nvPr/>
        </p:nvGrpSpPr>
        <p:grpSpPr>
          <a:xfrm>
            <a:off x="2458506" y="1631256"/>
            <a:ext cx="423069" cy="420796"/>
            <a:chOff x="-5635200" y="2037975"/>
            <a:chExt cx="293025" cy="291450"/>
          </a:xfrm>
        </p:grpSpPr>
        <p:sp>
          <p:nvSpPr>
            <p:cNvPr id="10639" name="Google Shape;10639;p76"/>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76"/>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76"/>
          <p:cNvGrpSpPr/>
          <p:nvPr/>
        </p:nvGrpSpPr>
        <p:grpSpPr>
          <a:xfrm>
            <a:off x="2456792" y="2140412"/>
            <a:ext cx="426499" cy="420796"/>
            <a:chOff x="-5637575" y="2397900"/>
            <a:chExt cx="295400" cy="291450"/>
          </a:xfrm>
        </p:grpSpPr>
        <p:sp>
          <p:nvSpPr>
            <p:cNvPr id="10642" name="Google Shape;10642;p76"/>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6" name="Google Shape;10646;p76"/>
          <p:cNvGrpSpPr/>
          <p:nvPr/>
        </p:nvGrpSpPr>
        <p:grpSpPr>
          <a:xfrm>
            <a:off x="2470455" y="2660397"/>
            <a:ext cx="423033" cy="421914"/>
            <a:chOff x="-5635975" y="2757075"/>
            <a:chExt cx="293000" cy="292225"/>
          </a:xfrm>
        </p:grpSpPr>
        <p:sp>
          <p:nvSpPr>
            <p:cNvPr id="10647" name="Google Shape;10647;p76"/>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76"/>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9" name="Google Shape;10649;p76"/>
          <p:cNvGrpSpPr/>
          <p:nvPr/>
        </p:nvGrpSpPr>
        <p:grpSpPr>
          <a:xfrm>
            <a:off x="5154391" y="1631256"/>
            <a:ext cx="423069" cy="420796"/>
            <a:chOff x="-3854375" y="2046625"/>
            <a:chExt cx="293025" cy="291450"/>
          </a:xfrm>
        </p:grpSpPr>
        <p:sp>
          <p:nvSpPr>
            <p:cNvPr id="10650" name="Google Shape;10650;p76"/>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76"/>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2" name="Google Shape;10652;p76"/>
          <p:cNvGrpSpPr/>
          <p:nvPr/>
        </p:nvGrpSpPr>
        <p:grpSpPr>
          <a:xfrm>
            <a:off x="5153254" y="2138717"/>
            <a:ext cx="425343" cy="424188"/>
            <a:chOff x="-3854375" y="2405000"/>
            <a:chExt cx="294600" cy="293800"/>
          </a:xfrm>
        </p:grpSpPr>
        <p:sp>
          <p:nvSpPr>
            <p:cNvPr id="10653" name="Google Shape;10653;p76"/>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76"/>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5" name="Google Shape;10655;p76"/>
          <p:cNvGrpSpPr/>
          <p:nvPr/>
        </p:nvGrpSpPr>
        <p:grpSpPr>
          <a:xfrm>
            <a:off x="5167459" y="2659838"/>
            <a:ext cx="420796" cy="423033"/>
            <a:chOff x="-3852025" y="2764950"/>
            <a:chExt cx="291450" cy="293000"/>
          </a:xfrm>
        </p:grpSpPr>
        <p:sp>
          <p:nvSpPr>
            <p:cNvPr id="10656" name="Google Shape;10656;p76"/>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76"/>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8" name="Google Shape;10658;p76"/>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76"/>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0" name="Google Shape;10660;p76"/>
          <p:cNvGrpSpPr/>
          <p:nvPr/>
        </p:nvGrpSpPr>
        <p:grpSpPr>
          <a:xfrm>
            <a:off x="7890048" y="2660398"/>
            <a:ext cx="420796" cy="421914"/>
            <a:chOff x="-2060175" y="2768875"/>
            <a:chExt cx="291450" cy="292225"/>
          </a:xfrm>
        </p:grpSpPr>
        <p:sp>
          <p:nvSpPr>
            <p:cNvPr id="10661" name="Google Shape;10661;p76"/>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76"/>
          <p:cNvGrpSpPr/>
          <p:nvPr/>
        </p:nvGrpSpPr>
        <p:grpSpPr>
          <a:xfrm>
            <a:off x="1903657" y="3232071"/>
            <a:ext cx="421914" cy="420796"/>
            <a:chOff x="-937025" y="2064750"/>
            <a:chExt cx="292225" cy="291450"/>
          </a:xfrm>
        </p:grpSpPr>
        <p:sp>
          <p:nvSpPr>
            <p:cNvPr id="10664" name="Google Shape;10664;p76"/>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7" name="Google Shape;10667;p76"/>
          <p:cNvGrpSpPr/>
          <p:nvPr/>
        </p:nvGrpSpPr>
        <p:grpSpPr>
          <a:xfrm>
            <a:off x="3006820" y="1630697"/>
            <a:ext cx="421951" cy="421914"/>
            <a:chOff x="-5276050" y="2037975"/>
            <a:chExt cx="292250" cy="292225"/>
          </a:xfrm>
        </p:grpSpPr>
        <p:sp>
          <p:nvSpPr>
            <p:cNvPr id="10668" name="Google Shape;10668;p76"/>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71" name="Google Shape;10671;p76"/>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73" name="Google Shape;10673;p76"/>
          <p:cNvGrpSpPr/>
          <p:nvPr/>
        </p:nvGrpSpPr>
        <p:grpSpPr>
          <a:xfrm>
            <a:off x="5765634" y="1631256"/>
            <a:ext cx="324133" cy="420796"/>
            <a:chOff x="-3462150" y="2046625"/>
            <a:chExt cx="224500" cy="291450"/>
          </a:xfrm>
        </p:grpSpPr>
        <p:sp>
          <p:nvSpPr>
            <p:cNvPr id="10674" name="Google Shape;10674;p76"/>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76"/>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76"/>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76"/>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76"/>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76"/>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76"/>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1" name="Google Shape;10681;p76"/>
          <p:cNvGrpSpPr/>
          <p:nvPr/>
        </p:nvGrpSpPr>
        <p:grpSpPr>
          <a:xfrm>
            <a:off x="5741197" y="2139276"/>
            <a:ext cx="373006" cy="423069"/>
            <a:chOff x="-3478675" y="2405775"/>
            <a:chExt cx="258350" cy="293025"/>
          </a:xfrm>
        </p:grpSpPr>
        <p:sp>
          <p:nvSpPr>
            <p:cNvPr id="10682" name="Google Shape;10682;p76"/>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76"/>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76"/>
          <p:cNvGrpSpPr/>
          <p:nvPr/>
        </p:nvGrpSpPr>
        <p:grpSpPr>
          <a:xfrm>
            <a:off x="5803715" y="2660398"/>
            <a:ext cx="271831" cy="421914"/>
            <a:chOff x="-3443250" y="2765725"/>
            <a:chExt cx="188275" cy="292225"/>
          </a:xfrm>
        </p:grpSpPr>
        <p:sp>
          <p:nvSpPr>
            <p:cNvPr id="10687" name="Google Shape;10687;p76"/>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76"/>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76"/>
          <p:cNvGrpSpPr/>
          <p:nvPr/>
        </p:nvGrpSpPr>
        <p:grpSpPr>
          <a:xfrm>
            <a:off x="832612" y="3230934"/>
            <a:ext cx="371887" cy="423069"/>
            <a:chOff x="-1684475" y="2049000"/>
            <a:chExt cx="257575" cy="293025"/>
          </a:xfrm>
        </p:grpSpPr>
        <p:sp>
          <p:nvSpPr>
            <p:cNvPr id="10692" name="Google Shape;10692;p76"/>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76"/>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76"/>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76"/>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6" name="Google Shape;10696;p76"/>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7" name="Google Shape;10697;p76"/>
          <p:cNvGrpSpPr/>
          <p:nvPr/>
        </p:nvGrpSpPr>
        <p:grpSpPr>
          <a:xfrm>
            <a:off x="4122504" y="3231514"/>
            <a:ext cx="420796" cy="421914"/>
            <a:chOff x="-1700225" y="2768875"/>
            <a:chExt cx="291450" cy="292225"/>
          </a:xfrm>
        </p:grpSpPr>
        <p:sp>
          <p:nvSpPr>
            <p:cNvPr id="10698" name="Google Shape;10698;p76"/>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4" name="Google Shape;10704;p76"/>
          <p:cNvGrpSpPr/>
          <p:nvPr/>
        </p:nvGrpSpPr>
        <p:grpSpPr>
          <a:xfrm>
            <a:off x="3590852" y="3230935"/>
            <a:ext cx="371887" cy="423069"/>
            <a:chOff x="-919700" y="2420750"/>
            <a:chExt cx="257575" cy="293025"/>
          </a:xfrm>
        </p:grpSpPr>
        <p:sp>
          <p:nvSpPr>
            <p:cNvPr id="10705" name="Google Shape;10705;p76"/>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76"/>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76"/>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8" name="Google Shape;10708;p76"/>
          <p:cNvGrpSpPr/>
          <p:nvPr/>
        </p:nvGrpSpPr>
        <p:grpSpPr>
          <a:xfrm>
            <a:off x="1926044" y="1645950"/>
            <a:ext cx="409531" cy="410617"/>
            <a:chOff x="6679825" y="2693700"/>
            <a:chExt cx="257875" cy="258575"/>
          </a:xfrm>
        </p:grpSpPr>
        <p:sp>
          <p:nvSpPr>
            <p:cNvPr id="10709" name="Google Shape;10709;p76"/>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1915618" y="2142110"/>
            <a:ext cx="420531" cy="417262"/>
            <a:chOff x="6790450" y="3119050"/>
            <a:chExt cx="262750" cy="260675"/>
          </a:xfrm>
        </p:grpSpPr>
        <p:sp>
          <p:nvSpPr>
            <p:cNvPr id="10712" name="Google Shape;10712;p76"/>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76"/>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4" name="Google Shape;10714;p76"/>
          <p:cNvGrpSpPr/>
          <p:nvPr/>
        </p:nvGrpSpPr>
        <p:grpSpPr>
          <a:xfrm>
            <a:off x="6542730" y="3755436"/>
            <a:ext cx="358093" cy="407391"/>
            <a:chOff x="7660859" y="2571753"/>
            <a:chExt cx="366561" cy="417024"/>
          </a:xfrm>
        </p:grpSpPr>
        <p:sp>
          <p:nvSpPr>
            <p:cNvPr id="10715" name="Google Shape;10715;p76"/>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76"/>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4077412" y="3755436"/>
            <a:ext cx="407391" cy="407391"/>
            <a:chOff x="5566722" y="2571753"/>
            <a:chExt cx="417024" cy="417024"/>
          </a:xfrm>
        </p:grpSpPr>
        <p:sp>
          <p:nvSpPr>
            <p:cNvPr id="10719" name="Google Shape;10719;p76"/>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6"/>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76"/>
          <p:cNvGrpSpPr/>
          <p:nvPr/>
        </p:nvGrpSpPr>
        <p:grpSpPr>
          <a:xfrm>
            <a:off x="4693744" y="3857692"/>
            <a:ext cx="407381" cy="202880"/>
            <a:chOff x="6090251" y="2676413"/>
            <a:chExt cx="417014" cy="207677"/>
          </a:xfrm>
        </p:grpSpPr>
        <p:sp>
          <p:nvSpPr>
            <p:cNvPr id="10722" name="Google Shape;10722;p76"/>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76"/>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76"/>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6" name="Google Shape;10726;p76"/>
          <p:cNvGrpSpPr/>
          <p:nvPr/>
        </p:nvGrpSpPr>
        <p:grpSpPr>
          <a:xfrm>
            <a:off x="5926398" y="3755436"/>
            <a:ext cx="407391" cy="407391"/>
            <a:chOff x="7137330" y="2571753"/>
            <a:chExt cx="417024" cy="417024"/>
          </a:xfrm>
        </p:grpSpPr>
        <p:sp>
          <p:nvSpPr>
            <p:cNvPr id="10727" name="Google Shape;10727;p76"/>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76"/>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76"/>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76"/>
          <p:cNvGrpSpPr/>
          <p:nvPr/>
        </p:nvGrpSpPr>
        <p:grpSpPr>
          <a:xfrm>
            <a:off x="5310066" y="3755436"/>
            <a:ext cx="407391" cy="407391"/>
            <a:chOff x="6613801" y="2571753"/>
            <a:chExt cx="417024" cy="417024"/>
          </a:xfrm>
        </p:grpSpPr>
        <p:sp>
          <p:nvSpPr>
            <p:cNvPr id="10731" name="Google Shape;10731;p76"/>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76"/>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76"/>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76"/>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76"/>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6" name="Google Shape;10736;p76"/>
          <p:cNvGrpSpPr/>
          <p:nvPr/>
        </p:nvGrpSpPr>
        <p:grpSpPr>
          <a:xfrm>
            <a:off x="7896740" y="3238780"/>
            <a:ext cx="407411" cy="407411"/>
            <a:chOff x="2964567" y="2571753"/>
            <a:chExt cx="417045" cy="417045"/>
          </a:xfrm>
        </p:grpSpPr>
        <p:sp>
          <p:nvSpPr>
            <p:cNvPr id="10737" name="Google Shape;10737;p76"/>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76"/>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9" name="Google Shape;10739;p76"/>
          <p:cNvGrpSpPr/>
          <p:nvPr/>
        </p:nvGrpSpPr>
        <p:grpSpPr>
          <a:xfrm>
            <a:off x="1612062" y="3815897"/>
            <a:ext cx="407391" cy="286470"/>
            <a:chOff x="3476576" y="2633631"/>
            <a:chExt cx="417024" cy="293244"/>
          </a:xfrm>
        </p:grpSpPr>
        <p:sp>
          <p:nvSpPr>
            <p:cNvPr id="10740" name="Google Shape;10740;p76"/>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76"/>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2" name="Google Shape;10742;p76"/>
          <p:cNvGrpSpPr/>
          <p:nvPr/>
        </p:nvGrpSpPr>
        <p:grpSpPr>
          <a:xfrm>
            <a:off x="2228394" y="3755508"/>
            <a:ext cx="407411" cy="407248"/>
            <a:chOff x="3988564" y="2571836"/>
            <a:chExt cx="417045" cy="416878"/>
          </a:xfrm>
        </p:grpSpPr>
        <p:sp>
          <p:nvSpPr>
            <p:cNvPr id="10743" name="Google Shape;10743;p76"/>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76"/>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5" name="Google Shape;10745;p76"/>
          <p:cNvGrpSpPr/>
          <p:nvPr/>
        </p:nvGrpSpPr>
        <p:grpSpPr>
          <a:xfrm>
            <a:off x="2844747" y="3755436"/>
            <a:ext cx="407391" cy="407391"/>
            <a:chOff x="4500573" y="2571753"/>
            <a:chExt cx="417024" cy="417024"/>
          </a:xfrm>
        </p:grpSpPr>
        <p:sp>
          <p:nvSpPr>
            <p:cNvPr id="10746" name="Google Shape;10746;p76"/>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76"/>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8" name="Google Shape;10748;p76"/>
          <p:cNvGrpSpPr/>
          <p:nvPr/>
        </p:nvGrpSpPr>
        <p:grpSpPr>
          <a:xfrm>
            <a:off x="3461079" y="3755436"/>
            <a:ext cx="407391" cy="407391"/>
            <a:chOff x="5012603" y="2571753"/>
            <a:chExt cx="417024" cy="417024"/>
          </a:xfrm>
        </p:grpSpPr>
        <p:sp>
          <p:nvSpPr>
            <p:cNvPr id="10749" name="Google Shape;10749;p76"/>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76"/>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1" name="Google Shape;10751;p76"/>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2" name="Google Shape;10752;p76"/>
          <p:cNvGrpSpPr/>
          <p:nvPr/>
        </p:nvGrpSpPr>
        <p:grpSpPr>
          <a:xfrm>
            <a:off x="5721826" y="3238790"/>
            <a:ext cx="407432" cy="407391"/>
            <a:chOff x="812101" y="2571761"/>
            <a:chExt cx="417066" cy="417024"/>
          </a:xfrm>
        </p:grpSpPr>
        <p:sp>
          <p:nvSpPr>
            <p:cNvPr id="10753" name="Google Shape;10753;p76"/>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76"/>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76"/>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6"/>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7" name="Google Shape;10757;p76"/>
          <p:cNvGrpSpPr/>
          <p:nvPr/>
        </p:nvGrpSpPr>
        <p:grpSpPr>
          <a:xfrm>
            <a:off x="6242420" y="3238790"/>
            <a:ext cx="407391" cy="407391"/>
            <a:chOff x="1323129" y="2571761"/>
            <a:chExt cx="417024" cy="417024"/>
          </a:xfrm>
        </p:grpSpPr>
        <p:sp>
          <p:nvSpPr>
            <p:cNvPr id="10758" name="Google Shape;10758;p76"/>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76"/>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76"/>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76"/>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2" name="Google Shape;10762;p76"/>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3" name="Google Shape;10763;p76"/>
          <p:cNvGrpSpPr/>
          <p:nvPr/>
        </p:nvGrpSpPr>
        <p:grpSpPr>
          <a:xfrm>
            <a:off x="7378895" y="3238843"/>
            <a:ext cx="408023" cy="407411"/>
            <a:chOff x="2344476" y="2571761"/>
            <a:chExt cx="417671" cy="417045"/>
          </a:xfrm>
        </p:grpSpPr>
        <p:sp>
          <p:nvSpPr>
            <p:cNvPr id="10764" name="Google Shape;10764;p76"/>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6"/>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6" name="Google Shape;10766;p76"/>
          <p:cNvGrpSpPr/>
          <p:nvPr/>
        </p:nvGrpSpPr>
        <p:grpSpPr>
          <a:xfrm>
            <a:off x="7109755" y="3759535"/>
            <a:ext cx="399178" cy="399178"/>
            <a:chOff x="2038375" y="3798025"/>
            <a:chExt cx="841792" cy="841792"/>
          </a:xfrm>
        </p:grpSpPr>
        <p:sp>
          <p:nvSpPr>
            <p:cNvPr id="10767" name="Google Shape;10767;p76"/>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6"/>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72"/>
        <p:cNvGrpSpPr/>
        <p:nvPr/>
      </p:nvGrpSpPr>
      <p:grpSpPr>
        <a:xfrm>
          <a:off x="0" y="0"/>
          <a:ext cx="0" cy="0"/>
          <a:chOff x="0" y="0"/>
          <a:chExt cx="0" cy="0"/>
        </a:xfrm>
      </p:grpSpPr>
      <p:pic>
        <p:nvPicPr>
          <p:cNvPr id="10773" name="Google Shape;10773;p7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Geopolitic Conference by Slidesgo">
  <a:themeElements>
    <a:clrScheme name="Simple Light">
      <a:dk1>
        <a:srgbClr val="092E4B"/>
      </a:dk1>
      <a:lt1>
        <a:srgbClr val="FFFFFF"/>
      </a:lt1>
      <a:dk2>
        <a:srgbClr val="52A9D4"/>
      </a:dk2>
      <a:lt2>
        <a:srgbClr val="06BB8A"/>
      </a:lt2>
      <a:accent1>
        <a:srgbClr val="577D90"/>
      </a:accent1>
      <a:accent2>
        <a:srgbClr val="CFCFCF"/>
      </a:accent2>
      <a:accent3>
        <a:srgbClr val="979797"/>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1931</Words>
  <Application>Microsoft Office PowerPoint</Application>
  <PresentationFormat>Affichage à l'écran (16:9)</PresentationFormat>
  <Paragraphs>336</Paragraphs>
  <Slides>44</Slides>
  <Notes>44</Notes>
  <HiddenSlides>0</HiddenSlides>
  <MMClips>0</MMClips>
  <ScaleCrop>false</ScaleCrop>
  <HeadingPairs>
    <vt:vector size="6" baseType="variant">
      <vt:variant>
        <vt:lpstr>Polices utilisées</vt:lpstr>
      </vt:variant>
      <vt:variant>
        <vt:i4>10</vt:i4>
      </vt:variant>
      <vt:variant>
        <vt:lpstr>Thème</vt:lpstr>
      </vt:variant>
      <vt:variant>
        <vt:i4>2</vt:i4>
      </vt:variant>
      <vt:variant>
        <vt:lpstr>Titres des diapositives</vt:lpstr>
      </vt:variant>
      <vt:variant>
        <vt:i4>44</vt:i4>
      </vt:variant>
    </vt:vector>
  </HeadingPairs>
  <TitlesOfParts>
    <vt:vector size="56" baseType="lpstr">
      <vt:lpstr>Arial</vt:lpstr>
      <vt:lpstr>Roboto Condensed Light</vt:lpstr>
      <vt:lpstr>Fredoka One</vt:lpstr>
      <vt:lpstr>Amatic SC</vt:lpstr>
      <vt:lpstr>Roboto Medium</vt:lpstr>
      <vt:lpstr>Palanquin Dark</vt:lpstr>
      <vt:lpstr>Calibri</vt:lpstr>
      <vt:lpstr>Outfit Black</vt:lpstr>
      <vt:lpstr>Lato</vt:lpstr>
      <vt:lpstr>Proxima Nova</vt:lpstr>
      <vt:lpstr>Geopolitic Conference by Slidesgo</vt:lpstr>
      <vt:lpstr>Slidesgo Final Pages</vt:lpstr>
      <vt:lpstr>Les Migrations en Méditerranée : Enjeux et Politique Européennes </vt:lpstr>
      <vt:lpstr>Définitions Essentielles</vt:lpstr>
      <vt:lpstr>SCHEDULE - SESSION TALKS</vt:lpstr>
      <vt:lpstr>ABOUT THE SPEAKERS</vt:lpstr>
      <vt:lpstr>SPEAKER 01</vt:lpstr>
      <vt:lpstr>—SOMEONE FAMOUS</vt:lpstr>
      <vt:lpstr>OUR HISTORY</vt:lpstr>
      <vt:lpstr>TIMELINE</vt:lpstr>
      <vt:lpstr>OUR TEAM OF EXPERTS</vt:lpstr>
      <vt:lpstr>OUR IDEA</vt:lpstr>
      <vt:lpstr>OUR BIG IDEA #1</vt:lpstr>
      <vt:lpstr>OUR BIG IDEA #2</vt:lpstr>
      <vt:lpstr>OUR BIG IDEA #3</vt:lpstr>
      <vt:lpstr>CHARTS</vt:lpstr>
      <vt:lpstr>33,300</vt:lpstr>
      <vt:lpstr>OUR PRICING</vt:lpstr>
      <vt:lpstr>WHAT’S NEXT?</vt:lpstr>
      <vt:lpstr>MOCKUP</vt:lpstr>
      <vt:lpstr>YOU HAVE SOME TIPS HERE</vt:lpstr>
      <vt:lpstr>TO SUM UP</vt:lpstr>
      <vt:lpstr>CONFERENCE HIGHLIGHTS</vt:lpstr>
      <vt:lpstr>OUR FUTURE CONFERENCES</vt:lpstr>
      <vt:lpstr>THANKS TO ALL OUR SPONSORS</vt:lpstr>
      <vt:lpstr>THANKS!</vt:lpstr>
      <vt:lpstr>ALTERNATIVE RESOURCES</vt:lpstr>
      <vt:lpstr>RESOURCES</vt:lpstr>
      <vt:lpstr>Instructions for use</vt:lpstr>
      <vt:lpstr>Instructions for use (premium users)</vt:lpstr>
      <vt:lpstr>Fonts &amp; colors used</vt:lpstr>
      <vt:lpstr>Storyset</vt:lpstr>
      <vt:lpstr>Use our editable graphic resources...</vt:lpstr>
      <vt:lpstr>Présentation PowerPoint</vt:lpstr>
      <vt:lpstr>Présentation PowerPoint</vt:lpstr>
      <vt:lpstr>Présentation PowerPoint</vt:lpstr>
      <vt:lpstr>Présentation PowerPoint</vt:lpstr>
      <vt:lpstr>Présentation PowerPoint</vt:lpstr>
      <vt:lpstr>...and our sets of editable icons</vt:lpstr>
      <vt:lpstr>Educational Icons</vt:lpstr>
      <vt:lpstr>Business Icons</vt:lpstr>
      <vt:lpstr>Help &amp; Support Icons</vt:lpstr>
      <vt:lpstr>Creative Process Icons</vt:lpstr>
      <vt:lpstr>Nature Icons</vt:lpstr>
      <vt:lpstr>SEO &amp; Marketing Icons</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jad el chammas</cp:lastModifiedBy>
  <cp:revision>1</cp:revision>
  <dcterms:modified xsi:type="dcterms:W3CDTF">2025-03-17T21:49:39Z</dcterms:modified>
</cp:coreProperties>
</file>